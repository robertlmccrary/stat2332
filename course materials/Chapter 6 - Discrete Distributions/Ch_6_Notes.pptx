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8"/>
  </p:notesMasterIdLst>
  <p:sldIdLst>
    <p:sldId id="256" r:id="rId2"/>
    <p:sldId id="257" r:id="rId3"/>
    <p:sldId id="258" r:id="rId4"/>
    <p:sldId id="260" r:id="rId5"/>
    <p:sldId id="261" r:id="rId6"/>
    <p:sldId id="262" r:id="rId7"/>
    <p:sldId id="264" r:id="rId8"/>
    <p:sldId id="266" r:id="rId9"/>
    <p:sldId id="267" r:id="rId10"/>
    <p:sldId id="268" r:id="rId11"/>
    <p:sldId id="269" r:id="rId12"/>
    <p:sldId id="270" r:id="rId13"/>
    <p:sldId id="272" r:id="rId14"/>
    <p:sldId id="275" r:id="rId15"/>
    <p:sldId id="276" r:id="rId16"/>
    <p:sldId id="277" r:id="rId17"/>
    <p:sldId id="278" r:id="rId18"/>
    <p:sldId id="279" r:id="rId19"/>
    <p:sldId id="280" r:id="rId20"/>
    <p:sldId id="281" r:id="rId21"/>
    <p:sldId id="283" r:id="rId22"/>
    <p:sldId id="284" r:id="rId23"/>
    <p:sldId id="285" r:id="rId24"/>
    <p:sldId id="286" r:id="rId25"/>
    <p:sldId id="287" r:id="rId26"/>
    <p:sldId id="28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E1EF"/>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004242-3B83-F275-9D8D-7DB0B39DA226}" v="9" dt="2026-03-14T18:42:36.820"/>
    <p1510:client id="{D211D371-9DBC-43D3-9958-FB9DBD20520B}" v="84" dt="2026-03-14T18:14:25.1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2" autoAdjust="0"/>
    <p:restoredTop sz="94688" autoAdjust="0"/>
  </p:normalViewPr>
  <p:slideViewPr>
    <p:cSldViewPr snapToGrid="0">
      <p:cViewPr varScale="1">
        <p:scale>
          <a:sx n="73" d="100"/>
          <a:sy n="73" d="100"/>
        </p:scale>
        <p:origin x="77" y="446"/>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notesMasters/notesMaster1.xml" Type="http://schemas.openxmlformats.org/officeDocument/2006/relationships/notesMaster"/><Relationship Id="rId29" Target="presProps.xml" Type="http://schemas.openxmlformats.org/officeDocument/2006/relationships/presProps"/><Relationship Id="rId3" Target="slides/slide2.xml" Type="http://schemas.openxmlformats.org/officeDocument/2006/relationships/slide"/><Relationship Id="rId30" Target="viewProps.xml" Type="http://schemas.openxmlformats.org/officeDocument/2006/relationships/viewProps"/><Relationship Id="rId31" Target="theme/theme1.xml" Type="http://schemas.openxmlformats.org/officeDocument/2006/relationships/theme"/><Relationship Id="rId32" Target="tableStyles.xml" Type="http://schemas.openxmlformats.org/officeDocument/2006/relationships/tableStyles"/><Relationship Id="rId33" Target="changesInfos/changesInfo1.xml" Type="http://schemas.microsoft.com/office/2016/11/relationships/changesInfo"/><Relationship Id="rId34" Target="revisionInfo.xml" Type="http://schemas.microsoft.com/office/2015/10/relationships/revisionInfo"/><Relationship Id="rId4" Target="slides/slide3.xml" Type="http://schemas.openxmlformats.org/officeDocument/2006/relationships/slide"/><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wen Cheek" userId="S::meldrid8@kennesaw.edu::8fca192e-0677-4b46-9386-7af871cc0c0f" providerId="AD" clId="Web-{C9451FFF-9990-4B27-649F-57BF20FAC87B}"/>
    <pc:docChg chg="modSld">
      <pc:chgData name="Bowen Cheek" userId="S::meldrid8@kennesaw.edu::8fca192e-0677-4b46-9386-7af871cc0c0f" providerId="AD" clId="Web-{C9451FFF-9990-4B27-649F-57BF20FAC87B}" dt="2026-03-03T16:40:14.890" v="23" actId="20577"/>
      <pc:docMkLst>
        <pc:docMk/>
      </pc:docMkLst>
      <pc:sldChg chg="modSp">
        <pc:chgData name="Bowen Cheek" userId="S::meldrid8@kennesaw.edu::8fca192e-0677-4b46-9386-7af871cc0c0f" providerId="AD" clId="Web-{C9451FFF-9990-4B27-649F-57BF20FAC87B}" dt="2026-03-03T16:40:14.890" v="23" actId="20577"/>
        <pc:sldMkLst>
          <pc:docMk/>
          <pc:sldMk cId="109857222" sldId="256"/>
        </pc:sldMkLst>
        <pc:spChg chg="mod">
          <ac:chgData name="Bowen Cheek" userId="S::meldrid8@kennesaw.edu::8fca192e-0677-4b46-9386-7af871cc0c0f" providerId="AD" clId="Web-{C9451FFF-9990-4B27-649F-57BF20FAC87B}" dt="2026-03-03T16:40:11.530" v="17" actId="20577"/>
          <ac:spMkLst>
            <pc:docMk/>
            <pc:sldMk cId="109857222" sldId="256"/>
            <ac:spMk id="2" creationId="{00000000-0000-0000-0000-000000000000}"/>
          </ac:spMkLst>
        </pc:spChg>
        <pc:spChg chg="mod">
          <ac:chgData name="Bowen Cheek" userId="S::meldrid8@kennesaw.edu::8fca192e-0677-4b46-9386-7af871cc0c0f" providerId="AD" clId="Web-{C9451FFF-9990-4B27-649F-57BF20FAC87B}" dt="2026-03-03T16:40:14.890" v="23" actId="20577"/>
          <ac:spMkLst>
            <pc:docMk/>
            <pc:sldMk cId="109857222" sldId="256"/>
            <ac:spMk id="3" creationId="{00000000-0000-0000-0000-000000000000}"/>
          </ac:spMkLst>
        </pc:spChg>
      </pc:sldChg>
    </pc:docChg>
  </pc:docChgLst>
  <pc:docChgLst>
    <pc:chgData name="Bowen Cheek" userId="8fca192e-0677-4b46-9386-7af871cc0c0f" providerId="ADAL" clId="{539CF98A-204F-498C-B6D5-5A6451AD35FD}"/>
    <pc:docChg chg="undo custSel addSld modSld sldOrd modMainMaster">
      <pc:chgData name="Bowen Cheek" userId="8fca192e-0677-4b46-9386-7af871cc0c0f" providerId="ADAL" clId="{539CF98A-204F-498C-B6D5-5A6451AD35FD}" dt="2026-03-14T18:25:45.475" v="5942"/>
      <pc:docMkLst>
        <pc:docMk/>
      </pc:docMkLst>
      <pc:sldChg chg="addSp modSp mod setBg">
        <pc:chgData name="Bowen Cheek" userId="8fca192e-0677-4b46-9386-7af871cc0c0f" providerId="ADAL" clId="{539CF98A-204F-498C-B6D5-5A6451AD35FD}" dt="2026-03-08T01:51:01.535" v="3490" actId="962"/>
        <pc:sldMkLst>
          <pc:docMk/>
          <pc:sldMk cId="109857222" sldId="256"/>
        </pc:sldMkLst>
        <pc:spChg chg="mod">
          <ac:chgData name="Bowen Cheek" userId="8fca192e-0677-4b46-9386-7af871cc0c0f" providerId="ADAL" clId="{539CF98A-204F-498C-B6D5-5A6451AD35FD}" dt="2026-03-08T00:08:58.198" v="3480" actId="207"/>
          <ac:spMkLst>
            <pc:docMk/>
            <pc:sldMk cId="109857222" sldId="256"/>
            <ac:spMk id="2" creationId="{00000000-0000-0000-0000-000000000000}"/>
          </ac:spMkLst>
        </pc:spChg>
        <pc:spChg chg="mod">
          <ac:chgData name="Bowen Cheek" userId="8fca192e-0677-4b46-9386-7af871cc0c0f" providerId="ADAL" clId="{539CF98A-204F-498C-B6D5-5A6451AD35FD}" dt="2026-03-08T00:22:28.627" v="3489" actId="1076"/>
          <ac:spMkLst>
            <pc:docMk/>
            <pc:sldMk cId="109857222" sldId="256"/>
            <ac:spMk id="3" creationId="{00000000-0000-0000-0000-000000000000}"/>
          </ac:spMkLst>
        </pc:spChg>
        <pc:picChg chg="add mod ord">
          <ac:chgData name="Bowen Cheek" userId="8fca192e-0677-4b46-9386-7af871cc0c0f" providerId="ADAL" clId="{539CF98A-204F-498C-B6D5-5A6451AD35FD}" dt="2026-03-08T01:51:01.535" v="3490" actId="962"/>
          <ac:picMkLst>
            <pc:docMk/>
            <pc:sldMk cId="109857222" sldId="256"/>
            <ac:picMk id="4" creationId="{87D888F0-6D3C-96E6-22FD-A7D54720A565}"/>
          </ac:picMkLst>
        </pc:picChg>
      </pc:sldChg>
      <pc:sldChg chg="addSp modSp new mod setBg">
        <pc:chgData name="Bowen Cheek" userId="8fca192e-0677-4b46-9386-7af871cc0c0f" providerId="ADAL" clId="{539CF98A-204F-498C-B6D5-5A6451AD35FD}" dt="2026-03-08T00:11:20.209" v="3488"/>
        <pc:sldMkLst>
          <pc:docMk/>
          <pc:sldMk cId="1385971009" sldId="257"/>
        </pc:sldMkLst>
        <pc:spChg chg="mod">
          <ac:chgData name="Bowen Cheek" userId="8fca192e-0677-4b46-9386-7af871cc0c0f" providerId="ADAL" clId="{539CF98A-204F-498C-B6D5-5A6451AD35FD}" dt="2026-03-03T16:50:28.360" v="46" actId="20577"/>
          <ac:spMkLst>
            <pc:docMk/>
            <pc:sldMk cId="1385971009" sldId="257"/>
            <ac:spMk id="2" creationId="{FC9F65B3-0026-3F12-3B72-056CF6F3D0BB}"/>
          </ac:spMkLst>
        </pc:spChg>
        <pc:spChg chg="mod ord">
          <ac:chgData name="Bowen Cheek" userId="8fca192e-0677-4b46-9386-7af871cc0c0f" providerId="ADAL" clId="{539CF98A-204F-498C-B6D5-5A6451AD35FD}" dt="2026-03-08T00:01:10.513" v="3429"/>
          <ac:spMkLst>
            <pc:docMk/>
            <pc:sldMk cId="1385971009" sldId="257"/>
            <ac:spMk id="3" creationId="{5EA6A647-8B20-AD58-7540-585C9C7A9B14}"/>
          </ac:spMkLst>
        </pc:spChg>
        <pc:graphicFrameChg chg="add mod ord modGraphic">
          <ac:chgData name="Bowen Cheek" userId="8fca192e-0677-4b46-9386-7af871cc0c0f" providerId="ADAL" clId="{539CF98A-204F-498C-B6D5-5A6451AD35FD}" dt="2026-03-08T00:00:24.513" v="3428"/>
          <ac:graphicFrameMkLst>
            <pc:docMk/>
            <pc:sldMk cId="1385971009" sldId="257"/>
            <ac:graphicFrameMk id="6" creationId="{69AF308E-C227-B90F-9BD4-B614284B48C8}"/>
          </ac:graphicFrameMkLst>
        </pc:graphicFrameChg>
      </pc:sldChg>
      <pc:sldChg chg="modSp new mod">
        <pc:chgData name="Bowen Cheek" userId="8fca192e-0677-4b46-9386-7af871cc0c0f" providerId="ADAL" clId="{539CF98A-204F-498C-B6D5-5A6451AD35FD}" dt="2026-03-03T17:04:41.481" v="187" actId="20577"/>
        <pc:sldMkLst>
          <pc:docMk/>
          <pc:sldMk cId="1920323225" sldId="258"/>
        </pc:sldMkLst>
        <pc:spChg chg="mod">
          <ac:chgData name="Bowen Cheek" userId="8fca192e-0677-4b46-9386-7af871cc0c0f" providerId="ADAL" clId="{539CF98A-204F-498C-B6D5-5A6451AD35FD}" dt="2026-03-03T17:02:12.616" v="91" actId="20577"/>
          <ac:spMkLst>
            <pc:docMk/>
            <pc:sldMk cId="1920323225" sldId="258"/>
            <ac:spMk id="2" creationId="{48E4A7E3-7981-C36C-259F-1CC24A7C584A}"/>
          </ac:spMkLst>
        </pc:spChg>
        <pc:spChg chg="mod">
          <ac:chgData name="Bowen Cheek" userId="8fca192e-0677-4b46-9386-7af871cc0c0f" providerId="ADAL" clId="{539CF98A-204F-498C-B6D5-5A6451AD35FD}" dt="2026-03-03T17:04:41.481" v="187" actId="20577"/>
          <ac:spMkLst>
            <pc:docMk/>
            <pc:sldMk cId="1920323225" sldId="258"/>
            <ac:spMk id="3" creationId="{764DF23E-A5C5-C2F9-2649-132E0E068745}"/>
          </ac:spMkLst>
        </pc:spChg>
      </pc:sldChg>
      <pc:sldChg chg="addSp modSp new mod">
        <pc:chgData name="Bowen Cheek" userId="8fca192e-0677-4b46-9386-7af871cc0c0f" providerId="ADAL" clId="{539CF98A-204F-498C-B6D5-5A6451AD35FD}" dt="2026-03-08T00:02:00.940" v="3438"/>
        <pc:sldMkLst>
          <pc:docMk/>
          <pc:sldMk cId="3088740006" sldId="260"/>
        </pc:sldMkLst>
        <pc:spChg chg="mod">
          <ac:chgData name="Bowen Cheek" userId="8fca192e-0677-4b46-9386-7af871cc0c0f" providerId="ADAL" clId="{539CF98A-204F-498C-B6D5-5A6451AD35FD}" dt="2026-03-03T17:07:29.309" v="271" actId="20577"/>
          <ac:spMkLst>
            <pc:docMk/>
            <pc:sldMk cId="3088740006" sldId="260"/>
            <ac:spMk id="2" creationId="{9C70C890-5B99-F8E2-6BBE-0155C5698830}"/>
          </ac:spMkLst>
        </pc:spChg>
        <pc:spChg chg="mod">
          <ac:chgData name="Bowen Cheek" userId="8fca192e-0677-4b46-9386-7af871cc0c0f" providerId="ADAL" clId="{539CF98A-204F-498C-B6D5-5A6451AD35FD}" dt="2026-03-03T17:15:38.265" v="276" actId="403"/>
          <ac:spMkLst>
            <pc:docMk/>
            <pc:sldMk cId="3088740006" sldId="260"/>
            <ac:spMk id="3" creationId="{BDB7ED3D-5472-330A-701E-6144F5F3ECEE}"/>
          </ac:spMkLst>
        </pc:spChg>
        <pc:spChg chg="ord">
          <ac:chgData name="Bowen Cheek" userId="8fca192e-0677-4b46-9386-7af871cc0c0f" providerId="ADAL" clId="{539CF98A-204F-498C-B6D5-5A6451AD35FD}" dt="2026-03-08T00:01:50.131" v="3433"/>
          <ac:spMkLst>
            <pc:docMk/>
            <pc:sldMk cId="3088740006" sldId="260"/>
            <ac:spMk id="4" creationId="{005C81EE-5840-6F4F-4433-8C3C4270123B}"/>
          </ac:spMkLst>
        </pc:spChg>
        <pc:spChg chg="ord">
          <ac:chgData name="Bowen Cheek" userId="8fca192e-0677-4b46-9386-7af871cc0c0f" providerId="ADAL" clId="{539CF98A-204F-498C-B6D5-5A6451AD35FD}" dt="2026-03-08T00:01:54.162" v="3437"/>
          <ac:spMkLst>
            <pc:docMk/>
            <pc:sldMk cId="3088740006" sldId="260"/>
            <ac:spMk id="5" creationId="{50E9D9DB-FD67-48AF-962E-53E76045ABF2}"/>
          </ac:spMkLst>
        </pc:spChg>
        <pc:graphicFrameChg chg="add mod modGraphic">
          <ac:chgData name="Bowen Cheek" userId="8fca192e-0677-4b46-9386-7af871cc0c0f" providerId="ADAL" clId="{539CF98A-204F-498C-B6D5-5A6451AD35FD}" dt="2026-03-07T23:59:45.529" v="3421" actId="13238"/>
          <ac:graphicFrameMkLst>
            <pc:docMk/>
            <pc:sldMk cId="3088740006" sldId="260"/>
            <ac:graphicFrameMk id="6" creationId="{E825B764-BC9E-EBC6-9F52-AC7480AC98BA}"/>
          </ac:graphicFrameMkLst>
        </pc:graphicFrameChg>
        <pc:graphicFrameChg chg="add mod modGraphic">
          <ac:chgData name="Bowen Cheek" userId="8fca192e-0677-4b46-9386-7af871cc0c0f" providerId="ADAL" clId="{539CF98A-204F-498C-B6D5-5A6451AD35FD}" dt="2026-03-07T23:59:48.478" v="3422" actId="13238"/>
          <ac:graphicFrameMkLst>
            <pc:docMk/>
            <pc:sldMk cId="3088740006" sldId="260"/>
            <ac:graphicFrameMk id="7" creationId="{5FE1138D-1E04-A8B3-E8FF-6441A980B111}"/>
          </ac:graphicFrameMkLst>
        </pc:graphicFrameChg>
        <pc:cxnChg chg="add mod ord">
          <ac:chgData name="Bowen Cheek" userId="8fca192e-0677-4b46-9386-7af871cc0c0f" providerId="ADAL" clId="{539CF98A-204F-498C-B6D5-5A6451AD35FD}" dt="2026-03-08T00:02:00.940" v="3438"/>
          <ac:cxnSpMkLst>
            <pc:docMk/>
            <pc:sldMk cId="3088740006" sldId="260"/>
            <ac:cxnSpMk id="9" creationId="{E977653F-61A5-4511-126B-5FC5D6D795B7}"/>
          </ac:cxnSpMkLst>
        </pc:cxnChg>
      </pc:sldChg>
      <pc:sldChg chg="modSp new mod">
        <pc:chgData name="Bowen Cheek" userId="8fca192e-0677-4b46-9386-7af871cc0c0f" providerId="ADAL" clId="{539CF98A-204F-498C-B6D5-5A6451AD35FD}" dt="2026-03-08T01:54:21.508" v="3492" actId="20577"/>
        <pc:sldMkLst>
          <pc:docMk/>
          <pc:sldMk cId="2074307121" sldId="261"/>
        </pc:sldMkLst>
        <pc:spChg chg="mod">
          <ac:chgData name="Bowen Cheek" userId="8fca192e-0677-4b46-9386-7af871cc0c0f" providerId="ADAL" clId="{539CF98A-204F-498C-B6D5-5A6451AD35FD}" dt="2026-03-03T17:21:01.799" v="335" actId="20577"/>
          <ac:spMkLst>
            <pc:docMk/>
            <pc:sldMk cId="2074307121" sldId="261"/>
            <ac:spMk id="2" creationId="{932277E7-C073-6516-88AD-546368045426}"/>
          </ac:spMkLst>
        </pc:spChg>
        <pc:spChg chg="mod">
          <ac:chgData name="Bowen Cheek" userId="8fca192e-0677-4b46-9386-7af871cc0c0f" providerId="ADAL" clId="{539CF98A-204F-498C-B6D5-5A6451AD35FD}" dt="2026-03-08T01:54:21.508" v="3492" actId="20577"/>
          <ac:spMkLst>
            <pc:docMk/>
            <pc:sldMk cId="2074307121" sldId="261"/>
            <ac:spMk id="3" creationId="{7176AEE2-B2BC-3A52-CDEF-15B99575F1C4}"/>
          </ac:spMkLst>
        </pc:spChg>
      </pc:sldChg>
      <pc:sldChg chg="addSp modSp new mod">
        <pc:chgData name="Bowen Cheek" userId="8fca192e-0677-4b46-9386-7af871cc0c0f" providerId="ADAL" clId="{539CF98A-204F-498C-B6D5-5A6451AD35FD}" dt="2026-03-08T00:03:13.130" v="3442"/>
        <pc:sldMkLst>
          <pc:docMk/>
          <pc:sldMk cId="594826804" sldId="262"/>
        </pc:sldMkLst>
        <pc:spChg chg="mod">
          <ac:chgData name="Bowen Cheek" userId="8fca192e-0677-4b46-9386-7af871cc0c0f" providerId="ADAL" clId="{539CF98A-204F-498C-B6D5-5A6451AD35FD}" dt="2026-03-03T17:25:19.245" v="432" actId="20577"/>
          <ac:spMkLst>
            <pc:docMk/>
            <pc:sldMk cId="594826804" sldId="262"/>
            <ac:spMk id="2" creationId="{A1EA26BA-896C-DEB0-840C-AB6B14B0E048}"/>
          </ac:spMkLst>
        </pc:spChg>
        <pc:spChg chg="mod">
          <ac:chgData name="Bowen Cheek" userId="8fca192e-0677-4b46-9386-7af871cc0c0f" providerId="ADAL" clId="{539CF98A-204F-498C-B6D5-5A6451AD35FD}" dt="2026-03-03T17:39:50.793" v="908" actId="20577"/>
          <ac:spMkLst>
            <pc:docMk/>
            <pc:sldMk cId="594826804" sldId="262"/>
            <ac:spMk id="3" creationId="{F282C2A4-A799-3B57-2766-A4E38B95E7D7}"/>
          </ac:spMkLst>
        </pc:spChg>
        <pc:spChg chg="ord">
          <ac:chgData name="Bowen Cheek" userId="8fca192e-0677-4b46-9386-7af871cc0c0f" providerId="ADAL" clId="{539CF98A-204F-498C-B6D5-5A6451AD35FD}" dt="2026-03-08T00:02:59.439" v="3439"/>
          <ac:spMkLst>
            <pc:docMk/>
            <pc:sldMk cId="594826804" sldId="262"/>
            <ac:spMk id="4" creationId="{60B7778C-C6F2-E5A8-F21A-DB774E24385E}"/>
          </ac:spMkLst>
        </pc:spChg>
        <pc:spChg chg="ord">
          <ac:chgData name="Bowen Cheek" userId="8fca192e-0677-4b46-9386-7af871cc0c0f" providerId="ADAL" clId="{539CF98A-204F-498C-B6D5-5A6451AD35FD}" dt="2026-03-08T00:03:03.472" v="3441"/>
          <ac:spMkLst>
            <pc:docMk/>
            <pc:sldMk cId="594826804" sldId="262"/>
            <ac:spMk id="5" creationId="{D7DD47F0-BF39-A83C-2B7B-234BCE4FF4F8}"/>
          </ac:spMkLst>
        </pc:spChg>
        <pc:graphicFrameChg chg="add mod ord modGraphic">
          <ac:chgData name="Bowen Cheek" userId="8fca192e-0677-4b46-9386-7af871cc0c0f" providerId="ADAL" clId="{539CF98A-204F-498C-B6D5-5A6451AD35FD}" dt="2026-03-08T00:03:13.130" v="3442"/>
          <ac:graphicFrameMkLst>
            <pc:docMk/>
            <pc:sldMk cId="594826804" sldId="262"/>
            <ac:graphicFrameMk id="6" creationId="{0DF8624D-64D2-547B-BDD9-687198FC9969}"/>
          </ac:graphicFrameMkLst>
        </pc:graphicFrameChg>
      </pc:sldChg>
      <pc:sldChg chg="modSp add mod">
        <pc:chgData name="Bowen Cheek" userId="8fca192e-0677-4b46-9386-7af871cc0c0f" providerId="ADAL" clId="{539CF98A-204F-498C-B6D5-5A6451AD35FD}" dt="2026-03-08T00:03:37.241" v="3444"/>
        <pc:sldMkLst>
          <pc:docMk/>
          <pc:sldMk cId="4032149216" sldId="263"/>
        </pc:sldMkLst>
        <pc:spChg chg="mod">
          <ac:chgData name="Bowen Cheek" userId="8fca192e-0677-4b46-9386-7af871cc0c0f" providerId="ADAL" clId="{539CF98A-204F-498C-B6D5-5A6451AD35FD}" dt="2026-03-03T17:41:30.951" v="922" actId="20577"/>
          <ac:spMkLst>
            <pc:docMk/>
            <pc:sldMk cId="4032149216" sldId="263"/>
            <ac:spMk id="2" creationId="{03EBB117-7F18-4913-DD4D-871FB751AAD6}"/>
          </ac:spMkLst>
        </pc:spChg>
        <pc:spChg chg="mod">
          <ac:chgData name="Bowen Cheek" userId="8fca192e-0677-4b46-9386-7af871cc0c0f" providerId="ADAL" clId="{539CF98A-204F-498C-B6D5-5A6451AD35FD}" dt="2026-03-03T18:01:25.261" v="1130" actId="207"/>
          <ac:spMkLst>
            <pc:docMk/>
            <pc:sldMk cId="4032149216" sldId="263"/>
            <ac:spMk id="3" creationId="{615151EB-1B36-678A-67FE-D4ED86DBA5FB}"/>
          </ac:spMkLst>
        </pc:spChg>
        <pc:graphicFrameChg chg="ord modGraphic">
          <ac:chgData name="Bowen Cheek" userId="8fca192e-0677-4b46-9386-7af871cc0c0f" providerId="ADAL" clId="{539CF98A-204F-498C-B6D5-5A6451AD35FD}" dt="2026-03-08T00:03:37.241" v="3444"/>
          <ac:graphicFrameMkLst>
            <pc:docMk/>
            <pc:sldMk cId="4032149216" sldId="263"/>
            <ac:graphicFrameMk id="6" creationId="{EF9F8F9A-93D5-0640-29F7-22B34F6FB5F2}"/>
          </ac:graphicFrameMkLst>
        </pc:graphicFrameChg>
      </pc:sldChg>
      <pc:sldChg chg="modSp new mod">
        <pc:chgData name="Bowen Cheek" userId="8fca192e-0677-4b46-9386-7af871cc0c0f" providerId="ADAL" clId="{539CF98A-204F-498C-B6D5-5A6451AD35FD}" dt="2026-03-03T20:05:02.395" v="1788"/>
        <pc:sldMkLst>
          <pc:docMk/>
          <pc:sldMk cId="2132624458" sldId="264"/>
        </pc:sldMkLst>
        <pc:spChg chg="mod">
          <ac:chgData name="Bowen Cheek" userId="8fca192e-0677-4b46-9386-7af871cc0c0f" providerId="ADAL" clId="{539CF98A-204F-498C-B6D5-5A6451AD35FD}" dt="2026-03-03T19:41:36.110" v="1158" actId="20577"/>
          <ac:spMkLst>
            <pc:docMk/>
            <pc:sldMk cId="2132624458" sldId="264"/>
            <ac:spMk id="2" creationId="{08AE4602-E402-8C89-2524-62A49B351653}"/>
          </ac:spMkLst>
        </pc:spChg>
        <pc:spChg chg="mod">
          <ac:chgData name="Bowen Cheek" userId="8fca192e-0677-4b46-9386-7af871cc0c0f" providerId="ADAL" clId="{539CF98A-204F-498C-B6D5-5A6451AD35FD}" dt="2026-03-03T20:05:02.395" v="1788"/>
          <ac:spMkLst>
            <pc:docMk/>
            <pc:sldMk cId="2132624458" sldId="264"/>
            <ac:spMk id="3" creationId="{61853759-3501-D7ED-BB8A-B9E437B59FCA}"/>
          </ac:spMkLst>
        </pc:spChg>
      </pc:sldChg>
      <pc:sldChg chg="addSp delSp modSp add mod">
        <pc:chgData name="Bowen Cheek" userId="8fca192e-0677-4b46-9386-7af871cc0c0f" providerId="ADAL" clId="{539CF98A-204F-498C-B6D5-5A6451AD35FD}" dt="2026-03-08T00:03:56.842" v="3448"/>
        <pc:sldMkLst>
          <pc:docMk/>
          <pc:sldMk cId="1271569898" sldId="265"/>
        </pc:sldMkLst>
        <pc:spChg chg="mod">
          <ac:chgData name="Bowen Cheek" userId="8fca192e-0677-4b46-9386-7af871cc0c0f" providerId="ADAL" clId="{539CF98A-204F-498C-B6D5-5A6451AD35FD}" dt="2026-03-03T19:52:18.375" v="1594" actId="1076"/>
          <ac:spMkLst>
            <pc:docMk/>
            <pc:sldMk cId="1271569898" sldId="265"/>
            <ac:spMk id="2" creationId="{FB017510-05A9-8B18-27DD-D9F4492ED236}"/>
          </ac:spMkLst>
        </pc:spChg>
        <pc:spChg chg="mod">
          <ac:chgData name="Bowen Cheek" userId="8fca192e-0677-4b46-9386-7af871cc0c0f" providerId="ADAL" clId="{539CF98A-204F-498C-B6D5-5A6451AD35FD}" dt="2026-03-03T20:03:19.963" v="1785" actId="207"/>
          <ac:spMkLst>
            <pc:docMk/>
            <pc:sldMk cId="1271569898" sldId="265"/>
            <ac:spMk id="3" creationId="{F023DAB9-FBFD-8D4F-67A9-0136FAFD2D1E}"/>
          </ac:spMkLst>
        </pc:spChg>
        <pc:graphicFrameChg chg="add mod ord modGraphic">
          <ac:chgData name="Bowen Cheek" userId="8fca192e-0677-4b46-9386-7af871cc0c0f" providerId="ADAL" clId="{539CF98A-204F-498C-B6D5-5A6451AD35FD}" dt="2026-03-08T00:03:46.844" v="3446"/>
          <ac:graphicFrameMkLst>
            <pc:docMk/>
            <pc:sldMk cId="1271569898" sldId="265"/>
            <ac:graphicFrameMk id="6" creationId="{25A8D993-BCD7-5F50-38DB-3B15B4EDD54D}"/>
          </ac:graphicFrameMkLst>
        </pc:graphicFrameChg>
        <pc:picChg chg="add mod ord">
          <ac:chgData name="Bowen Cheek" userId="8fca192e-0677-4b46-9386-7af871cc0c0f" providerId="ADAL" clId="{539CF98A-204F-498C-B6D5-5A6451AD35FD}" dt="2026-03-08T00:03:56.842" v="3448"/>
          <ac:picMkLst>
            <pc:docMk/>
            <pc:sldMk cId="1271569898" sldId="265"/>
            <ac:picMk id="8" creationId="{1D8D43DC-B99C-AA76-9E2F-7AF58773EF67}"/>
          </ac:picMkLst>
        </pc:picChg>
      </pc:sldChg>
      <pc:sldChg chg="addSp delSp modSp new mod">
        <pc:chgData name="Bowen Cheek" userId="8fca192e-0677-4b46-9386-7af871cc0c0f" providerId="ADAL" clId="{539CF98A-204F-498C-B6D5-5A6451AD35FD}" dt="2026-03-03T20:17:29.155" v="2203" actId="14100"/>
        <pc:sldMkLst>
          <pc:docMk/>
          <pc:sldMk cId="1592216426" sldId="266"/>
        </pc:sldMkLst>
        <pc:spChg chg="mod">
          <ac:chgData name="Bowen Cheek" userId="8fca192e-0677-4b46-9386-7af871cc0c0f" providerId="ADAL" clId="{539CF98A-204F-498C-B6D5-5A6451AD35FD}" dt="2026-03-03T20:06:07.679" v="1828" actId="20577"/>
          <ac:spMkLst>
            <pc:docMk/>
            <pc:sldMk cId="1592216426" sldId="266"/>
            <ac:spMk id="2" creationId="{412F9CD7-653C-F68C-A3C0-C5437DDA03B7}"/>
          </ac:spMkLst>
        </pc:spChg>
        <pc:spChg chg="add mod">
          <ac:chgData name="Bowen Cheek" userId="8fca192e-0677-4b46-9386-7af871cc0c0f" providerId="ADAL" clId="{539CF98A-204F-498C-B6D5-5A6451AD35FD}" dt="2026-03-03T20:17:29.155" v="2203" actId="14100"/>
          <ac:spMkLst>
            <pc:docMk/>
            <pc:sldMk cId="1592216426" sldId="266"/>
            <ac:spMk id="8" creationId="{D9645B35-7C52-FD41-8B52-9C28A8896E3F}"/>
          </ac:spMkLst>
        </pc:spChg>
      </pc:sldChg>
      <pc:sldChg chg="modSp new mod">
        <pc:chgData name="Bowen Cheek" userId="8fca192e-0677-4b46-9386-7af871cc0c0f" providerId="ADAL" clId="{539CF98A-204F-498C-B6D5-5A6451AD35FD}" dt="2026-03-03T20:12:55.556" v="2123" actId="20577"/>
        <pc:sldMkLst>
          <pc:docMk/>
          <pc:sldMk cId="1447792107" sldId="267"/>
        </pc:sldMkLst>
        <pc:spChg chg="mod">
          <ac:chgData name="Bowen Cheek" userId="8fca192e-0677-4b46-9386-7af871cc0c0f" providerId="ADAL" clId="{539CF98A-204F-498C-B6D5-5A6451AD35FD}" dt="2026-03-03T20:12:20.790" v="2096" actId="113"/>
          <ac:spMkLst>
            <pc:docMk/>
            <pc:sldMk cId="1447792107" sldId="267"/>
            <ac:spMk id="2" creationId="{55E37875-6D31-6F05-146A-0073CF6764E2}"/>
          </ac:spMkLst>
        </pc:spChg>
        <pc:spChg chg="mod">
          <ac:chgData name="Bowen Cheek" userId="8fca192e-0677-4b46-9386-7af871cc0c0f" providerId="ADAL" clId="{539CF98A-204F-498C-B6D5-5A6451AD35FD}" dt="2026-03-03T20:12:55.556" v="2123" actId="20577"/>
          <ac:spMkLst>
            <pc:docMk/>
            <pc:sldMk cId="1447792107" sldId="267"/>
            <ac:spMk id="3" creationId="{61F24B4E-D473-2C1F-AA23-1EF43EF55DEE}"/>
          </ac:spMkLst>
        </pc:spChg>
      </pc:sldChg>
      <pc:sldChg chg="modSp new mod">
        <pc:chgData name="Bowen Cheek" userId="8fca192e-0677-4b46-9386-7af871cc0c0f" providerId="ADAL" clId="{539CF98A-204F-498C-B6D5-5A6451AD35FD}" dt="2026-03-03T20:24:22.984" v="2387" actId="27636"/>
        <pc:sldMkLst>
          <pc:docMk/>
          <pc:sldMk cId="16605307" sldId="268"/>
        </pc:sldMkLst>
        <pc:spChg chg="mod">
          <ac:chgData name="Bowen Cheek" userId="8fca192e-0677-4b46-9386-7af871cc0c0f" providerId="ADAL" clId="{539CF98A-204F-498C-B6D5-5A6451AD35FD}" dt="2026-03-03T20:18:37.208" v="2301" actId="20577"/>
          <ac:spMkLst>
            <pc:docMk/>
            <pc:sldMk cId="16605307" sldId="268"/>
            <ac:spMk id="2" creationId="{7BDDFCFB-73B1-EE4D-ADB7-95B7CED60A83}"/>
          </ac:spMkLst>
        </pc:spChg>
        <pc:spChg chg="mod">
          <ac:chgData name="Bowen Cheek" userId="8fca192e-0677-4b46-9386-7af871cc0c0f" providerId="ADAL" clId="{539CF98A-204F-498C-B6D5-5A6451AD35FD}" dt="2026-03-03T20:24:22.984" v="2387" actId="27636"/>
          <ac:spMkLst>
            <pc:docMk/>
            <pc:sldMk cId="16605307" sldId="268"/>
            <ac:spMk id="3" creationId="{EAF64C7D-4134-60B5-09CF-62E512FE04DA}"/>
          </ac:spMkLst>
        </pc:spChg>
      </pc:sldChg>
      <pc:sldChg chg="modSp new mod">
        <pc:chgData name="Bowen Cheek" userId="8fca192e-0677-4b46-9386-7af871cc0c0f" providerId="ADAL" clId="{539CF98A-204F-498C-B6D5-5A6451AD35FD}" dt="2026-03-03T20:29:30.072" v="2576" actId="1076"/>
        <pc:sldMkLst>
          <pc:docMk/>
          <pc:sldMk cId="1821941891" sldId="269"/>
        </pc:sldMkLst>
        <pc:spChg chg="mod">
          <ac:chgData name="Bowen Cheek" userId="8fca192e-0677-4b46-9386-7af871cc0c0f" providerId="ADAL" clId="{539CF98A-204F-498C-B6D5-5A6451AD35FD}" dt="2026-03-03T20:25:55.868" v="2463" actId="20577"/>
          <ac:spMkLst>
            <pc:docMk/>
            <pc:sldMk cId="1821941891" sldId="269"/>
            <ac:spMk id="2" creationId="{2F85CF69-405C-AAA6-32A0-449E9AA340B0}"/>
          </ac:spMkLst>
        </pc:spChg>
        <pc:spChg chg="mod">
          <ac:chgData name="Bowen Cheek" userId="8fca192e-0677-4b46-9386-7af871cc0c0f" providerId="ADAL" clId="{539CF98A-204F-498C-B6D5-5A6451AD35FD}" dt="2026-03-03T20:29:30.072" v="2576" actId="1076"/>
          <ac:spMkLst>
            <pc:docMk/>
            <pc:sldMk cId="1821941891" sldId="269"/>
            <ac:spMk id="3" creationId="{87A85A1B-3C62-3658-8DA5-91E69AE78B91}"/>
          </ac:spMkLst>
        </pc:spChg>
      </pc:sldChg>
      <pc:sldChg chg="addSp modSp new mod">
        <pc:chgData name="Bowen Cheek" userId="8fca192e-0677-4b46-9386-7af871cc0c0f" providerId="ADAL" clId="{539CF98A-204F-498C-B6D5-5A6451AD35FD}" dt="2026-03-08T01:57:52.114" v="3493" actId="1076"/>
        <pc:sldMkLst>
          <pc:docMk/>
          <pc:sldMk cId="138525698" sldId="270"/>
        </pc:sldMkLst>
        <pc:spChg chg="mod">
          <ac:chgData name="Bowen Cheek" userId="8fca192e-0677-4b46-9386-7af871cc0c0f" providerId="ADAL" clId="{539CF98A-204F-498C-B6D5-5A6451AD35FD}" dt="2026-03-07T23:22:57.604" v="2601" actId="20577"/>
          <ac:spMkLst>
            <pc:docMk/>
            <pc:sldMk cId="138525698" sldId="270"/>
            <ac:spMk id="2" creationId="{17E28943-B95B-CB21-D7E7-6C8588A78298}"/>
          </ac:spMkLst>
        </pc:spChg>
        <pc:spChg chg="mod">
          <ac:chgData name="Bowen Cheek" userId="8fca192e-0677-4b46-9386-7af871cc0c0f" providerId="ADAL" clId="{539CF98A-204F-498C-B6D5-5A6451AD35FD}" dt="2026-03-07T23:25:24.115" v="2710" actId="20577"/>
          <ac:spMkLst>
            <pc:docMk/>
            <pc:sldMk cId="138525698" sldId="270"/>
            <ac:spMk id="3" creationId="{55BC114A-5456-57B1-3D72-E30E9BD8C477}"/>
          </ac:spMkLst>
        </pc:spChg>
        <pc:picChg chg="add mod">
          <ac:chgData name="Bowen Cheek" userId="8fca192e-0677-4b46-9386-7af871cc0c0f" providerId="ADAL" clId="{539CF98A-204F-498C-B6D5-5A6451AD35FD}" dt="2026-03-08T01:57:52.114" v="3493" actId="1076"/>
          <ac:picMkLst>
            <pc:docMk/>
            <pc:sldMk cId="138525698" sldId="270"/>
            <ac:picMk id="1026" creationId="{AB7F289E-2179-1E56-ECE0-3D66357258B8}"/>
          </ac:picMkLst>
        </pc:picChg>
      </pc:sldChg>
      <pc:sldChg chg="addSp delSp modSp add mod">
        <pc:chgData name="Bowen Cheek" userId="8fca192e-0677-4b46-9386-7af871cc0c0f" providerId="ADAL" clId="{539CF98A-204F-498C-B6D5-5A6451AD35FD}" dt="2026-03-08T00:04:53.209" v="3458"/>
        <pc:sldMkLst>
          <pc:docMk/>
          <pc:sldMk cId="1832868015" sldId="271"/>
        </pc:sldMkLst>
        <pc:spChg chg="mod">
          <ac:chgData name="Bowen Cheek" userId="8fca192e-0677-4b46-9386-7af871cc0c0f" providerId="ADAL" clId="{539CF98A-204F-498C-B6D5-5A6451AD35FD}" dt="2026-03-07T23:37:09.768" v="2779" actId="1076"/>
          <ac:spMkLst>
            <pc:docMk/>
            <pc:sldMk cId="1832868015" sldId="271"/>
            <ac:spMk id="2" creationId="{9A1766D1-84E3-D650-9A04-096BF2327015}"/>
          </ac:spMkLst>
        </pc:spChg>
        <pc:spChg chg="mod">
          <ac:chgData name="Bowen Cheek" userId="8fca192e-0677-4b46-9386-7af871cc0c0f" providerId="ADAL" clId="{539CF98A-204F-498C-B6D5-5A6451AD35FD}" dt="2026-03-07T23:41:58.684" v="2908" actId="1076"/>
          <ac:spMkLst>
            <pc:docMk/>
            <pc:sldMk cId="1832868015" sldId="271"/>
            <ac:spMk id="3" creationId="{8B0521FE-C3D6-6CE5-3F68-D8EE443AF408}"/>
          </ac:spMkLst>
        </pc:spChg>
        <pc:spChg chg="ord">
          <ac:chgData name="Bowen Cheek" userId="8fca192e-0677-4b46-9386-7af871cc0c0f" providerId="ADAL" clId="{539CF98A-204F-498C-B6D5-5A6451AD35FD}" dt="2026-03-08T00:04:17.834" v="3452"/>
          <ac:spMkLst>
            <pc:docMk/>
            <pc:sldMk cId="1832868015" sldId="271"/>
            <ac:spMk id="4" creationId="{37D0F6A6-4D5D-E834-9DF6-B25FF766696F}"/>
          </ac:spMkLst>
        </pc:spChg>
        <pc:spChg chg="ord">
          <ac:chgData name="Bowen Cheek" userId="8fca192e-0677-4b46-9386-7af871cc0c0f" providerId="ADAL" clId="{539CF98A-204F-498C-B6D5-5A6451AD35FD}" dt="2026-03-08T00:04:21.915" v="3456"/>
          <ac:spMkLst>
            <pc:docMk/>
            <pc:sldMk cId="1832868015" sldId="271"/>
            <ac:spMk id="5" creationId="{C5E0BF99-7F7D-60EA-BC28-67A007C24E87}"/>
          </ac:spMkLst>
        </pc:spChg>
        <pc:spChg chg="add mod ord">
          <ac:chgData name="Bowen Cheek" userId="8fca192e-0677-4b46-9386-7af871cc0c0f" providerId="ADAL" clId="{539CF98A-204F-498C-B6D5-5A6451AD35FD}" dt="2026-03-08T00:04:53.209" v="3458"/>
          <ac:spMkLst>
            <pc:docMk/>
            <pc:sldMk cId="1832868015" sldId="271"/>
            <ac:spMk id="9" creationId="{A57D2E59-D523-23BA-E7D2-DA82544A7066}"/>
          </ac:spMkLst>
        </pc:spChg>
        <pc:graphicFrameChg chg="add mod modGraphic">
          <ac:chgData name="Bowen Cheek" userId="8fca192e-0677-4b46-9386-7af871cc0c0f" providerId="ADAL" clId="{539CF98A-204F-498C-B6D5-5A6451AD35FD}" dt="2026-03-07T23:59:58.577" v="3426" actId="13238"/>
          <ac:graphicFrameMkLst>
            <pc:docMk/>
            <pc:sldMk cId="1832868015" sldId="271"/>
            <ac:graphicFrameMk id="6" creationId="{36A2C521-9910-B88F-642A-4D12D04A013C}"/>
          </ac:graphicFrameMkLst>
        </pc:graphicFrameChg>
        <pc:picChg chg="add mod ord">
          <ac:chgData name="Bowen Cheek" userId="8fca192e-0677-4b46-9386-7af871cc0c0f" providerId="ADAL" clId="{539CF98A-204F-498C-B6D5-5A6451AD35FD}" dt="2026-03-08T00:04:30.371" v="3457"/>
          <ac:picMkLst>
            <pc:docMk/>
            <pc:sldMk cId="1832868015" sldId="271"/>
            <ac:picMk id="10" creationId="{1A854079-52C2-0481-7635-F3F3A8B9F9D6}"/>
          </ac:picMkLst>
        </pc:picChg>
      </pc:sldChg>
      <pc:sldChg chg="modSp new mod">
        <pc:chgData name="Bowen Cheek" userId="8fca192e-0677-4b46-9386-7af871cc0c0f" providerId="ADAL" clId="{539CF98A-204F-498C-B6D5-5A6451AD35FD}" dt="2026-03-07T23:45:12.257" v="2946" actId="20577"/>
        <pc:sldMkLst>
          <pc:docMk/>
          <pc:sldMk cId="3892978414" sldId="272"/>
        </pc:sldMkLst>
        <pc:spChg chg="mod">
          <ac:chgData name="Bowen Cheek" userId="8fca192e-0677-4b46-9386-7af871cc0c0f" providerId="ADAL" clId="{539CF98A-204F-498C-B6D5-5A6451AD35FD}" dt="2026-03-07T23:43:56.976" v="2933" actId="20577"/>
          <ac:spMkLst>
            <pc:docMk/>
            <pc:sldMk cId="3892978414" sldId="272"/>
            <ac:spMk id="2" creationId="{C0513AEF-35D0-962A-EC65-D0F5A86F95CC}"/>
          </ac:spMkLst>
        </pc:spChg>
        <pc:spChg chg="mod">
          <ac:chgData name="Bowen Cheek" userId="8fca192e-0677-4b46-9386-7af871cc0c0f" providerId="ADAL" clId="{539CF98A-204F-498C-B6D5-5A6451AD35FD}" dt="2026-03-07T23:45:12.257" v="2946" actId="20577"/>
          <ac:spMkLst>
            <pc:docMk/>
            <pc:sldMk cId="3892978414" sldId="272"/>
            <ac:spMk id="3" creationId="{D2390CEE-AE1F-CA8F-F4F2-61AA13C06D8E}"/>
          </ac:spMkLst>
        </pc:spChg>
      </pc:sldChg>
      <pc:sldChg chg="addSp delSp modSp add mod">
        <pc:chgData name="Bowen Cheek" userId="8fca192e-0677-4b46-9386-7af871cc0c0f" providerId="ADAL" clId="{539CF98A-204F-498C-B6D5-5A6451AD35FD}" dt="2026-03-08T00:05:41.223" v="3469"/>
        <pc:sldMkLst>
          <pc:docMk/>
          <pc:sldMk cId="2022398495" sldId="273"/>
        </pc:sldMkLst>
        <pc:spChg chg="mod">
          <ac:chgData name="Bowen Cheek" userId="8fca192e-0677-4b46-9386-7af871cc0c0f" providerId="ADAL" clId="{539CF98A-204F-498C-B6D5-5A6451AD35FD}" dt="2026-03-07T23:48:54.152" v="2971" actId="20577"/>
          <ac:spMkLst>
            <pc:docMk/>
            <pc:sldMk cId="2022398495" sldId="273"/>
            <ac:spMk id="2" creationId="{8299C428-E45C-BF15-2DA0-448DB5D516D3}"/>
          </ac:spMkLst>
        </pc:spChg>
        <pc:spChg chg="ord">
          <ac:chgData name="Bowen Cheek" userId="8fca192e-0677-4b46-9386-7af871cc0c0f" providerId="ADAL" clId="{539CF98A-204F-498C-B6D5-5A6451AD35FD}" dt="2026-03-08T00:05:37.597" v="3466"/>
          <ac:spMkLst>
            <pc:docMk/>
            <pc:sldMk cId="2022398495" sldId="273"/>
            <ac:spMk id="4" creationId="{82CB4BB2-8697-6003-70D1-C41F510F13A3}"/>
          </ac:spMkLst>
        </pc:spChg>
        <pc:spChg chg="ord">
          <ac:chgData name="Bowen Cheek" userId="8fca192e-0677-4b46-9386-7af871cc0c0f" providerId="ADAL" clId="{539CF98A-204F-498C-B6D5-5A6451AD35FD}" dt="2026-03-08T00:05:41.223" v="3469"/>
          <ac:spMkLst>
            <pc:docMk/>
            <pc:sldMk cId="2022398495" sldId="273"/>
            <ac:spMk id="5" creationId="{E6089888-8D4F-25AE-F4D9-DCB6FBD6D20A}"/>
          </ac:spMkLst>
        </pc:spChg>
        <pc:spChg chg="add mod">
          <ac:chgData name="Bowen Cheek" userId="8fca192e-0677-4b46-9386-7af871cc0c0f" providerId="ADAL" clId="{539CF98A-204F-498C-B6D5-5A6451AD35FD}" dt="2026-03-07T23:53:02.238" v="3036" actId="1076"/>
          <ac:spMkLst>
            <pc:docMk/>
            <pc:sldMk cId="2022398495" sldId="273"/>
            <ac:spMk id="8" creationId="{1F819149-DCDC-D591-CA2B-A28DD922330B}"/>
          </ac:spMkLst>
        </pc:spChg>
        <pc:spChg chg="add mod">
          <ac:chgData name="Bowen Cheek" userId="8fca192e-0677-4b46-9386-7af871cc0c0f" providerId="ADAL" clId="{539CF98A-204F-498C-B6D5-5A6451AD35FD}" dt="2026-03-07T23:57:10.493" v="3411" actId="114"/>
          <ac:spMkLst>
            <pc:docMk/>
            <pc:sldMk cId="2022398495" sldId="273"/>
            <ac:spMk id="9" creationId="{E7BE5573-780A-2FC7-AC26-1459FB1A7F76}"/>
          </ac:spMkLst>
        </pc:spChg>
        <pc:picChg chg="add mod">
          <ac:chgData name="Bowen Cheek" userId="8fca192e-0677-4b46-9386-7af871cc0c0f" providerId="ADAL" clId="{539CF98A-204F-498C-B6D5-5A6451AD35FD}" dt="2026-03-07T23:59:32.783" v="3420" actId="962"/>
          <ac:picMkLst>
            <pc:docMk/>
            <pc:sldMk cId="2022398495" sldId="273"/>
            <ac:picMk id="6" creationId="{C9992C65-54D8-653D-DAD5-07A8CED048AA}"/>
          </ac:picMkLst>
        </pc:picChg>
      </pc:sldChg>
      <pc:sldChg chg="delSp modSp add mod">
        <pc:chgData name="Bowen Cheek" userId="8fca192e-0677-4b46-9386-7af871cc0c0f" providerId="ADAL" clId="{539CF98A-204F-498C-B6D5-5A6451AD35FD}" dt="2026-03-08T00:05:10.850" v="3463"/>
        <pc:sldMkLst>
          <pc:docMk/>
          <pc:sldMk cId="1502231682" sldId="274"/>
        </pc:sldMkLst>
        <pc:spChg chg="mod">
          <ac:chgData name="Bowen Cheek" userId="8fca192e-0677-4b46-9386-7af871cc0c0f" providerId="ADAL" clId="{539CF98A-204F-498C-B6D5-5A6451AD35FD}" dt="2026-03-08T00:05:03.307" v="3459" actId="1036"/>
          <ac:spMkLst>
            <pc:docMk/>
            <pc:sldMk cId="1502231682" sldId="274"/>
            <ac:spMk id="2" creationId="{A0E45653-1643-F6D0-8FD4-9E688E769E5B}"/>
          </ac:spMkLst>
        </pc:spChg>
        <pc:spChg chg="mod">
          <ac:chgData name="Bowen Cheek" userId="8fca192e-0677-4b46-9386-7af871cc0c0f" providerId="ADAL" clId="{539CF98A-204F-498C-B6D5-5A6451AD35FD}" dt="2026-03-07T23:55:18.581" v="3221" actId="1076"/>
          <ac:spMkLst>
            <pc:docMk/>
            <pc:sldMk cId="1502231682" sldId="274"/>
            <ac:spMk id="3" creationId="{5D3E7A10-C391-133E-09A2-E9DEB0C461F8}"/>
          </ac:spMkLst>
        </pc:spChg>
        <pc:spChg chg="ord">
          <ac:chgData name="Bowen Cheek" userId="8fca192e-0677-4b46-9386-7af871cc0c0f" providerId="ADAL" clId="{539CF98A-204F-498C-B6D5-5A6451AD35FD}" dt="2026-03-08T00:05:08.175" v="3461"/>
          <ac:spMkLst>
            <pc:docMk/>
            <pc:sldMk cId="1502231682" sldId="274"/>
            <ac:spMk id="4" creationId="{F4D2BAA5-081F-337F-41FA-6FD14B61C875}"/>
          </ac:spMkLst>
        </pc:spChg>
        <pc:spChg chg="ord">
          <ac:chgData name="Bowen Cheek" userId="8fca192e-0677-4b46-9386-7af871cc0c0f" providerId="ADAL" clId="{539CF98A-204F-498C-B6D5-5A6451AD35FD}" dt="2026-03-08T00:05:10.850" v="3463"/>
          <ac:spMkLst>
            <pc:docMk/>
            <pc:sldMk cId="1502231682" sldId="274"/>
            <ac:spMk id="5" creationId="{134B58CC-DCDC-5750-7277-5F7FD39E9F63}"/>
          </ac:spMkLst>
        </pc:spChg>
        <pc:spChg chg="mod">
          <ac:chgData name="Bowen Cheek" userId="8fca192e-0677-4b46-9386-7af871cc0c0f" providerId="ADAL" clId="{539CF98A-204F-498C-B6D5-5A6451AD35FD}" dt="2026-03-07T23:55:33.840" v="3223" actId="1076"/>
          <ac:spMkLst>
            <pc:docMk/>
            <pc:sldMk cId="1502231682" sldId="274"/>
            <ac:spMk id="9" creationId="{87ECBD25-FBB2-E88F-9770-030404FEF9E7}"/>
          </ac:spMkLst>
        </pc:spChg>
      </pc:sldChg>
      <pc:sldChg chg="modSp new mod">
        <pc:chgData name="Bowen Cheek" userId="8fca192e-0677-4b46-9386-7af871cc0c0f" providerId="ADAL" clId="{539CF98A-204F-498C-B6D5-5A6451AD35FD}" dt="2026-03-08T01:59:58.817" v="3536" actId="20577"/>
        <pc:sldMkLst>
          <pc:docMk/>
          <pc:sldMk cId="1597967359" sldId="275"/>
        </pc:sldMkLst>
        <pc:spChg chg="mod">
          <ac:chgData name="Bowen Cheek" userId="8fca192e-0677-4b46-9386-7af871cc0c0f" providerId="ADAL" clId="{539CF98A-204F-498C-B6D5-5A6451AD35FD}" dt="2026-03-08T01:59:47.734" v="3532" actId="20577"/>
          <ac:spMkLst>
            <pc:docMk/>
            <pc:sldMk cId="1597967359" sldId="275"/>
            <ac:spMk id="2" creationId="{19CA824A-E8F6-4E2F-68C5-08F79B05AC04}"/>
          </ac:spMkLst>
        </pc:spChg>
        <pc:spChg chg="mod">
          <ac:chgData name="Bowen Cheek" userId="8fca192e-0677-4b46-9386-7af871cc0c0f" providerId="ADAL" clId="{539CF98A-204F-498C-B6D5-5A6451AD35FD}" dt="2026-03-08T01:59:58.817" v="3536" actId="20577"/>
          <ac:spMkLst>
            <pc:docMk/>
            <pc:sldMk cId="1597967359" sldId="275"/>
            <ac:spMk id="3" creationId="{9808F178-4813-1561-0119-FF07379E5CBE}"/>
          </ac:spMkLst>
        </pc:spChg>
      </pc:sldChg>
      <pc:sldChg chg="modSp new mod">
        <pc:chgData name="Bowen Cheek" userId="8fca192e-0677-4b46-9386-7af871cc0c0f" providerId="ADAL" clId="{539CF98A-204F-498C-B6D5-5A6451AD35FD}" dt="2026-03-08T02:01:28.659" v="3597" actId="27636"/>
        <pc:sldMkLst>
          <pc:docMk/>
          <pc:sldMk cId="3513319227" sldId="276"/>
        </pc:sldMkLst>
        <pc:spChg chg="mod">
          <ac:chgData name="Bowen Cheek" userId="8fca192e-0677-4b46-9386-7af871cc0c0f" providerId="ADAL" clId="{539CF98A-204F-498C-B6D5-5A6451AD35FD}" dt="2026-03-08T02:00:56.328" v="3590" actId="20577"/>
          <ac:spMkLst>
            <pc:docMk/>
            <pc:sldMk cId="3513319227" sldId="276"/>
            <ac:spMk id="2" creationId="{95947208-3CCA-8045-5CE1-7E448C3A4BAB}"/>
          </ac:spMkLst>
        </pc:spChg>
        <pc:spChg chg="mod">
          <ac:chgData name="Bowen Cheek" userId="8fca192e-0677-4b46-9386-7af871cc0c0f" providerId="ADAL" clId="{539CF98A-204F-498C-B6D5-5A6451AD35FD}" dt="2026-03-08T02:01:28.659" v="3597" actId="27636"/>
          <ac:spMkLst>
            <pc:docMk/>
            <pc:sldMk cId="3513319227" sldId="276"/>
            <ac:spMk id="3" creationId="{4A64FD53-E70A-DD87-7113-DE9F49AB35BD}"/>
          </ac:spMkLst>
        </pc:spChg>
      </pc:sldChg>
      <pc:sldChg chg="modSp add mod ord">
        <pc:chgData name="Bowen Cheek" userId="8fca192e-0677-4b46-9386-7af871cc0c0f" providerId="ADAL" clId="{539CF98A-204F-498C-B6D5-5A6451AD35FD}" dt="2026-03-08T02:08:57.877" v="3789" actId="20577"/>
        <pc:sldMkLst>
          <pc:docMk/>
          <pc:sldMk cId="1834913273" sldId="277"/>
        </pc:sldMkLst>
        <pc:spChg chg="mod">
          <ac:chgData name="Bowen Cheek" userId="8fca192e-0677-4b46-9386-7af871cc0c0f" providerId="ADAL" clId="{539CF98A-204F-498C-B6D5-5A6451AD35FD}" dt="2026-03-08T02:02:33.210" v="3635" actId="20577"/>
          <ac:spMkLst>
            <pc:docMk/>
            <pc:sldMk cId="1834913273" sldId="277"/>
            <ac:spMk id="2" creationId="{F3C4A3CE-CABA-095E-945A-5EFF038A9DEF}"/>
          </ac:spMkLst>
        </pc:spChg>
        <pc:spChg chg="mod">
          <ac:chgData name="Bowen Cheek" userId="8fca192e-0677-4b46-9386-7af871cc0c0f" providerId="ADAL" clId="{539CF98A-204F-498C-B6D5-5A6451AD35FD}" dt="2026-03-08T02:08:57.877" v="3789" actId="20577"/>
          <ac:spMkLst>
            <pc:docMk/>
            <pc:sldMk cId="1834913273" sldId="277"/>
            <ac:spMk id="3" creationId="{713064B7-C27E-4F16-3049-C7C5661B92A8}"/>
          </ac:spMkLst>
        </pc:spChg>
      </pc:sldChg>
      <pc:sldChg chg="modSp new mod">
        <pc:chgData name="Bowen Cheek" userId="8fca192e-0677-4b46-9386-7af871cc0c0f" providerId="ADAL" clId="{539CF98A-204F-498C-B6D5-5A6451AD35FD}" dt="2026-03-08T02:13:35.120" v="4074" actId="20577"/>
        <pc:sldMkLst>
          <pc:docMk/>
          <pc:sldMk cId="3587470888" sldId="278"/>
        </pc:sldMkLst>
        <pc:spChg chg="mod">
          <ac:chgData name="Bowen Cheek" userId="8fca192e-0677-4b46-9386-7af871cc0c0f" providerId="ADAL" clId="{539CF98A-204F-498C-B6D5-5A6451AD35FD}" dt="2026-03-08T02:10:38.273" v="3810" actId="20577"/>
          <ac:spMkLst>
            <pc:docMk/>
            <pc:sldMk cId="3587470888" sldId="278"/>
            <ac:spMk id="2" creationId="{92772863-0C83-10C4-2F13-0E69E0B0B3CB}"/>
          </ac:spMkLst>
        </pc:spChg>
        <pc:spChg chg="mod">
          <ac:chgData name="Bowen Cheek" userId="8fca192e-0677-4b46-9386-7af871cc0c0f" providerId="ADAL" clId="{539CF98A-204F-498C-B6D5-5A6451AD35FD}" dt="2026-03-08T02:13:35.120" v="4074" actId="20577"/>
          <ac:spMkLst>
            <pc:docMk/>
            <pc:sldMk cId="3587470888" sldId="278"/>
            <ac:spMk id="3" creationId="{4914EB3E-CA67-A8DE-4F60-40C781C4ED6E}"/>
          </ac:spMkLst>
        </pc:spChg>
      </pc:sldChg>
      <pc:sldChg chg="modSp new mod">
        <pc:chgData name="Bowen Cheek" userId="8fca192e-0677-4b46-9386-7af871cc0c0f" providerId="ADAL" clId="{539CF98A-204F-498C-B6D5-5A6451AD35FD}" dt="2026-03-08T02:17:54.017" v="4296" actId="20577"/>
        <pc:sldMkLst>
          <pc:docMk/>
          <pc:sldMk cId="753262235" sldId="279"/>
        </pc:sldMkLst>
        <pc:spChg chg="mod">
          <ac:chgData name="Bowen Cheek" userId="8fca192e-0677-4b46-9386-7af871cc0c0f" providerId="ADAL" clId="{539CF98A-204F-498C-B6D5-5A6451AD35FD}" dt="2026-03-08T02:14:57.099" v="4214" actId="20577"/>
          <ac:spMkLst>
            <pc:docMk/>
            <pc:sldMk cId="753262235" sldId="279"/>
            <ac:spMk id="2" creationId="{6110EA23-3E07-6A2C-7834-04103CCD3929}"/>
          </ac:spMkLst>
        </pc:spChg>
        <pc:spChg chg="mod">
          <ac:chgData name="Bowen Cheek" userId="8fca192e-0677-4b46-9386-7af871cc0c0f" providerId="ADAL" clId="{539CF98A-204F-498C-B6D5-5A6451AD35FD}" dt="2026-03-08T02:17:54.017" v="4296" actId="20577"/>
          <ac:spMkLst>
            <pc:docMk/>
            <pc:sldMk cId="753262235" sldId="279"/>
            <ac:spMk id="3" creationId="{CAAA189D-3A46-8D8F-9EBD-39DC1A34E8C5}"/>
          </ac:spMkLst>
        </pc:spChg>
      </pc:sldChg>
      <pc:sldChg chg="addSp modSp new mod">
        <pc:chgData name="Bowen Cheek" userId="8fca192e-0677-4b46-9386-7af871cc0c0f" providerId="ADAL" clId="{539CF98A-204F-498C-B6D5-5A6451AD35FD}" dt="2026-03-14T18:25:30.161" v="5940"/>
        <pc:sldMkLst>
          <pc:docMk/>
          <pc:sldMk cId="2508302145" sldId="280"/>
        </pc:sldMkLst>
        <pc:spChg chg="mod">
          <ac:chgData name="Bowen Cheek" userId="8fca192e-0677-4b46-9386-7af871cc0c0f" providerId="ADAL" clId="{539CF98A-204F-498C-B6D5-5A6451AD35FD}" dt="2026-03-08T02:18:49.871" v="4335" actId="20577"/>
          <ac:spMkLst>
            <pc:docMk/>
            <pc:sldMk cId="2508302145" sldId="280"/>
            <ac:spMk id="2" creationId="{7C55AEF9-6AE5-D1DE-547D-0AAC4DAAC4C5}"/>
          </ac:spMkLst>
        </pc:spChg>
        <pc:spChg chg="mod">
          <ac:chgData name="Bowen Cheek" userId="8fca192e-0677-4b46-9386-7af871cc0c0f" providerId="ADAL" clId="{539CF98A-204F-498C-B6D5-5A6451AD35FD}" dt="2026-03-08T02:26:02.237" v="4458" actId="27636"/>
          <ac:spMkLst>
            <pc:docMk/>
            <pc:sldMk cId="2508302145" sldId="280"/>
            <ac:spMk id="3" creationId="{CCB89FCD-5D88-6EC1-7ABA-2D9C830F1457}"/>
          </ac:spMkLst>
        </pc:spChg>
        <pc:picChg chg="add mod ord">
          <ac:chgData name="Bowen Cheek" userId="8fca192e-0677-4b46-9386-7af871cc0c0f" providerId="ADAL" clId="{539CF98A-204F-498C-B6D5-5A6451AD35FD}" dt="2026-03-14T18:25:30.161" v="5940"/>
          <ac:picMkLst>
            <pc:docMk/>
            <pc:sldMk cId="2508302145" sldId="280"/>
            <ac:picMk id="7" creationId="{BC99CAF4-2648-934A-493C-D406BE6E1461}"/>
          </ac:picMkLst>
        </pc:picChg>
      </pc:sldChg>
      <pc:sldChg chg="modSp new mod">
        <pc:chgData name="Bowen Cheek" userId="8fca192e-0677-4b46-9386-7af871cc0c0f" providerId="ADAL" clId="{539CF98A-204F-498C-B6D5-5A6451AD35FD}" dt="2026-03-08T02:38:37.559" v="4637" actId="20577"/>
        <pc:sldMkLst>
          <pc:docMk/>
          <pc:sldMk cId="3219185719" sldId="281"/>
        </pc:sldMkLst>
        <pc:spChg chg="mod">
          <ac:chgData name="Bowen Cheek" userId="8fca192e-0677-4b46-9386-7af871cc0c0f" providerId="ADAL" clId="{539CF98A-204F-498C-B6D5-5A6451AD35FD}" dt="2026-03-08T02:26:39.336" v="4496" actId="20577"/>
          <ac:spMkLst>
            <pc:docMk/>
            <pc:sldMk cId="3219185719" sldId="281"/>
            <ac:spMk id="2" creationId="{34D3E01F-3598-8F4D-12AA-C19EA30A8FA2}"/>
          </ac:spMkLst>
        </pc:spChg>
        <pc:spChg chg="mod">
          <ac:chgData name="Bowen Cheek" userId="8fca192e-0677-4b46-9386-7af871cc0c0f" providerId="ADAL" clId="{539CF98A-204F-498C-B6D5-5A6451AD35FD}" dt="2026-03-08T02:38:37.559" v="4637" actId="20577"/>
          <ac:spMkLst>
            <pc:docMk/>
            <pc:sldMk cId="3219185719" sldId="281"/>
            <ac:spMk id="3" creationId="{B885A679-7219-DBDE-96EA-098805EF8A15}"/>
          </ac:spMkLst>
        </pc:spChg>
      </pc:sldChg>
      <pc:sldChg chg="modSp add mod">
        <pc:chgData name="Bowen Cheek" userId="8fca192e-0677-4b46-9386-7af871cc0c0f" providerId="ADAL" clId="{539CF98A-204F-498C-B6D5-5A6451AD35FD}" dt="2026-03-14T17:14:00.474" v="4784" actId="404"/>
        <pc:sldMkLst>
          <pc:docMk/>
          <pc:sldMk cId="2219503010" sldId="282"/>
        </pc:sldMkLst>
        <pc:spChg chg="mod">
          <ac:chgData name="Bowen Cheek" userId="8fca192e-0677-4b46-9386-7af871cc0c0f" providerId="ADAL" clId="{539CF98A-204F-498C-B6D5-5A6451AD35FD}" dt="2026-03-08T02:39:08.168" v="4649" actId="20577"/>
          <ac:spMkLst>
            <pc:docMk/>
            <pc:sldMk cId="2219503010" sldId="282"/>
            <ac:spMk id="2" creationId="{929001A1-E3EF-F12E-AB3B-1C2CFE788CD3}"/>
          </ac:spMkLst>
        </pc:spChg>
        <pc:spChg chg="mod">
          <ac:chgData name="Bowen Cheek" userId="8fca192e-0677-4b46-9386-7af871cc0c0f" providerId="ADAL" clId="{539CF98A-204F-498C-B6D5-5A6451AD35FD}" dt="2026-03-14T17:14:00.474" v="4784" actId="404"/>
          <ac:spMkLst>
            <pc:docMk/>
            <pc:sldMk cId="2219503010" sldId="282"/>
            <ac:spMk id="3" creationId="{443FCEAC-62ED-B31C-CB97-322818BAF924}"/>
          </ac:spMkLst>
        </pc:spChg>
      </pc:sldChg>
      <pc:sldChg chg="addSp modSp new mod">
        <pc:chgData name="Bowen Cheek" userId="8fca192e-0677-4b46-9386-7af871cc0c0f" providerId="ADAL" clId="{539CF98A-204F-498C-B6D5-5A6451AD35FD}" dt="2026-03-14T18:25:45.475" v="5942"/>
        <pc:sldMkLst>
          <pc:docMk/>
          <pc:sldMk cId="2142700174" sldId="283"/>
        </pc:sldMkLst>
        <pc:spChg chg="mod">
          <ac:chgData name="Bowen Cheek" userId="8fca192e-0677-4b46-9386-7af871cc0c0f" providerId="ADAL" clId="{539CF98A-204F-498C-B6D5-5A6451AD35FD}" dt="2026-03-14T17:33:35.828" v="4810" actId="20577"/>
          <ac:spMkLst>
            <pc:docMk/>
            <pc:sldMk cId="2142700174" sldId="283"/>
            <ac:spMk id="2" creationId="{FBF0DA3F-411F-F6B1-030F-17F48585354C}"/>
          </ac:spMkLst>
        </pc:spChg>
        <pc:spChg chg="mod">
          <ac:chgData name="Bowen Cheek" userId="8fca192e-0677-4b46-9386-7af871cc0c0f" providerId="ADAL" clId="{539CF98A-204F-498C-B6D5-5A6451AD35FD}" dt="2026-03-14T17:35:11.464" v="4922" actId="27636"/>
          <ac:spMkLst>
            <pc:docMk/>
            <pc:sldMk cId="2142700174" sldId="283"/>
            <ac:spMk id="3" creationId="{F9FFB803-7BD2-8FCE-9930-D184843BCCFD}"/>
          </ac:spMkLst>
        </pc:spChg>
        <pc:picChg chg="add mod ord">
          <ac:chgData name="Bowen Cheek" userId="8fca192e-0677-4b46-9386-7af871cc0c0f" providerId="ADAL" clId="{539CF98A-204F-498C-B6D5-5A6451AD35FD}" dt="2026-03-14T18:25:45.475" v="5942"/>
          <ac:picMkLst>
            <pc:docMk/>
            <pc:sldMk cId="2142700174" sldId="283"/>
            <ac:picMk id="7" creationId="{617F68B3-0487-7A30-3E3F-D7D70DF937ED}"/>
          </ac:picMkLst>
        </pc:picChg>
      </pc:sldChg>
      <pc:sldChg chg="addSp delSp modSp new mod">
        <pc:chgData name="Bowen Cheek" userId="8fca192e-0677-4b46-9386-7af871cc0c0f" providerId="ADAL" clId="{539CF98A-204F-498C-B6D5-5A6451AD35FD}" dt="2026-03-14T17:45:45.196" v="5119" actId="27636"/>
        <pc:sldMkLst>
          <pc:docMk/>
          <pc:sldMk cId="1040548726" sldId="284"/>
        </pc:sldMkLst>
        <pc:spChg chg="mod">
          <ac:chgData name="Bowen Cheek" userId="8fca192e-0677-4b46-9386-7af871cc0c0f" providerId="ADAL" clId="{539CF98A-204F-498C-B6D5-5A6451AD35FD}" dt="2026-03-14T17:37:16.840" v="4969" actId="20577"/>
          <ac:spMkLst>
            <pc:docMk/>
            <pc:sldMk cId="1040548726" sldId="284"/>
            <ac:spMk id="2" creationId="{AD4C2DA9-7AD4-FD95-5D9C-475CF72D311F}"/>
          </ac:spMkLst>
        </pc:spChg>
        <pc:spChg chg="mod">
          <ac:chgData name="Bowen Cheek" userId="8fca192e-0677-4b46-9386-7af871cc0c0f" providerId="ADAL" clId="{539CF98A-204F-498C-B6D5-5A6451AD35FD}" dt="2026-03-14T17:45:45.196" v="5119" actId="27636"/>
          <ac:spMkLst>
            <pc:docMk/>
            <pc:sldMk cId="1040548726" sldId="284"/>
            <ac:spMk id="3" creationId="{D0C9AF53-A05F-45D8-E6FF-E95EA693D0B8}"/>
          </ac:spMkLst>
        </pc:spChg>
        <pc:picChg chg="add del mod">
          <ac:chgData name="Bowen Cheek" userId="8fca192e-0677-4b46-9386-7af871cc0c0f" providerId="ADAL" clId="{539CF98A-204F-498C-B6D5-5A6451AD35FD}" dt="2026-03-14T17:42:42.533" v="5051" actId="478"/>
          <ac:picMkLst>
            <pc:docMk/>
            <pc:sldMk cId="1040548726" sldId="284"/>
            <ac:picMk id="1026" creationId="{337F180D-3AB0-D2F5-7CCF-CF14FCE9CB2A}"/>
          </ac:picMkLst>
        </pc:picChg>
      </pc:sldChg>
      <pc:sldChg chg="modSp new mod">
        <pc:chgData name="Bowen Cheek" userId="8fca192e-0677-4b46-9386-7af871cc0c0f" providerId="ADAL" clId="{539CF98A-204F-498C-B6D5-5A6451AD35FD}" dt="2026-03-14T17:46:55.821" v="5180" actId="20577"/>
        <pc:sldMkLst>
          <pc:docMk/>
          <pc:sldMk cId="3305728177" sldId="285"/>
        </pc:sldMkLst>
        <pc:spChg chg="mod">
          <ac:chgData name="Bowen Cheek" userId="8fca192e-0677-4b46-9386-7af871cc0c0f" providerId="ADAL" clId="{539CF98A-204F-498C-B6D5-5A6451AD35FD}" dt="2026-03-14T17:46:10.898" v="5127" actId="20577"/>
          <ac:spMkLst>
            <pc:docMk/>
            <pc:sldMk cId="3305728177" sldId="285"/>
            <ac:spMk id="2" creationId="{412662A7-21E0-6B11-8518-18532ABE03FF}"/>
          </ac:spMkLst>
        </pc:spChg>
        <pc:spChg chg="mod">
          <ac:chgData name="Bowen Cheek" userId="8fca192e-0677-4b46-9386-7af871cc0c0f" providerId="ADAL" clId="{539CF98A-204F-498C-B6D5-5A6451AD35FD}" dt="2026-03-14T17:46:55.821" v="5180" actId="20577"/>
          <ac:spMkLst>
            <pc:docMk/>
            <pc:sldMk cId="3305728177" sldId="285"/>
            <ac:spMk id="3" creationId="{108C36AF-9428-59FB-2845-3D84000F4702}"/>
          </ac:spMkLst>
        </pc:spChg>
      </pc:sldChg>
      <pc:sldChg chg="modSp new mod">
        <pc:chgData name="Bowen Cheek" userId="8fca192e-0677-4b46-9386-7af871cc0c0f" providerId="ADAL" clId="{539CF98A-204F-498C-B6D5-5A6451AD35FD}" dt="2026-03-14T17:49:42.530" v="5311" actId="5793"/>
        <pc:sldMkLst>
          <pc:docMk/>
          <pc:sldMk cId="576159731" sldId="286"/>
        </pc:sldMkLst>
        <pc:spChg chg="mod">
          <ac:chgData name="Bowen Cheek" userId="8fca192e-0677-4b46-9386-7af871cc0c0f" providerId="ADAL" clId="{539CF98A-204F-498C-B6D5-5A6451AD35FD}" dt="2026-03-14T17:48:07.227" v="5251" actId="20577"/>
          <ac:spMkLst>
            <pc:docMk/>
            <pc:sldMk cId="576159731" sldId="286"/>
            <ac:spMk id="2" creationId="{4F7E2DB1-EFB0-8846-51D5-9FCF354AD9AF}"/>
          </ac:spMkLst>
        </pc:spChg>
        <pc:spChg chg="mod">
          <ac:chgData name="Bowen Cheek" userId="8fca192e-0677-4b46-9386-7af871cc0c0f" providerId="ADAL" clId="{539CF98A-204F-498C-B6D5-5A6451AD35FD}" dt="2026-03-14T17:49:42.530" v="5311" actId="5793"/>
          <ac:spMkLst>
            <pc:docMk/>
            <pc:sldMk cId="576159731" sldId="286"/>
            <ac:spMk id="3" creationId="{314A08D9-8FD6-0884-B535-6A482C0DF20C}"/>
          </ac:spMkLst>
        </pc:spChg>
      </pc:sldChg>
      <pc:sldChg chg="modSp new mod">
        <pc:chgData name="Bowen Cheek" userId="8fca192e-0677-4b46-9386-7af871cc0c0f" providerId="ADAL" clId="{539CF98A-204F-498C-B6D5-5A6451AD35FD}" dt="2026-03-14T17:56:49.016" v="5544" actId="20577"/>
        <pc:sldMkLst>
          <pc:docMk/>
          <pc:sldMk cId="3090760166" sldId="287"/>
        </pc:sldMkLst>
        <pc:spChg chg="mod">
          <ac:chgData name="Bowen Cheek" userId="8fca192e-0677-4b46-9386-7af871cc0c0f" providerId="ADAL" clId="{539CF98A-204F-498C-B6D5-5A6451AD35FD}" dt="2026-03-14T17:50:59.298" v="5341" actId="20577"/>
          <ac:spMkLst>
            <pc:docMk/>
            <pc:sldMk cId="3090760166" sldId="287"/>
            <ac:spMk id="2" creationId="{6FFECB27-8DEF-05F7-B7DC-8210AC31A12C}"/>
          </ac:spMkLst>
        </pc:spChg>
        <pc:spChg chg="mod">
          <ac:chgData name="Bowen Cheek" userId="8fca192e-0677-4b46-9386-7af871cc0c0f" providerId="ADAL" clId="{539CF98A-204F-498C-B6D5-5A6451AD35FD}" dt="2026-03-14T17:56:49.016" v="5544" actId="20577"/>
          <ac:spMkLst>
            <pc:docMk/>
            <pc:sldMk cId="3090760166" sldId="287"/>
            <ac:spMk id="3" creationId="{7BAA5475-0CA3-7DE5-19AF-78DC47088219}"/>
          </ac:spMkLst>
        </pc:spChg>
      </pc:sldChg>
      <pc:sldChg chg="modSp add mod">
        <pc:chgData name="Bowen Cheek" userId="8fca192e-0677-4b46-9386-7af871cc0c0f" providerId="ADAL" clId="{539CF98A-204F-498C-B6D5-5A6451AD35FD}" dt="2026-03-14T18:02:12.572" v="5611" actId="20577"/>
        <pc:sldMkLst>
          <pc:docMk/>
          <pc:sldMk cId="986372877" sldId="288"/>
        </pc:sldMkLst>
        <pc:spChg chg="mod">
          <ac:chgData name="Bowen Cheek" userId="8fca192e-0677-4b46-9386-7af871cc0c0f" providerId="ADAL" clId="{539CF98A-204F-498C-B6D5-5A6451AD35FD}" dt="2026-03-14T18:02:12.572" v="5611" actId="20577"/>
          <ac:spMkLst>
            <pc:docMk/>
            <pc:sldMk cId="986372877" sldId="288"/>
            <ac:spMk id="2" creationId="{61147EE7-D7F3-F719-C976-A7B887D49746}"/>
          </ac:spMkLst>
        </pc:spChg>
        <pc:spChg chg="mod">
          <ac:chgData name="Bowen Cheek" userId="8fca192e-0677-4b46-9386-7af871cc0c0f" providerId="ADAL" clId="{539CF98A-204F-498C-B6D5-5A6451AD35FD}" dt="2026-03-14T18:01:12.043" v="5580" actId="108"/>
          <ac:spMkLst>
            <pc:docMk/>
            <pc:sldMk cId="986372877" sldId="288"/>
            <ac:spMk id="3" creationId="{8533B5D6-621B-10C6-0EED-204098249628}"/>
          </ac:spMkLst>
        </pc:spChg>
      </pc:sldChg>
      <pc:sldChg chg="modSp new mod">
        <pc:chgData name="Bowen Cheek" userId="8fca192e-0677-4b46-9386-7af871cc0c0f" providerId="ADAL" clId="{539CF98A-204F-498C-B6D5-5A6451AD35FD}" dt="2026-03-14T18:05:37.361" v="5810" actId="27636"/>
        <pc:sldMkLst>
          <pc:docMk/>
          <pc:sldMk cId="2428879107" sldId="289"/>
        </pc:sldMkLst>
        <pc:spChg chg="mod">
          <ac:chgData name="Bowen Cheek" userId="8fca192e-0677-4b46-9386-7af871cc0c0f" providerId="ADAL" clId="{539CF98A-204F-498C-B6D5-5A6451AD35FD}" dt="2026-03-14T18:02:05.415" v="5600" actId="20577"/>
          <ac:spMkLst>
            <pc:docMk/>
            <pc:sldMk cId="2428879107" sldId="289"/>
            <ac:spMk id="2" creationId="{60BC8EC6-C573-7D7C-CAF6-7AE331C1EB81}"/>
          </ac:spMkLst>
        </pc:spChg>
        <pc:spChg chg="mod">
          <ac:chgData name="Bowen Cheek" userId="8fca192e-0677-4b46-9386-7af871cc0c0f" providerId="ADAL" clId="{539CF98A-204F-498C-B6D5-5A6451AD35FD}" dt="2026-03-14T18:05:37.361" v="5810" actId="27636"/>
          <ac:spMkLst>
            <pc:docMk/>
            <pc:sldMk cId="2428879107" sldId="289"/>
            <ac:spMk id="3" creationId="{F1F5E951-8D2E-0F11-D693-C7998D8E9E18}"/>
          </ac:spMkLst>
        </pc:spChg>
      </pc:sldChg>
      <pc:sldChg chg="modSp add mod">
        <pc:chgData name="Bowen Cheek" userId="8fca192e-0677-4b46-9386-7af871cc0c0f" providerId="ADAL" clId="{539CF98A-204F-498C-B6D5-5A6451AD35FD}" dt="2026-03-14T18:23:12.167" v="5934" actId="20577"/>
        <pc:sldMkLst>
          <pc:docMk/>
          <pc:sldMk cId="2894111307" sldId="290"/>
        </pc:sldMkLst>
        <pc:spChg chg="mod">
          <ac:chgData name="Bowen Cheek" userId="8fca192e-0677-4b46-9386-7af871cc0c0f" providerId="ADAL" clId="{539CF98A-204F-498C-B6D5-5A6451AD35FD}" dt="2026-03-14T18:06:07.529" v="5820" actId="20577"/>
          <ac:spMkLst>
            <pc:docMk/>
            <pc:sldMk cId="2894111307" sldId="290"/>
            <ac:spMk id="2" creationId="{912435F1-CC4C-802A-49C4-84AADBE5E524}"/>
          </ac:spMkLst>
        </pc:spChg>
        <pc:spChg chg="mod">
          <ac:chgData name="Bowen Cheek" userId="8fca192e-0677-4b46-9386-7af871cc0c0f" providerId="ADAL" clId="{539CF98A-204F-498C-B6D5-5A6451AD35FD}" dt="2026-03-14T18:23:12.167" v="5934" actId="20577"/>
          <ac:spMkLst>
            <pc:docMk/>
            <pc:sldMk cId="2894111307" sldId="290"/>
            <ac:spMk id="3" creationId="{A14EEF73-C960-2789-5FD3-EB3B63011E98}"/>
          </ac:spMkLst>
        </pc:spChg>
      </pc:sldChg>
      <pc:sldMasterChg chg="setBg modSldLayout">
        <pc:chgData name="Bowen Cheek" userId="8fca192e-0677-4b46-9386-7af871cc0c0f" providerId="ADAL" clId="{539CF98A-204F-498C-B6D5-5A6451AD35FD}" dt="2026-03-08T00:11:20.209" v="3488"/>
        <pc:sldMasterMkLst>
          <pc:docMk/>
          <pc:sldMasterMk cId="2460954070" sldId="2147483660"/>
        </pc:sldMasterMkLst>
        <pc:sldLayoutChg chg="setBg">
          <pc:chgData name="Bowen Cheek" userId="8fca192e-0677-4b46-9386-7af871cc0c0f" providerId="ADAL" clId="{539CF98A-204F-498C-B6D5-5A6451AD35FD}" dt="2026-03-08T00:11:20.209" v="3488"/>
          <pc:sldLayoutMkLst>
            <pc:docMk/>
            <pc:sldMasterMk cId="2460954070" sldId="2147483660"/>
            <pc:sldLayoutMk cId="2385387890" sldId="2147483661"/>
          </pc:sldLayoutMkLst>
        </pc:sldLayoutChg>
        <pc:sldLayoutChg chg="setBg">
          <pc:chgData name="Bowen Cheek" userId="8fca192e-0677-4b46-9386-7af871cc0c0f" providerId="ADAL" clId="{539CF98A-204F-498C-B6D5-5A6451AD35FD}" dt="2026-03-08T00:11:20.209" v="3488"/>
          <pc:sldLayoutMkLst>
            <pc:docMk/>
            <pc:sldMasterMk cId="2460954070" sldId="2147483660"/>
            <pc:sldLayoutMk cId="949138452" sldId="2147483662"/>
          </pc:sldLayoutMkLst>
        </pc:sldLayoutChg>
        <pc:sldLayoutChg chg="setBg">
          <pc:chgData name="Bowen Cheek" userId="8fca192e-0677-4b46-9386-7af871cc0c0f" providerId="ADAL" clId="{539CF98A-204F-498C-B6D5-5A6451AD35FD}" dt="2026-03-08T00:11:20.209" v="3488"/>
          <pc:sldLayoutMkLst>
            <pc:docMk/>
            <pc:sldMasterMk cId="2460954070" sldId="2147483660"/>
            <pc:sldLayoutMk cId="2591524520" sldId="2147483663"/>
          </pc:sldLayoutMkLst>
        </pc:sldLayoutChg>
        <pc:sldLayoutChg chg="setBg">
          <pc:chgData name="Bowen Cheek" userId="8fca192e-0677-4b46-9386-7af871cc0c0f" providerId="ADAL" clId="{539CF98A-204F-498C-B6D5-5A6451AD35FD}" dt="2026-03-08T00:11:20.209" v="3488"/>
          <pc:sldLayoutMkLst>
            <pc:docMk/>
            <pc:sldMasterMk cId="2460954070" sldId="2147483660"/>
            <pc:sldLayoutMk cId="1203092039" sldId="2147483664"/>
          </pc:sldLayoutMkLst>
        </pc:sldLayoutChg>
        <pc:sldLayoutChg chg="setBg">
          <pc:chgData name="Bowen Cheek" userId="8fca192e-0677-4b46-9386-7af871cc0c0f" providerId="ADAL" clId="{539CF98A-204F-498C-B6D5-5A6451AD35FD}" dt="2026-03-08T00:11:20.209" v="3488"/>
          <pc:sldLayoutMkLst>
            <pc:docMk/>
            <pc:sldMasterMk cId="2460954070" sldId="2147483660"/>
            <pc:sldLayoutMk cId="3733172339" sldId="2147483665"/>
          </pc:sldLayoutMkLst>
        </pc:sldLayoutChg>
        <pc:sldLayoutChg chg="setBg">
          <pc:chgData name="Bowen Cheek" userId="8fca192e-0677-4b46-9386-7af871cc0c0f" providerId="ADAL" clId="{539CF98A-204F-498C-B6D5-5A6451AD35FD}" dt="2026-03-08T00:11:20.209" v="3488"/>
          <pc:sldLayoutMkLst>
            <pc:docMk/>
            <pc:sldMasterMk cId="2460954070" sldId="2147483660"/>
            <pc:sldLayoutMk cId="3210312558" sldId="2147483666"/>
          </pc:sldLayoutMkLst>
        </pc:sldLayoutChg>
        <pc:sldLayoutChg chg="setBg">
          <pc:chgData name="Bowen Cheek" userId="8fca192e-0677-4b46-9386-7af871cc0c0f" providerId="ADAL" clId="{539CF98A-204F-498C-B6D5-5A6451AD35FD}" dt="2026-03-08T00:11:20.209" v="3488"/>
          <pc:sldLayoutMkLst>
            <pc:docMk/>
            <pc:sldMasterMk cId="2460954070" sldId="2147483660"/>
            <pc:sldLayoutMk cId="3146388984" sldId="2147483667"/>
          </pc:sldLayoutMkLst>
        </pc:sldLayoutChg>
        <pc:sldLayoutChg chg="setBg">
          <pc:chgData name="Bowen Cheek" userId="8fca192e-0677-4b46-9386-7af871cc0c0f" providerId="ADAL" clId="{539CF98A-204F-498C-B6D5-5A6451AD35FD}" dt="2026-03-08T00:11:20.209" v="3488"/>
          <pc:sldLayoutMkLst>
            <pc:docMk/>
            <pc:sldMasterMk cId="2460954070" sldId="2147483660"/>
            <pc:sldLayoutMk cId="3171841454" sldId="2147483668"/>
          </pc:sldLayoutMkLst>
        </pc:sldLayoutChg>
        <pc:sldLayoutChg chg="setBg">
          <pc:chgData name="Bowen Cheek" userId="8fca192e-0677-4b46-9386-7af871cc0c0f" providerId="ADAL" clId="{539CF98A-204F-498C-B6D5-5A6451AD35FD}" dt="2026-03-08T00:11:20.209" v="3488"/>
          <pc:sldLayoutMkLst>
            <pc:docMk/>
            <pc:sldMasterMk cId="2460954070" sldId="2147483660"/>
            <pc:sldLayoutMk cId="1718958274" sldId="2147483669"/>
          </pc:sldLayoutMkLst>
        </pc:sldLayoutChg>
        <pc:sldLayoutChg chg="setBg">
          <pc:chgData name="Bowen Cheek" userId="8fca192e-0677-4b46-9386-7af871cc0c0f" providerId="ADAL" clId="{539CF98A-204F-498C-B6D5-5A6451AD35FD}" dt="2026-03-08T00:11:20.209" v="3488"/>
          <pc:sldLayoutMkLst>
            <pc:docMk/>
            <pc:sldMasterMk cId="2460954070" sldId="2147483660"/>
            <pc:sldLayoutMk cId="2202905451" sldId="2147483670"/>
          </pc:sldLayoutMkLst>
        </pc:sldLayoutChg>
        <pc:sldLayoutChg chg="setBg">
          <pc:chgData name="Bowen Cheek" userId="8fca192e-0677-4b46-9386-7af871cc0c0f" providerId="ADAL" clId="{539CF98A-204F-498C-B6D5-5A6451AD35FD}" dt="2026-03-08T00:11:20.209" v="3488"/>
          <pc:sldLayoutMkLst>
            <pc:docMk/>
            <pc:sldMasterMk cId="2460954070" sldId="2147483660"/>
            <pc:sldLayoutMk cId="3479445657" sldId="2147483671"/>
          </pc:sldLayoutMkLst>
        </pc:sldLayoutChg>
      </pc:sldMasterChg>
    </pc:docChg>
  </pc:docChgLst>
  <pc:docChgLst>
    <pc:chgData name="Bowen Cheek" userId="S::meldrid8@kennesaw.edu::8fca192e-0677-4b46-9386-7af871cc0c0f" providerId="AD" clId="Web-{73004242-3B83-F275-9D8D-7DB0B39DA226}"/>
    <pc:docChg chg="delSld">
      <pc:chgData name="Bowen Cheek" userId="S::meldrid8@kennesaw.edu::8fca192e-0677-4b46-9386-7af871cc0c0f" providerId="AD" clId="Web-{73004242-3B83-F275-9D8D-7DB0B39DA226}" dt="2026-03-14T18:42:36.820" v="8"/>
      <pc:docMkLst>
        <pc:docMk/>
      </pc:docMkLst>
      <pc:sldChg chg="del">
        <pc:chgData name="Bowen Cheek" userId="S::meldrid8@kennesaw.edu::8fca192e-0677-4b46-9386-7af871cc0c0f" providerId="AD" clId="Web-{73004242-3B83-F275-9D8D-7DB0B39DA226}" dt="2026-03-14T18:40:12.147" v="0"/>
        <pc:sldMkLst>
          <pc:docMk/>
          <pc:sldMk cId="10630115" sldId="259"/>
        </pc:sldMkLst>
      </pc:sldChg>
      <pc:sldChg chg="del">
        <pc:chgData name="Bowen Cheek" userId="S::meldrid8@kennesaw.edu::8fca192e-0677-4b46-9386-7af871cc0c0f" providerId="AD" clId="Web-{73004242-3B83-F275-9D8D-7DB0B39DA226}" dt="2026-03-14T18:40:26.412" v="1"/>
        <pc:sldMkLst>
          <pc:docMk/>
          <pc:sldMk cId="4032149216" sldId="263"/>
        </pc:sldMkLst>
      </pc:sldChg>
      <pc:sldChg chg="del">
        <pc:chgData name="Bowen Cheek" userId="S::meldrid8@kennesaw.edu::8fca192e-0677-4b46-9386-7af871cc0c0f" providerId="AD" clId="Web-{73004242-3B83-F275-9D8D-7DB0B39DA226}" dt="2026-03-14T18:40:46.194" v="2"/>
        <pc:sldMkLst>
          <pc:docMk/>
          <pc:sldMk cId="1271569898" sldId="265"/>
        </pc:sldMkLst>
      </pc:sldChg>
      <pc:sldChg chg="del">
        <pc:chgData name="Bowen Cheek" userId="S::meldrid8@kennesaw.edu::8fca192e-0677-4b46-9386-7af871cc0c0f" providerId="AD" clId="Web-{73004242-3B83-F275-9D8D-7DB0B39DA226}" dt="2026-03-14T18:41:09.241" v="3"/>
        <pc:sldMkLst>
          <pc:docMk/>
          <pc:sldMk cId="1832868015" sldId="271"/>
        </pc:sldMkLst>
      </pc:sldChg>
      <pc:sldChg chg="del">
        <pc:chgData name="Bowen Cheek" userId="S::meldrid8@kennesaw.edu::8fca192e-0677-4b46-9386-7af871cc0c0f" providerId="AD" clId="Web-{73004242-3B83-F275-9D8D-7DB0B39DA226}" dt="2026-03-14T18:41:40.976" v="5"/>
        <pc:sldMkLst>
          <pc:docMk/>
          <pc:sldMk cId="2022398495" sldId="273"/>
        </pc:sldMkLst>
      </pc:sldChg>
      <pc:sldChg chg="del">
        <pc:chgData name="Bowen Cheek" userId="S::meldrid8@kennesaw.edu::8fca192e-0677-4b46-9386-7af871cc0c0f" providerId="AD" clId="Web-{73004242-3B83-F275-9D8D-7DB0B39DA226}" dt="2026-03-14T18:41:31.445" v="4"/>
        <pc:sldMkLst>
          <pc:docMk/>
          <pc:sldMk cId="1502231682" sldId="274"/>
        </pc:sldMkLst>
      </pc:sldChg>
      <pc:sldChg chg="del">
        <pc:chgData name="Bowen Cheek" userId="S::meldrid8@kennesaw.edu::8fca192e-0677-4b46-9386-7af871cc0c0f" providerId="AD" clId="Web-{73004242-3B83-F275-9D8D-7DB0B39DA226}" dt="2026-03-14T18:42:08.054" v="6"/>
        <pc:sldMkLst>
          <pc:docMk/>
          <pc:sldMk cId="2219503010" sldId="282"/>
        </pc:sldMkLst>
      </pc:sldChg>
      <pc:sldChg chg="del">
        <pc:chgData name="Bowen Cheek" userId="S::meldrid8@kennesaw.edu::8fca192e-0677-4b46-9386-7af871cc0c0f" providerId="AD" clId="Web-{73004242-3B83-F275-9D8D-7DB0B39DA226}" dt="2026-03-14T18:42:28.883" v="7"/>
        <pc:sldMkLst>
          <pc:docMk/>
          <pc:sldMk cId="986372877" sldId="288"/>
        </pc:sldMkLst>
      </pc:sldChg>
      <pc:sldChg chg="del">
        <pc:chgData name="Bowen Cheek" userId="S::meldrid8@kennesaw.edu::8fca192e-0677-4b46-9386-7af871cc0c0f" providerId="AD" clId="Web-{73004242-3B83-F275-9D8D-7DB0B39DA226}" dt="2026-03-14T18:42:36.820" v="8"/>
        <pc:sldMkLst>
          <pc:docMk/>
          <pc:sldMk cId="2894111307" sldId="290"/>
        </pc:sldMkLst>
      </pc:sldChg>
    </pc:docChg>
  </pc:docChgLst>
</pc:chgInfo>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B321CD-3FD6-4F1F-8F92-0E4F2D7C6BD2}" type="datetimeFigureOut">
              <a:rPr lang="en-US" smtClean="0"/>
              <a:t>3/14/2026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FB5E86-32AF-4124-B488-2294CA144537}" type="slidenum">
              <a:rPr lang="en-US" smtClean="0"/>
              <a:t>‹#›</a:t>
            </a:fld>
            <a:endParaRPr lang="en-US" dirty="0"/>
          </a:p>
        </p:txBody>
      </p:sp>
    </p:spTree>
    <p:extLst>
      <p:ext uri="{BB962C8B-B14F-4D97-AF65-F5344CB8AC3E}">
        <p14:creationId xmlns:p14="http://schemas.microsoft.com/office/powerpoint/2010/main" val="1205928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27EFAC-1978-4E4F-ACF7-F61C76BD9CBF}" type="datetime1">
              <a:rPr lang="en-US" smtClean="0"/>
              <a:t>3/14/2026</a:t>
            </a:fld>
            <a:endParaRPr lang="en-US" dirty="0"/>
          </a:p>
        </p:txBody>
      </p:sp>
      <p:sp>
        <p:nvSpPr>
          <p:cNvPr id="5" name="Footer Placeholder 4"/>
          <p:cNvSpPr>
            <a:spLocks noGrp="1"/>
          </p:cNvSpPr>
          <p:nvPr>
            <p:ph type="ftr" sz="quarter" idx="11"/>
          </p:nvPr>
        </p:nvSpPr>
        <p:spPr/>
        <p:txBody>
          <a:bodyPr/>
          <a:lstStyle/>
          <a:p>
            <a:r>
              <a:rPr lang="en-US" dirty="0"/>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EA10E-4444-4C81-AACF-0F894BE89BBB}" type="datetime1">
              <a:rPr lang="en-US" smtClean="0"/>
              <a:t>3/14/2026</a:t>
            </a:fld>
            <a:endParaRPr lang="en-US" dirty="0"/>
          </a:p>
        </p:txBody>
      </p:sp>
      <p:sp>
        <p:nvSpPr>
          <p:cNvPr id="5" name="Footer Placeholder 4"/>
          <p:cNvSpPr>
            <a:spLocks noGrp="1"/>
          </p:cNvSpPr>
          <p:nvPr>
            <p:ph type="ftr" sz="quarter" idx="11"/>
          </p:nvPr>
        </p:nvSpPr>
        <p:spPr/>
        <p:txBody>
          <a:bodyPr/>
          <a:lstStyle/>
          <a:p>
            <a:r>
              <a:rPr lang="en-US" dirty="0"/>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979CF9-693F-4132-AE89-278C6A1AF286}" type="datetime1">
              <a:rPr lang="en-US" smtClean="0"/>
              <a:t>3/14/2026</a:t>
            </a:fld>
            <a:endParaRPr lang="en-US" dirty="0"/>
          </a:p>
        </p:txBody>
      </p:sp>
      <p:sp>
        <p:nvSpPr>
          <p:cNvPr id="5" name="Footer Placeholder 4"/>
          <p:cNvSpPr>
            <a:spLocks noGrp="1"/>
          </p:cNvSpPr>
          <p:nvPr>
            <p:ph type="ftr" sz="quarter" idx="11"/>
          </p:nvPr>
        </p:nvSpPr>
        <p:spPr/>
        <p:txBody>
          <a:bodyPr/>
          <a:lstStyle/>
          <a:p>
            <a:r>
              <a:rPr lang="en-US" dirty="0"/>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9778FE-77C0-4AB6-BE58-0F4963C2C72D}" type="datetime1">
              <a:rPr lang="en-US" smtClean="0"/>
              <a:t>3/14/2026</a:t>
            </a:fld>
            <a:endParaRPr lang="en-US" dirty="0"/>
          </a:p>
        </p:txBody>
      </p:sp>
      <p:sp>
        <p:nvSpPr>
          <p:cNvPr id="6" name="Footer Placeholder 5"/>
          <p:cNvSpPr>
            <a:spLocks noGrp="1"/>
          </p:cNvSpPr>
          <p:nvPr>
            <p:ph type="ftr" sz="quarter" idx="11"/>
          </p:nvPr>
        </p:nvSpPr>
        <p:spPr/>
        <p:txBody>
          <a:bodyPr/>
          <a:lstStyle/>
          <a:p>
            <a:r>
              <a:rPr lang="en-US" dirty="0"/>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D397C4-12FB-4464-A75A-66507CCFAAB1}" type="datetime1">
              <a:rPr lang="en-US" smtClean="0"/>
              <a:t>3/14/2026</a:t>
            </a:fld>
            <a:endParaRPr lang="en-US" dirty="0"/>
          </a:p>
        </p:txBody>
      </p:sp>
      <p:sp>
        <p:nvSpPr>
          <p:cNvPr id="8" name="Footer Placeholder 7"/>
          <p:cNvSpPr>
            <a:spLocks noGrp="1"/>
          </p:cNvSpPr>
          <p:nvPr>
            <p:ph type="ftr" sz="quarter" idx="11"/>
          </p:nvPr>
        </p:nvSpPr>
        <p:spPr/>
        <p:txBody>
          <a:bodyPr/>
          <a:lstStyle/>
          <a:p>
            <a:r>
              <a:rPr lang="en-US" dirty="0"/>
              <a:t>Bowen C.</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4B5C368-2931-4AC1-85EA-42CB594BFC48}" type="datetime1">
              <a:rPr lang="en-US" smtClean="0"/>
              <a:t>3/14/2026</a:t>
            </a:fld>
            <a:endParaRPr lang="en-US" dirty="0"/>
          </a:p>
        </p:txBody>
      </p:sp>
      <p:sp>
        <p:nvSpPr>
          <p:cNvPr id="4" name="Footer Placeholder 3"/>
          <p:cNvSpPr>
            <a:spLocks noGrp="1"/>
          </p:cNvSpPr>
          <p:nvPr>
            <p:ph type="ftr" sz="quarter" idx="11"/>
          </p:nvPr>
        </p:nvSpPr>
        <p:spPr/>
        <p:txBody>
          <a:bodyPr/>
          <a:lstStyle/>
          <a:p>
            <a:r>
              <a:rPr lang="en-US" dirty="0"/>
              <a:t>Bowen C.</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C79462-F716-40FD-9928-BCD516867E5B}" type="datetime1">
              <a:rPr lang="en-US" smtClean="0"/>
              <a:t>3/14/2026</a:t>
            </a:fld>
            <a:endParaRPr lang="en-US" dirty="0"/>
          </a:p>
        </p:txBody>
      </p:sp>
      <p:sp>
        <p:nvSpPr>
          <p:cNvPr id="3" name="Footer Placeholder 2"/>
          <p:cNvSpPr>
            <a:spLocks noGrp="1"/>
          </p:cNvSpPr>
          <p:nvPr>
            <p:ph type="ftr" sz="quarter" idx="11"/>
          </p:nvPr>
        </p:nvSpPr>
        <p:spPr/>
        <p:txBody>
          <a:bodyPr/>
          <a:lstStyle/>
          <a:p>
            <a:r>
              <a:rPr lang="en-US" dirty="0"/>
              <a:t>Bowen C.</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9B2946-4016-4377-AB25-0073E620C634}" type="datetime1">
              <a:rPr lang="en-US" smtClean="0"/>
              <a:t>3/14/2026</a:t>
            </a:fld>
            <a:endParaRPr lang="en-US" dirty="0"/>
          </a:p>
        </p:txBody>
      </p:sp>
      <p:sp>
        <p:nvSpPr>
          <p:cNvPr id="6" name="Footer Placeholder 5"/>
          <p:cNvSpPr>
            <a:spLocks noGrp="1"/>
          </p:cNvSpPr>
          <p:nvPr>
            <p:ph type="ftr" sz="quarter" idx="11"/>
          </p:nvPr>
        </p:nvSpPr>
        <p:spPr/>
        <p:txBody>
          <a:bodyPr/>
          <a:lstStyle/>
          <a:p>
            <a:r>
              <a:rPr lang="en-US" dirty="0"/>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C06E49-7049-432F-96E6-63D86BDC7377}" type="datetime1">
              <a:rPr lang="en-US" smtClean="0"/>
              <a:t>3/14/2026</a:t>
            </a:fld>
            <a:endParaRPr lang="en-US" dirty="0"/>
          </a:p>
        </p:txBody>
      </p:sp>
      <p:sp>
        <p:nvSpPr>
          <p:cNvPr id="6" name="Footer Placeholder 5"/>
          <p:cNvSpPr>
            <a:spLocks noGrp="1"/>
          </p:cNvSpPr>
          <p:nvPr>
            <p:ph type="ftr" sz="quarter" idx="11"/>
          </p:nvPr>
        </p:nvSpPr>
        <p:spPr/>
        <p:txBody>
          <a:bodyPr/>
          <a:lstStyle/>
          <a:p>
            <a:r>
              <a:rPr lang="en-US" dirty="0"/>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966904-8F4D-4D12-913C-CC5233229E2A}" type="datetime1">
              <a:rPr lang="en-US" smtClean="0"/>
              <a:t>3/14/2026</a:t>
            </a:fld>
            <a:endParaRPr lang="en-US" dirty="0"/>
          </a:p>
        </p:txBody>
      </p:sp>
      <p:sp>
        <p:nvSpPr>
          <p:cNvPr id="5" name="Footer Placeholder 4"/>
          <p:cNvSpPr>
            <a:spLocks noGrp="1"/>
          </p:cNvSpPr>
          <p:nvPr>
            <p:ph type="ftr" sz="quarter" idx="11"/>
          </p:nvPr>
        </p:nvSpPr>
        <p:spPr/>
        <p:txBody>
          <a:bodyPr/>
          <a:lstStyle/>
          <a:p>
            <a:r>
              <a:rPr lang="en-US" dirty="0"/>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43E575-D771-40F4-8983-0A6C956C760A}" type="datetime1">
              <a:rPr lang="en-US" smtClean="0"/>
              <a:t>3/14/2026</a:t>
            </a:fld>
            <a:endParaRPr lang="en-US" dirty="0"/>
          </a:p>
        </p:txBody>
      </p:sp>
      <p:sp>
        <p:nvSpPr>
          <p:cNvPr id="5" name="Footer Placeholder 4"/>
          <p:cNvSpPr>
            <a:spLocks noGrp="1"/>
          </p:cNvSpPr>
          <p:nvPr>
            <p:ph type="ftr" sz="quarter" idx="11"/>
          </p:nvPr>
        </p:nvSpPr>
        <p:spPr/>
        <p:txBody>
          <a:bodyPr/>
          <a:lstStyle/>
          <a:p>
            <a:r>
              <a:rPr lang="en-US" dirty="0"/>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3CCCC">
            <a:alpha val="32157"/>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58E0ED-D32F-4F86-B978-598C4A8C2DC3}" type="datetime1">
              <a:rPr lang="en-US" smtClean="0"/>
              <a:t>3/14/2026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Bowen C.</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dirty="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D888F0-6D3C-96E6-22FD-A7D54720A56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14400" y="190500"/>
            <a:ext cx="10363200" cy="6477000"/>
          </a:xfrm>
          <a:prstGeom prst="rect">
            <a:avLst/>
          </a:prstGeom>
        </p:spPr>
      </p:pic>
      <p:sp>
        <p:nvSpPr>
          <p:cNvPr id="2" name="Title 1"/>
          <p:cNvSpPr>
            <a:spLocks noGrp="1"/>
          </p:cNvSpPr>
          <p:nvPr>
            <p:ph type="ctrTitle"/>
          </p:nvPr>
        </p:nvSpPr>
        <p:spPr>
          <a:xfrm>
            <a:off x="1143000" y="355599"/>
            <a:ext cx="7103533" cy="1909763"/>
          </a:xfrm>
        </p:spPr>
        <p:txBody>
          <a:bodyPr>
            <a:normAutofit/>
          </a:bodyPr>
          <a:lstStyle/>
          <a:p>
            <a:pPr algn="l"/>
            <a:r>
              <a:rPr dirty="0" lang="en-US" sz="4800">
                <a:solidFill>
                  <a:schemeClr val="bg1"/>
                </a:solidFill>
              </a:rPr>
              <a:t>Discrete Probability Distributions</a:t>
            </a:r>
          </a:p>
        </p:txBody>
      </p:sp>
      <p:sp>
        <p:nvSpPr>
          <p:cNvPr id="3" name="Subtitle 2"/>
          <p:cNvSpPr>
            <a:spLocks noGrp="1"/>
          </p:cNvSpPr>
          <p:nvPr>
            <p:ph idx="1" type="subTitle"/>
          </p:nvPr>
        </p:nvSpPr>
        <p:spPr>
          <a:xfrm>
            <a:off x="1422400" y="2523594"/>
            <a:ext cx="9144000" cy="512762"/>
          </a:xfrm>
        </p:spPr>
        <p:txBody>
          <a:bodyPr anchor="t" bIns="45720" lIns="91440" rIns="91440" rtlCol="0" tIns="45720" vert="horz">
            <a:normAutofit/>
          </a:bodyPr>
          <a:lstStyle/>
          <a:p>
            <a:pPr algn="l"/>
            <a:r>
              <a:rPr dirty="0" lang="en-US">
                <a:solidFill>
                  <a:schemeClr val="bg1"/>
                </a:solidFill>
              </a:rPr>
              <a:t>Chapter 6</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65B3-0026-3F12-3B72-056CF6F3D0BB}"/>
              </a:ext>
            </a:extLst>
          </p:cNvPr>
          <p:cNvSpPr>
            <a:spLocks noGrp="1"/>
          </p:cNvSpPr>
          <p:nvPr>
            <p:ph type="title"/>
          </p:nvPr>
        </p:nvSpPr>
        <p:spPr/>
        <p:txBody>
          <a:bodyPr/>
          <a:lstStyle/>
          <a:p>
            <a:r>
              <a:rPr dirty="0" lang="en-US"/>
              <a:t>Benford’s Law – An Example Distribution </a:t>
            </a:r>
          </a:p>
        </p:txBody>
      </p:sp>
      <p:graphicFrame>
        <p:nvGraphicFramePr>
          <p:cNvPr id="6" name="Table 5">
            <a:extLst>
              <a:ext uri="{FF2B5EF4-FFF2-40B4-BE49-F238E27FC236}">
                <a16:creationId xmlns:a16="http://schemas.microsoft.com/office/drawing/2014/main" id="{69AF308E-C227-B90F-9BD4-B614284B48C8}"/>
              </a:ext>
            </a:extLst>
          </p:cNvPr>
          <p:cNvGraphicFramePr>
            <a:graphicFrameLocks noGrp="1"/>
          </p:cNvGraphicFramePr>
          <p:nvPr>
            <p:extLst>
              <p:ext uri="{D42A27DB-BD31-4B8C-83A1-F6EECF244321}">
                <p14:modId xmlns:p14="http://schemas.microsoft.com/office/powerpoint/2010/main" val="4273986429"/>
              </p:ext>
            </p:extLst>
          </p:nvPr>
        </p:nvGraphicFramePr>
        <p:xfrm>
          <a:off x="2617401" y="2928551"/>
          <a:ext cx="6957198" cy="1180735"/>
        </p:xfrm>
        <a:graphic>
          <a:graphicData uri="http://schemas.openxmlformats.org/drawingml/2006/table">
            <a:tbl>
              <a:tblPr firstRow="1"/>
              <a:tblGrid>
                <a:gridCol w="867006">
                  <a:extLst>
                    <a:ext uri="{9D8B030D-6E8A-4147-A177-3AD203B41FA5}">
                      <a16:colId xmlns:a16="http://schemas.microsoft.com/office/drawing/2014/main" val="2318773135"/>
                    </a:ext>
                  </a:extLst>
                </a:gridCol>
                <a:gridCol w="676688">
                  <a:extLst>
                    <a:ext uri="{9D8B030D-6E8A-4147-A177-3AD203B41FA5}">
                      <a16:colId xmlns:a16="http://schemas.microsoft.com/office/drawing/2014/main" val="608300180"/>
                    </a:ext>
                  </a:extLst>
                </a:gridCol>
                <a:gridCol w="676688">
                  <a:extLst>
                    <a:ext uri="{9D8B030D-6E8A-4147-A177-3AD203B41FA5}">
                      <a16:colId xmlns:a16="http://schemas.microsoft.com/office/drawing/2014/main" val="2694725791"/>
                    </a:ext>
                  </a:extLst>
                </a:gridCol>
                <a:gridCol w="676688">
                  <a:extLst>
                    <a:ext uri="{9D8B030D-6E8A-4147-A177-3AD203B41FA5}">
                      <a16:colId xmlns:a16="http://schemas.microsoft.com/office/drawing/2014/main" val="3053656895"/>
                    </a:ext>
                  </a:extLst>
                </a:gridCol>
                <a:gridCol w="676688">
                  <a:extLst>
                    <a:ext uri="{9D8B030D-6E8A-4147-A177-3AD203B41FA5}">
                      <a16:colId xmlns:a16="http://schemas.microsoft.com/office/drawing/2014/main" val="1831996326"/>
                    </a:ext>
                  </a:extLst>
                </a:gridCol>
                <a:gridCol w="676688">
                  <a:extLst>
                    <a:ext uri="{9D8B030D-6E8A-4147-A177-3AD203B41FA5}">
                      <a16:colId xmlns:a16="http://schemas.microsoft.com/office/drawing/2014/main" val="3371154350"/>
                    </a:ext>
                  </a:extLst>
                </a:gridCol>
                <a:gridCol w="676688">
                  <a:extLst>
                    <a:ext uri="{9D8B030D-6E8A-4147-A177-3AD203B41FA5}">
                      <a16:colId xmlns:a16="http://schemas.microsoft.com/office/drawing/2014/main" val="2675449037"/>
                    </a:ext>
                  </a:extLst>
                </a:gridCol>
                <a:gridCol w="676688">
                  <a:extLst>
                    <a:ext uri="{9D8B030D-6E8A-4147-A177-3AD203B41FA5}">
                      <a16:colId xmlns:a16="http://schemas.microsoft.com/office/drawing/2014/main" val="3343847741"/>
                    </a:ext>
                  </a:extLst>
                </a:gridCol>
                <a:gridCol w="676688">
                  <a:extLst>
                    <a:ext uri="{9D8B030D-6E8A-4147-A177-3AD203B41FA5}">
                      <a16:colId xmlns:a16="http://schemas.microsoft.com/office/drawing/2014/main" val="3132442707"/>
                    </a:ext>
                  </a:extLst>
                </a:gridCol>
                <a:gridCol w="676688">
                  <a:extLst>
                    <a:ext uri="{9D8B030D-6E8A-4147-A177-3AD203B41FA5}">
                      <a16:colId xmlns:a16="http://schemas.microsoft.com/office/drawing/2014/main" val="4289021272"/>
                    </a:ext>
                  </a:extLst>
                </a:gridCol>
              </a:tblGrid>
              <a:tr h="448939">
                <a:tc gridSpan="10">
                  <a:txBody>
                    <a:bodyPr/>
                    <a:lstStyle/>
                    <a:p>
                      <a:pPr algn="ctr" fontAlgn="b">
                        <a:buNone/>
                      </a:pPr>
                      <a:r>
                        <a:rPr b="1" dirty="0" i="0" lang="en-US" strike="noStrike" sz="1800" u="none">
                          <a:solidFill>
                            <a:srgbClr val="000000"/>
                          </a:solidFill>
                          <a:effectLst/>
                          <a:latin charset="0" panose="020B0004020202020204" pitchFamily="34" typeface="Aptos Narrow"/>
                        </a:rPr>
                        <a:t>First-Digit Law: Discrete Probability Distribution </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17544461"/>
                  </a:ext>
                </a:extLst>
              </a:tr>
              <a:tr h="365898">
                <a:tc>
                  <a:txBody>
                    <a:bodyPr/>
                    <a:lstStyle/>
                    <a:p>
                      <a:pPr algn="ctr" fontAlgn="ctr">
                        <a:buNone/>
                      </a:pPr>
                      <a:r>
                        <a:rPr b="0" dirty="0" i="0" lang="en-US" strike="noStrike" sz="1400" u="none">
                          <a:solidFill>
                            <a:srgbClr val="000000"/>
                          </a:solidFill>
                          <a:effectLst/>
                          <a:latin charset="0" panose="020B0004020202020204" pitchFamily="34" typeface="Aptos Narrow"/>
                        </a:rPr>
                        <a:t>Digit</a:t>
                      </a:r>
                    </a:p>
                  </a:txBody>
                  <a:tcPr anchor="ctr"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ctr">
                        <a:buNone/>
                      </a:pPr>
                      <a:r>
                        <a:rPr b="0" dirty="0" i="0" lang="en-US" strike="noStrike" sz="1400" u="none">
                          <a:solidFill>
                            <a:srgbClr val="000000"/>
                          </a:solidFill>
                          <a:effectLst/>
                          <a:latin charset="0" panose="020B0004020202020204" pitchFamily="34" typeface="Aptos Narrow"/>
                        </a:rPr>
                        <a:t>1</a:t>
                      </a:r>
                    </a:p>
                  </a:txBody>
                  <a:tcPr anchor="ctr"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ctr">
                        <a:buNone/>
                      </a:pPr>
                      <a:r>
                        <a:rPr b="0" dirty="0" i="0" lang="en-US" strike="noStrike" sz="1400" u="none">
                          <a:solidFill>
                            <a:srgbClr val="000000"/>
                          </a:solidFill>
                          <a:effectLst/>
                          <a:latin charset="0" panose="020B0004020202020204" pitchFamily="34" typeface="Aptos Narrow"/>
                        </a:rPr>
                        <a:t>2</a:t>
                      </a:r>
                    </a:p>
                  </a:txBody>
                  <a:tcPr anchor="ctr"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ctr">
                        <a:buNone/>
                      </a:pPr>
                      <a:r>
                        <a:rPr b="0" dirty="0" i="0" lang="en-US" strike="noStrike" sz="1400" u="none">
                          <a:solidFill>
                            <a:srgbClr val="000000"/>
                          </a:solidFill>
                          <a:effectLst/>
                          <a:latin charset="0" panose="020B0004020202020204" pitchFamily="34" typeface="Aptos Narrow"/>
                        </a:rPr>
                        <a:t>3</a:t>
                      </a:r>
                    </a:p>
                  </a:txBody>
                  <a:tcPr anchor="ctr"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ctr">
                        <a:buNone/>
                      </a:pPr>
                      <a:r>
                        <a:rPr b="0" dirty="0" i="0" lang="en-US" strike="noStrike" sz="1400" u="none">
                          <a:solidFill>
                            <a:srgbClr val="000000"/>
                          </a:solidFill>
                          <a:effectLst/>
                          <a:latin charset="0" panose="020B0004020202020204" pitchFamily="34" typeface="Aptos Narrow"/>
                        </a:rPr>
                        <a:t>4</a:t>
                      </a:r>
                    </a:p>
                  </a:txBody>
                  <a:tcPr anchor="ctr"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ctr">
                        <a:buNone/>
                      </a:pPr>
                      <a:r>
                        <a:rPr b="0" dirty="0" i="0" lang="en-US" strike="noStrike" sz="1400" u="none">
                          <a:solidFill>
                            <a:srgbClr val="000000"/>
                          </a:solidFill>
                          <a:effectLst/>
                          <a:latin charset="0" panose="020B0004020202020204" pitchFamily="34" typeface="Aptos Narrow"/>
                        </a:rPr>
                        <a:t>5</a:t>
                      </a:r>
                    </a:p>
                  </a:txBody>
                  <a:tcPr anchor="ctr"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ctr">
                        <a:buNone/>
                      </a:pPr>
                      <a:r>
                        <a:rPr b="0" dirty="0" i="0" lang="en-US" strike="noStrike" sz="1400" u="none">
                          <a:solidFill>
                            <a:srgbClr val="000000"/>
                          </a:solidFill>
                          <a:effectLst/>
                          <a:latin charset="0" panose="020B0004020202020204" pitchFamily="34" typeface="Aptos Narrow"/>
                        </a:rPr>
                        <a:t>6</a:t>
                      </a:r>
                    </a:p>
                  </a:txBody>
                  <a:tcPr anchor="ctr"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ctr">
                        <a:buNone/>
                      </a:pPr>
                      <a:r>
                        <a:rPr b="0" dirty="0" i="0" lang="en-US" strike="noStrike" sz="1400" u="none">
                          <a:solidFill>
                            <a:srgbClr val="000000"/>
                          </a:solidFill>
                          <a:effectLst/>
                          <a:latin charset="0" panose="020B0004020202020204" pitchFamily="34" typeface="Aptos Narrow"/>
                        </a:rPr>
                        <a:t>7</a:t>
                      </a:r>
                    </a:p>
                  </a:txBody>
                  <a:tcPr anchor="ctr"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ctr">
                        <a:buNone/>
                      </a:pPr>
                      <a:r>
                        <a:rPr b="0" dirty="0" i="0" lang="en-US" strike="noStrike" sz="1400" u="none">
                          <a:solidFill>
                            <a:srgbClr val="000000"/>
                          </a:solidFill>
                          <a:effectLst/>
                          <a:latin charset="0" panose="020B0004020202020204" pitchFamily="34" typeface="Aptos Narrow"/>
                        </a:rPr>
                        <a:t>8</a:t>
                      </a:r>
                    </a:p>
                  </a:txBody>
                  <a:tcPr anchor="ctr"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ctr">
                        <a:buNone/>
                      </a:pPr>
                      <a:r>
                        <a:rPr b="0" dirty="0" i="0" lang="en-US" strike="noStrike" sz="1400" u="none">
                          <a:solidFill>
                            <a:srgbClr val="000000"/>
                          </a:solidFill>
                          <a:effectLst/>
                          <a:latin charset="0" panose="020B0004020202020204" pitchFamily="34" typeface="Aptos Narrow"/>
                        </a:rPr>
                        <a:t>9</a:t>
                      </a:r>
                    </a:p>
                  </a:txBody>
                  <a:tcPr anchor="ctr"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2693215581"/>
                  </a:ext>
                </a:extLst>
              </a:tr>
              <a:tr h="365898">
                <a:tc>
                  <a:txBody>
                    <a:bodyPr/>
                    <a:lstStyle/>
                    <a:p>
                      <a:pPr algn="ctr" fontAlgn="b">
                        <a:buNone/>
                      </a:pPr>
                      <a:r>
                        <a:rPr b="0" dirty="0" i="0" lang="en-US" strike="noStrike" sz="1400" u="none">
                          <a:solidFill>
                            <a:srgbClr val="000000"/>
                          </a:solidFill>
                          <a:effectLst/>
                          <a:latin charset="0" panose="020B0004020202020204" pitchFamily="34" typeface="Aptos Narrow"/>
                        </a:rPr>
                        <a:t>Probability</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0.301</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0.176</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0.125</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0.097</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0.079</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0.067</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0.058</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0.051</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0.046</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2006395926"/>
                  </a:ext>
                </a:extLst>
              </a:tr>
            </a:tbl>
          </a:graphicData>
        </a:graphic>
      </p:graphicFrame>
      <p:sp>
        <p:nvSpPr>
          <p:cNvPr id="3" name="Content Placeholder 2">
            <a:extLst>
              <a:ext uri="{FF2B5EF4-FFF2-40B4-BE49-F238E27FC236}">
                <a16:creationId xmlns:a16="http://schemas.microsoft.com/office/drawing/2014/main" id="{5EA6A647-8B20-AD58-7540-585C9C7A9B14}"/>
              </a:ext>
            </a:extLst>
          </p:cNvPr>
          <p:cNvSpPr>
            <a:spLocks noGrp="1"/>
          </p:cNvSpPr>
          <p:nvPr>
            <p:ph idx="1"/>
          </p:nvPr>
        </p:nvSpPr>
        <p:spPr/>
        <p:txBody>
          <a:bodyPr>
            <a:normAutofit/>
          </a:bodyPr>
          <a:lstStyle/>
          <a:p>
            <a:pPr indent="0" marL="0">
              <a:buNone/>
            </a:pPr>
            <a:r>
              <a:rPr dirty="0" lang="en-US" sz="2000"/>
              <a:t>The IRS uses Benford’s Law to detect fraudulent tax returns. They observe the first digits of the amounts claimed as deductions and compare those relative frequencies to the theoretical distribution.  </a:t>
            </a:r>
          </a:p>
          <a:p>
            <a:pPr indent="0" marL="0">
              <a:buNone/>
            </a:pPr>
            <a:endParaRPr dirty="0" lang="en-US" sz="2000"/>
          </a:p>
          <a:p>
            <a:pPr indent="0" marL="0">
              <a:buNone/>
            </a:pPr>
            <a:endParaRPr dirty="0" lang="en-US" sz="2000"/>
          </a:p>
          <a:p>
            <a:pPr indent="0" marL="0">
              <a:buNone/>
            </a:pPr>
            <a:endParaRPr dirty="0" lang="en-US" sz="2000"/>
          </a:p>
          <a:p>
            <a:pPr indent="0" marL="0">
              <a:buNone/>
            </a:pPr>
            <a:endParaRPr dirty="0" lang="en-US" sz="2000"/>
          </a:p>
          <a:p>
            <a:pPr indent="0" marL="0">
              <a:buNone/>
            </a:pPr>
            <a:r>
              <a:rPr dirty="0" lang="en-US" sz="2000"/>
              <a:t>Large discrepancies suggest fraud has been committed. Benford’s Law is one example of a </a:t>
            </a:r>
            <a:r>
              <a:rPr b="1" dirty="0" lang="en-US" sz="2000"/>
              <a:t>probability distribution</a:t>
            </a:r>
            <a:r>
              <a:rPr dirty="0" lang="en-US" sz="2000"/>
              <a:t>, a table or graph that pairs each possible value of a random variable with its respective probability.</a:t>
            </a:r>
          </a:p>
        </p:txBody>
      </p:sp>
      <p:sp>
        <p:nvSpPr>
          <p:cNvPr id="4" name="Footer Placeholder 3">
            <a:extLst>
              <a:ext uri="{FF2B5EF4-FFF2-40B4-BE49-F238E27FC236}">
                <a16:creationId xmlns:a16="http://schemas.microsoft.com/office/drawing/2014/main" id="{9B9CD208-36DA-7427-2339-AAB0EFCF2D84}"/>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67C03EA4-3095-5286-CB98-50481EE11A2C}"/>
              </a:ext>
            </a:extLst>
          </p:cNvPr>
          <p:cNvSpPr>
            <a:spLocks noGrp="1"/>
          </p:cNvSpPr>
          <p:nvPr>
            <p:ph idx="12" sz="quarter" type="sldNum"/>
          </p:nvPr>
        </p:nvSpPr>
        <p:spPr/>
        <p:txBody>
          <a:bodyPr/>
          <a:lstStyle/>
          <a:p>
            <a:fld id="{330EA680-D336-4FF7-8B7A-9848BB0A1C32}" type="slidenum">
              <a:rPr lang="en-US" smtClean="0">
                <a:solidFill>
                  <a:srgbClr val="000000"/>
                </a:solidFill>
              </a:rPr>
              <a:t>2</a:t>
            </a:fld>
            <a:endParaRPr dirty="0" lang="en-US"/>
          </a:p>
        </p:txBody>
      </p:sp>
    </p:spTree>
    <p:extLst>
      <p:ext uri="{BB962C8B-B14F-4D97-AF65-F5344CB8AC3E}">
        <p14:creationId xmlns:p14="http://schemas.microsoft.com/office/powerpoint/2010/main" val="1385971009"/>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4A7E3-7981-C36C-259F-1CC24A7C584A}"/>
              </a:ext>
            </a:extLst>
          </p:cNvPr>
          <p:cNvSpPr>
            <a:spLocks noGrp="1"/>
          </p:cNvSpPr>
          <p:nvPr>
            <p:ph type="title"/>
          </p:nvPr>
        </p:nvSpPr>
        <p:spPr/>
        <p:txBody>
          <a:bodyPr/>
          <a:lstStyle/>
          <a:p>
            <a:r>
              <a:rPr dirty="0" lang="en-US"/>
              <a:t>Random Variables</a:t>
            </a:r>
          </a:p>
        </p:txBody>
      </p:sp>
      <p:sp>
        <p:nvSpPr>
          <p:cNvPr id="3" name="Content Placeholder 2">
            <a:extLst>
              <a:ext uri="{FF2B5EF4-FFF2-40B4-BE49-F238E27FC236}">
                <a16:creationId xmlns:a16="http://schemas.microsoft.com/office/drawing/2014/main" id="{764DF23E-A5C5-C2F9-2649-132E0E068745}"/>
              </a:ext>
            </a:extLst>
          </p:cNvPr>
          <p:cNvSpPr>
            <a:spLocks noGrp="1"/>
          </p:cNvSpPr>
          <p:nvPr>
            <p:ph idx="1"/>
          </p:nvPr>
        </p:nvSpPr>
        <p:spPr/>
        <p:txBody>
          <a:bodyPr>
            <a:normAutofit fontScale="77500" lnSpcReduction="20000"/>
          </a:bodyPr>
          <a:lstStyle/>
          <a:p>
            <a:pPr fontAlgn="base" indent="0" marL="0">
              <a:buNone/>
            </a:pPr>
            <a:r>
              <a:rPr dirty="0" lang="en-US"/>
              <a:t>A </a:t>
            </a:r>
            <a:r>
              <a:rPr b="1" dirty="0" lang="en-US"/>
              <a:t>random variable</a:t>
            </a:r>
            <a:r>
              <a:rPr dirty="0" lang="en-US"/>
              <a:t> is a numerical outcome of a probability experiment. Random variables can either be discrete or continuous.  </a:t>
            </a:r>
          </a:p>
          <a:p>
            <a:pPr fontAlgn="base" indent="0" marL="0">
              <a:buNone/>
            </a:pPr>
            <a:r>
              <a:rPr dirty="0" lang="en-US"/>
              <a:t>Practice: Determine whether each variable below is a discrete random variable (DRV) or a continuous random variable (CRV).  </a:t>
            </a:r>
            <a:br>
              <a:rPr dirty="0" lang="en-US"/>
            </a:br>
            <a:r>
              <a:rPr dirty="0" lang="en-US"/>
              <a:t> </a:t>
            </a:r>
          </a:p>
          <a:p>
            <a:pPr fontAlgn="base" indent="-514350" marL="514350">
              <a:buAutoNum type="arabicPeriod"/>
            </a:pPr>
            <a:r>
              <a:rPr dirty="0" lang="en-US"/>
              <a:t>The distance a KSU employee must commute for work.  </a:t>
            </a:r>
          </a:p>
          <a:p>
            <a:pPr fontAlgn="base" indent="-514350" marL="514350">
              <a:buAutoNum type="arabicPeriod"/>
            </a:pPr>
            <a:r>
              <a:rPr dirty="0" lang="en-US"/>
              <a:t>The result of a d20 die roll in a game of D&amp;D.  </a:t>
            </a:r>
          </a:p>
          <a:p>
            <a:pPr fontAlgn="base" indent="-514350" marL="514350">
              <a:buAutoNum type="arabicPeriod"/>
            </a:pPr>
            <a:r>
              <a:rPr dirty="0" lang="en-US"/>
              <a:t>The number of customers who order the newest menu item at the Marietta Diner.  </a:t>
            </a:r>
          </a:p>
          <a:p>
            <a:pPr fontAlgn="base" indent="-514350" marL="514350">
              <a:buAutoNum type="arabicPeriod"/>
            </a:pPr>
            <a:r>
              <a:rPr dirty="0" lang="en-US"/>
              <a:t>The proportion of lab rats who recovered from illness ABC using medication XYZ.  </a:t>
            </a:r>
          </a:p>
          <a:p>
            <a:pPr fontAlgn="base" indent="-514350" marL="514350">
              <a:buAutoNum type="arabicPeriod"/>
            </a:pPr>
            <a:r>
              <a:rPr dirty="0" lang="en-US"/>
              <a:t>The speed of a commercial jet. </a:t>
            </a:r>
            <a:br>
              <a:rPr dirty="0" lang="en-US"/>
            </a:br>
            <a:r>
              <a:rPr dirty="0" lang="en-US"/>
              <a:t>  </a:t>
            </a:r>
          </a:p>
          <a:p>
            <a:pPr fontAlgn="base" indent="0" marL="0">
              <a:buNone/>
            </a:pPr>
            <a:r>
              <a:rPr dirty="0" lang="en-US"/>
              <a:t>*Remember: if you have trouble determining these types of problems, try and list the possible values of the random variable.  </a:t>
            </a:r>
          </a:p>
          <a:p>
            <a:pPr indent="0" marL="0">
              <a:buNone/>
            </a:pPr>
            <a:endParaRPr dirty="0" lang="en-US"/>
          </a:p>
        </p:txBody>
      </p:sp>
      <p:sp>
        <p:nvSpPr>
          <p:cNvPr id="4" name="Footer Placeholder 3">
            <a:extLst>
              <a:ext uri="{FF2B5EF4-FFF2-40B4-BE49-F238E27FC236}">
                <a16:creationId xmlns:a16="http://schemas.microsoft.com/office/drawing/2014/main" id="{8F67CD55-B787-E795-2713-9744E98FACD2}"/>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F4C8587E-9031-57E2-E7B7-9DE216708865}"/>
              </a:ext>
            </a:extLst>
          </p:cNvPr>
          <p:cNvSpPr>
            <a:spLocks noGrp="1"/>
          </p:cNvSpPr>
          <p:nvPr>
            <p:ph idx="12" sz="quarter" type="sldNum"/>
          </p:nvPr>
        </p:nvSpPr>
        <p:spPr/>
        <p:txBody>
          <a:bodyPr/>
          <a:lstStyle/>
          <a:p>
            <a:fld id="{330EA680-D336-4FF7-8B7A-9848BB0A1C32}" type="slidenum">
              <a:rPr lang="en-US" smtClean="0">
                <a:solidFill>
                  <a:srgbClr val="000000"/>
                </a:solidFill>
              </a:rPr>
              <a:t>3</a:t>
            </a:fld>
            <a:endParaRPr dirty="0" lang="en-US"/>
          </a:p>
        </p:txBody>
      </p:sp>
    </p:spTree>
    <p:extLst>
      <p:ext uri="{BB962C8B-B14F-4D97-AF65-F5344CB8AC3E}">
        <p14:creationId xmlns:p14="http://schemas.microsoft.com/office/powerpoint/2010/main" val="1920323225"/>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0C890-5B99-F8E2-6BBE-0155C5698830}"/>
              </a:ext>
            </a:extLst>
          </p:cNvPr>
          <p:cNvSpPr>
            <a:spLocks noGrp="1"/>
          </p:cNvSpPr>
          <p:nvPr>
            <p:ph type="title"/>
          </p:nvPr>
        </p:nvSpPr>
        <p:spPr/>
        <p:txBody>
          <a:bodyPr/>
          <a:lstStyle/>
          <a:p>
            <a:r>
              <a:rPr dirty="0" lang="en-US"/>
              <a:t>Probability Distribution </a:t>
            </a:r>
          </a:p>
        </p:txBody>
      </p:sp>
      <p:sp>
        <p:nvSpPr>
          <p:cNvPr id="3" name="Content Placeholder 2">
            <a:extLst>
              <a:ext uri="{FF2B5EF4-FFF2-40B4-BE49-F238E27FC236}">
                <a16:creationId xmlns:a16="http://schemas.microsoft.com/office/drawing/2014/main" id="{BDB7ED3D-5472-330A-701E-6144F5F3ECEE}"/>
              </a:ext>
            </a:extLst>
          </p:cNvPr>
          <p:cNvSpPr>
            <a:spLocks noGrp="1"/>
          </p:cNvSpPr>
          <p:nvPr>
            <p:ph idx="1"/>
          </p:nvPr>
        </p:nvSpPr>
        <p:spPr/>
        <p:txBody>
          <a:bodyPr/>
          <a:lstStyle/>
          <a:p>
            <a:pPr fontAlgn="base" indent="0" marL="0">
              <a:buNone/>
            </a:pPr>
            <a:r>
              <a:rPr dirty="0" lang="en-US" sz="2400"/>
              <a:t>A </a:t>
            </a:r>
            <a:r>
              <a:rPr b="1" dirty="0" lang="en-US" sz="2400"/>
              <a:t>probability distribution</a:t>
            </a:r>
            <a:r>
              <a:rPr dirty="0" lang="en-US" sz="2400"/>
              <a:t> is a table or a histogram that maps each possible outcome of the random variable to its probability. The random variable is represented by a </a:t>
            </a:r>
            <a:r>
              <a:rPr b="1" dirty="0" lang="en-US" sz="2400"/>
              <a:t>capital letter</a:t>
            </a:r>
            <a:r>
              <a:rPr dirty="0" lang="en-US" sz="2400"/>
              <a:t>.  </a:t>
            </a:r>
          </a:p>
          <a:p>
            <a:pPr fontAlgn="base" indent="0" marL="0">
              <a:buNone/>
            </a:pPr>
            <a:r>
              <a:rPr b="1" dirty="0" lang="en-US" sz="2400"/>
              <a:t>For example</a:t>
            </a:r>
            <a:r>
              <a:rPr dirty="0" lang="en-US" sz="2400"/>
              <a:t>, we flip a </a:t>
            </a:r>
            <a:r>
              <a:rPr dirty="0" i="1" lang="en-US" sz="2400">
                <a:solidFill>
                  <a:srgbClr val="666666"/>
                </a:solidFill>
              </a:rPr>
              <a:t>fair</a:t>
            </a:r>
            <a:r>
              <a:rPr dirty="0" lang="en-US" sz="2400"/>
              <a:t> coin twice. Let X be the number of Heads we observe.</a:t>
            </a:r>
          </a:p>
          <a:p>
            <a:pPr indent="0" marL="0">
              <a:buNone/>
            </a:pPr>
            <a:endParaRPr dirty="0" lang="en-US"/>
          </a:p>
        </p:txBody>
      </p:sp>
      <p:graphicFrame>
        <p:nvGraphicFramePr>
          <p:cNvPr id="6" name="Table 5">
            <a:extLst>
              <a:ext uri="{FF2B5EF4-FFF2-40B4-BE49-F238E27FC236}">
                <a16:creationId xmlns:a16="http://schemas.microsoft.com/office/drawing/2014/main" id="{E825B764-BC9E-EBC6-9F52-AC7480AC98BA}"/>
              </a:ext>
            </a:extLst>
          </p:cNvPr>
          <p:cNvGraphicFramePr>
            <a:graphicFrameLocks noGrp="1"/>
          </p:cNvGraphicFramePr>
          <p:nvPr>
            <p:extLst>
              <p:ext uri="{D42A27DB-BD31-4B8C-83A1-F6EECF244321}">
                <p14:modId xmlns:p14="http://schemas.microsoft.com/office/powerpoint/2010/main" val="2761536064"/>
              </p:ext>
            </p:extLst>
          </p:nvPr>
        </p:nvGraphicFramePr>
        <p:xfrm>
          <a:off x="838200" y="4052481"/>
          <a:ext cx="5210776" cy="1611630"/>
        </p:xfrm>
        <a:graphic>
          <a:graphicData uri="http://schemas.openxmlformats.org/drawingml/2006/table">
            <a:tbl>
              <a:tblPr firstRow="1"/>
              <a:tblGrid>
                <a:gridCol w="739444">
                  <a:extLst>
                    <a:ext uri="{9D8B030D-6E8A-4147-A177-3AD203B41FA5}">
                      <a16:colId xmlns:a16="http://schemas.microsoft.com/office/drawing/2014/main" val="589635034"/>
                    </a:ext>
                  </a:extLst>
                </a:gridCol>
                <a:gridCol w="739444">
                  <a:extLst>
                    <a:ext uri="{9D8B030D-6E8A-4147-A177-3AD203B41FA5}">
                      <a16:colId xmlns:a16="http://schemas.microsoft.com/office/drawing/2014/main" val="2851881910"/>
                    </a:ext>
                  </a:extLst>
                </a:gridCol>
                <a:gridCol w="1709967">
                  <a:extLst>
                    <a:ext uri="{9D8B030D-6E8A-4147-A177-3AD203B41FA5}">
                      <a16:colId xmlns:a16="http://schemas.microsoft.com/office/drawing/2014/main" val="3909914556"/>
                    </a:ext>
                  </a:extLst>
                </a:gridCol>
                <a:gridCol w="2021921">
                  <a:extLst>
                    <a:ext uri="{9D8B030D-6E8A-4147-A177-3AD203B41FA5}">
                      <a16:colId xmlns:a16="http://schemas.microsoft.com/office/drawing/2014/main" val="3431083211"/>
                    </a:ext>
                  </a:extLst>
                </a:gridCol>
              </a:tblGrid>
              <a:tr h="238125">
                <a:tc gridSpan="4">
                  <a:txBody>
                    <a:bodyPr/>
                    <a:lstStyle/>
                    <a:p>
                      <a:pPr algn="ctr" fontAlgn="b">
                        <a:buNone/>
                      </a:pPr>
                      <a:r>
                        <a:rPr b="1" dirty="0" i="0" lang="en-US" strike="noStrike" sz="1400" u="none">
                          <a:solidFill>
                            <a:srgbClr val="000000"/>
                          </a:solidFill>
                          <a:effectLst/>
                          <a:latin charset="0" panose="020B0004020202020204" pitchFamily="34" typeface="Aptos Narrow"/>
                        </a:rPr>
                        <a:t>Sample Space for Flipping a Coin Twice </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1479490"/>
                  </a:ext>
                </a:extLst>
              </a:tr>
              <a:tr h="190500">
                <a:tc>
                  <a:txBody>
                    <a:bodyPr/>
                    <a:lstStyle/>
                    <a:p>
                      <a:pPr algn="ctr" fontAlgn="b">
                        <a:buNone/>
                      </a:pPr>
                      <a:r>
                        <a:rPr b="0" dirty="0" i="0" lang="en-US" strike="noStrike" sz="1400" u="none">
                          <a:solidFill>
                            <a:srgbClr val="000000"/>
                          </a:solidFill>
                          <a:effectLst/>
                          <a:latin charset="0" panose="020B0004020202020204" pitchFamily="34" typeface="Aptos Narrow"/>
                        </a:rPr>
                        <a:t>1st Toss</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2nd Toss </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X = Number of Heads</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Probability </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471048292"/>
                  </a:ext>
                </a:extLst>
              </a:tr>
              <a:tr h="190500">
                <a:tc>
                  <a:txBody>
                    <a:bodyPr/>
                    <a:lstStyle/>
                    <a:p>
                      <a:pPr algn="ctr" fontAlgn="b">
                        <a:buNone/>
                      </a:pPr>
                      <a:r>
                        <a:rPr b="0" dirty="0" i="0" lang="en-US" strike="noStrike" sz="1400" u="none">
                          <a:solidFill>
                            <a:srgbClr val="000000"/>
                          </a:solidFill>
                          <a:effectLst/>
                          <a:latin charset="0" panose="020B0004020202020204" pitchFamily="34" typeface="Aptos Narrow"/>
                        </a:rPr>
                        <a:t>H</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H</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2</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P(HH) = 0.5*0.5 = 0.25 </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2322888477"/>
                  </a:ext>
                </a:extLst>
              </a:tr>
              <a:tr h="190500">
                <a:tc>
                  <a:txBody>
                    <a:bodyPr/>
                    <a:lstStyle/>
                    <a:p>
                      <a:pPr algn="ctr" fontAlgn="b">
                        <a:buNone/>
                      </a:pPr>
                      <a:r>
                        <a:rPr b="0" dirty="0" i="0" lang="en-US" strike="noStrike" sz="1400" u="none">
                          <a:solidFill>
                            <a:srgbClr val="000000"/>
                          </a:solidFill>
                          <a:effectLst/>
                          <a:latin charset="0" panose="020B0004020202020204" pitchFamily="34" typeface="Aptos Narrow"/>
                        </a:rPr>
                        <a:t>H</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T</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1</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P(HT) = 0.5*0.5 = 0.25 </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2301122850"/>
                  </a:ext>
                </a:extLst>
              </a:tr>
              <a:tr h="190500">
                <a:tc>
                  <a:txBody>
                    <a:bodyPr/>
                    <a:lstStyle/>
                    <a:p>
                      <a:pPr algn="ctr" fontAlgn="b">
                        <a:buNone/>
                      </a:pPr>
                      <a:r>
                        <a:rPr b="0" dirty="0" i="0" lang="en-US" strike="noStrike" sz="1400" u="none">
                          <a:solidFill>
                            <a:srgbClr val="000000"/>
                          </a:solidFill>
                          <a:effectLst/>
                          <a:latin charset="0" panose="020B0004020202020204" pitchFamily="34" typeface="Aptos Narrow"/>
                        </a:rPr>
                        <a:t>T</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H</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1</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P(TH) = 0.5*0.5 = 0.25 </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3196389144"/>
                  </a:ext>
                </a:extLst>
              </a:tr>
              <a:tr h="190500">
                <a:tc>
                  <a:txBody>
                    <a:bodyPr/>
                    <a:lstStyle/>
                    <a:p>
                      <a:pPr algn="ctr" fontAlgn="b">
                        <a:buNone/>
                      </a:pPr>
                      <a:r>
                        <a:rPr b="0" dirty="0" i="0" lang="en-US" strike="noStrike" sz="1400" u="none">
                          <a:solidFill>
                            <a:srgbClr val="000000"/>
                          </a:solidFill>
                          <a:effectLst/>
                          <a:latin charset="0" panose="020B0004020202020204" pitchFamily="34" typeface="Aptos Narrow"/>
                        </a:rPr>
                        <a:t>T</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T</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P(TT) = 0.5*0.5 = 0.25 </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4056508459"/>
                  </a:ext>
                </a:extLst>
              </a:tr>
            </a:tbl>
          </a:graphicData>
        </a:graphic>
      </p:graphicFrame>
      <p:cxnSp>
        <p:nvCxnSpPr>
          <p:cNvPr descr="Arrow pointing to the right. " id="9" name="Straight Arrow Connector 8">
            <a:extLst>
              <a:ext uri="{FF2B5EF4-FFF2-40B4-BE49-F238E27FC236}">
                <a16:creationId xmlns:a16="http://schemas.microsoft.com/office/drawing/2014/main" id="{E977653F-61A5-4511-126B-5FC5D6D795B7}"/>
              </a:ext>
            </a:extLst>
          </p:cNvPr>
          <p:cNvCxnSpPr/>
          <p:nvPr/>
        </p:nvCxnSpPr>
        <p:spPr>
          <a:xfrm>
            <a:off x="6215448" y="4858295"/>
            <a:ext cx="9514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7" name="Table 6">
            <a:extLst>
              <a:ext uri="{FF2B5EF4-FFF2-40B4-BE49-F238E27FC236}">
                <a16:creationId xmlns:a16="http://schemas.microsoft.com/office/drawing/2014/main" id="{5FE1138D-1E04-A8B3-E8FF-6441A980B111}"/>
              </a:ext>
            </a:extLst>
          </p:cNvPr>
          <p:cNvGraphicFramePr>
            <a:graphicFrameLocks noGrp="1"/>
          </p:cNvGraphicFramePr>
          <p:nvPr>
            <p:extLst>
              <p:ext uri="{D42A27DB-BD31-4B8C-83A1-F6EECF244321}">
                <p14:modId xmlns:p14="http://schemas.microsoft.com/office/powerpoint/2010/main" val="591295265"/>
              </p:ext>
            </p:extLst>
          </p:nvPr>
        </p:nvGraphicFramePr>
        <p:xfrm>
          <a:off x="7315369" y="4455388"/>
          <a:ext cx="3465900" cy="805815"/>
        </p:xfrm>
        <a:graphic>
          <a:graphicData uri="http://schemas.openxmlformats.org/drawingml/2006/table">
            <a:tbl>
              <a:tblPr firstRow="1"/>
              <a:tblGrid>
                <a:gridCol w="866475">
                  <a:extLst>
                    <a:ext uri="{9D8B030D-6E8A-4147-A177-3AD203B41FA5}">
                      <a16:colId xmlns:a16="http://schemas.microsoft.com/office/drawing/2014/main" val="4109379288"/>
                    </a:ext>
                  </a:extLst>
                </a:gridCol>
                <a:gridCol w="866475">
                  <a:extLst>
                    <a:ext uri="{9D8B030D-6E8A-4147-A177-3AD203B41FA5}">
                      <a16:colId xmlns:a16="http://schemas.microsoft.com/office/drawing/2014/main" val="3680725953"/>
                    </a:ext>
                  </a:extLst>
                </a:gridCol>
                <a:gridCol w="866475">
                  <a:extLst>
                    <a:ext uri="{9D8B030D-6E8A-4147-A177-3AD203B41FA5}">
                      <a16:colId xmlns:a16="http://schemas.microsoft.com/office/drawing/2014/main" val="748129115"/>
                    </a:ext>
                  </a:extLst>
                </a:gridCol>
                <a:gridCol w="866475">
                  <a:extLst>
                    <a:ext uri="{9D8B030D-6E8A-4147-A177-3AD203B41FA5}">
                      <a16:colId xmlns:a16="http://schemas.microsoft.com/office/drawing/2014/main" val="1645336620"/>
                    </a:ext>
                  </a:extLst>
                </a:gridCol>
              </a:tblGrid>
              <a:tr h="238125">
                <a:tc gridSpan="4">
                  <a:txBody>
                    <a:bodyPr/>
                    <a:lstStyle/>
                    <a:p>
                      <a:pPr algn="ctr" fontAlgn="b">
                        <a:buNone/>
                      </a:pPr>
                      <a:r>
                        <a:rPr b="1" dirty="0" i="0" lang="en-US" strike="noStrike" sz="1400" u="none">
                          <a:solidFill>
                            <a:srgbClr val="000000"/>
                          </a:solidFill>
                          <a:effectLst/>
                          <a:latin charset="0" panose="020B0004020202020204" pitchFamily="34" typeface="Aptos Narrow"/>
                        </a:rPr>
                        <a:t>Let X = Number of Heads in Two Coin Flips </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1251451"/>
                  </a:ext>
                </a:extLst>
              </a:tr>
              <a:tr h="190500">
                <a:tc>
                  <a:txBody>
                    <a:bodyPr/>
                    <a:lstStyle/>
                    <a:p>
                      <a:pPr algn="ctr" fontAlgn="b">
                        <a:buNone/>
                      </a:pPr>
                      <a:r>
                        <a:rPr b="0" dirty="0" i="0" lang="en-US" strike="noStrike" sz="1400" u="none">
                          <a:solidFill>
                            <a:srgbClr val="000000"/>
                          </a:solidFill>
                          <a:effectLst/>
                          <a:latin charset="0" panose="020B0004020202020204" pitchFamily="34" typeface="Aptos Narrow"/>
                        </a:rPr>
                        <a:t>X</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1</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2</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3187180321"/>
                  </a:ext>
                </a:extLst>
              </a:tr>
              <a:tr h="190500">
                <a:tc>
                  <a:txBody>
                    <a:bodyPr/>
                    <a:lstStyle/>
                    <a:p>
                      <a:pPr algn="ctr" fontAlgn="b">
                        <a:buNone/>
                      </a:pPr>
                      <a:r>
                        <a:rPr b="0" dirty="0" i="0" lang="en-US" strike="noStrike" sz="1400" u="none">
                          <a:solidFill>
                            <a:srgbClr val="000000"/>
                          </a:solidFill>
                          <a:effectLst/>
                          <a:latin charset="0" panose="020B0004020202020204" pitchFamily="34" typeface="Aptos Narrow"/>
                        </a:rPr>
                        <a:t>P(X)</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0.25</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0.5</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0.25</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2505315951"/>
                  </a:ext>
                </a:extLst>
              </a:tr>
            </a:tbl>
          </a:graphicData>
        </a:graphic>
      </p:graphicFrame>
      <p:sp>
        <p:nvSpPr>
          <p:cNvPr id="4" name="Footer Placeholder 3">
            <a:extLst>
              <a:ext uri="{FF2B5EF4-FFF2-40B4-BE49-F238E27FC236}">
                <a16:creationId xmlns:a16="http://schemas.microsoft.com/office/drawing/2014/main" id="{005C81EE-5840-6F4F-4433-8C3C4270123B}"/>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50E9D9DB-FD67-48AF-962E-53E76045ABF2}"/>
              </a:ext>
            </a:extLst>
          </p:cNvPr>
          <p:cNvSpPr>
            <a:spLocks noGrp="1"/>
          </p:cNvSpPr>
          <p:nvPr>
            <p:ph idx="12" sz="quarter" type="sldNum"/>
          </p:nvPr>
        </p:nvSpPr>
        <p:spPr/>
        <p:txBody>
          <a:bodyPr/>
          <a:lstStyle/>
          <a:p>
            <a:fld id="{330EA680-D336-4FF7-8B7A-9848BB0A1C32}" type="slidenum">
              <a:rPr lang="en-US" smtClean="0">
                <a:solidFill>
                  <a:srgbClr val="000000"/>
                </a:solidFill>
              </a:rPr>
              <a:t>4</a:t>
            </a:fld>
            <a:endParaRPr dirty="0" lang="en-US"/>
          </a:p>
        </p:txBody>
      </p:sp>
    </p:spTree>
    <p:extLst>
      <p:ext uri="{BB962C8B-B14F-4D97-AF65-F5344CB8AC3E}">
        <p14:creationId xmlns:p14="http://schemas.microsoft.com/office/powerpoint/2010/main" val="3088740006"/>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277E7-C073-6516-88AD-546368045426}"/>
              </a:ext>
            </a:extLst>
          </p:cNvPr>
          <p:cNvSpPr>
            <a:spLocks noGrp="1"/>
          </p:cNvSpPr>
          <p:nvPr>
            <p:ph type="title"/>
          </p:nvPr>
        </p:nvSpPr>
        <p:spPr/>
        <p:txBody>
          <a:bodyPr/>
          <a:lstStyle/>
          <a:p>
            <a:r>
              <a:rPr dirty="0" lang="en-US"/>
              <a:t>Criteria for Probability Distributions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7176AEE2-B2BC-3A52-CDEF-15B99575F1C4}"/>
                  </a:ext>
                </a:extLst>
              </p:cNvPr>
              <p:cNvSpPr>
                <a:spLocks noGrp="1"/>
              </p:cNvSpPr>
              <p:nvPr>
                <p:ph idx="1"/>
              </p:nvPr>
            </p:nvSpPr>
            <p:spPr/>
            <p:txBody>
              <a:bodyPr/>
              <a:lstStyle/>
              <a:p>
                <a:pPr fontAlgn="base" indent="0" marL="0">
                  <a:buNone/>
                </a:pPr>
                <a:r>
                  <a:rPr dirty="0" lang="en-US"/>
                  <a:t>A </a:t>
                </a:r>
                <a:r>
                  <a:rPr b="1" dirty="0" lang="en-US"/>
                  <a:t>valid</a:t>
                </a:r>
                <a:r>
                  <a:rPr dirty="0" lang="en-US"/>
                  <a:t> probability distribution meets two </a:t>
                </a:r>
                <a:r>
                  <a:rPr b="1" dirty="0" lang="en-US"/>
                  <a:t>criteria</a:t>
                </a:r>
                <a:r>
                  <a:rPr dirty="0" lang="en-US"/>
                  <a:t>:  </a:t>
                </a:r>
                <a:br>
                  <a:rPr dirty="0" lang="en-US"/>
                </a:br>
                <a:endParaRPr dirty="0" lang="en-US"/>
              </a:p>
              <a:p>
                <a:pPr fontAlgn="base" indent="-514350" marL="514350">
                  <a:buAutoNum type="arabicPeriod"/>
                </a:pPr>
                <a:r>
                  <a:rPr dirty="0" lang="en-US"/>
                  <a:t>Each probability is between 0 and 1 inclusive.  </a:t>
                </a:r>
                <a:br>
                  <a:rPr dirty="0" lang="en-US"/>
                </a:br>
                <a:br>
                  <a:rPr dirty="0" lang="en-US"/>
                </a:br>
                <a14:m>
                  <m:oMath xmlns:m="http://schemas.openxmlformats.org/officeDocument/2006/math">
                    <m:r>
                      <a:rPr b="0" i="1" lang="en-US" smtClean="0">
                        <a:latin charset="0" panose="02040503050406030204" pitchFamily="18" typeface="Cambria Math"/>
                      </a:rPr>
                      <m:t>0</m:t>
                    </m:r>
                    <m:r>
                      <a:rPr b="0"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𝑃</m:t>
                    </m:r>
                    <m:d>
                      <m:dPr>
                        <m:ctrlPr>
                          <a:rPr b="0" i="1" lang="en-US" smtClean="0">
                            <a:latin charset="0" panose="02040503050406030204" pitchFamily="18" typeface="Cambria Math"/>
                            <a:ea charset="0" panose="02040503050406030204" pitchFamily="18" typeface="Cambria Math"/>
                          </a:rPr>
                        </m:ctrlPr>
                      </m:dPr>
                      <m:e>
                        <m:r>
                          <a:rPr b="0" i="1" lang="en-US" smtClean="0">
                            <a:latin charset="0" panose="02040503050406030204" pitchFamily="18" typeface="Cambria Math"/>
                            <a:ea charset="0" panose="02040503050406030204" pitchFamily="18" typeface="Cambria Math"/>
                          </a:rPr>
                          <m:t>𝑋</m:t>
                        </m:r>
                      </m:e>
                    </m:d>
                    <m:r>
                      <a:rPr b="0" i="1" lang="en-US" smtClean="0">
                        <a:latin charset="0" panose="02040503050406030204" pitchFamily="18" typeface="Cambria Math"/>
                        <a:ea charset="0" panose="02040503050406030204" pitchFamily="18" typeface="Cambria Math"/>
                      </a:rPr>
                      <m:t>≤1 </m:t>
                    </m:r>
                    <m:r>
                      <a:rPr b="0" i="1" lang="en-US" smtClean="0">
                        <a:latin charset="0" panose="02040503050406030204" pitchFamily="18" typeface="Cambria Math"/>
                        <a:ea charset="0" panose="02040503050406030204" pitchFamily="18" typeface="Cambria Math"/>
                      </a:rPr>
                      <m:t>𝑓𝑜𝑟</m:t>
                    </m:r>
                    <m:r>
                      <a:rPr b="0" i="1" lang="en-US" smtClean="0">
                        <a:latin charset="0" panose="02040503050406030204" pitchFamily="18" typeface="Cambria Math"/>
                        <a:ea charset="0" panose="02040503050406030204" pitchFamily="18" typeface="Cambria Math"/>
                      </a:rPr>
                      <m:t> </m:t>
                    </m:r>
                    <m:r>
                      <a:rPr b="0" i="1" lang="en-US" smtClean="0">
                        <a:latin charset="0" panose="02040503050406030204" pitchFamily="18" typeface="Cambria Math"/>
                        <a:ea charset="0" panose="02040503050406030204" pitchFamily="18" typeface="Cambria Math"/>
                      </a:rPr>
                      <m:t>𝑎𝑙𝑙</m:t>
                    </m:r>
                    <m:r>
                      <a:rPr b="0" i="1" lang="en-US" smtClean="0">
                        <a:latin charset="0" panose="02040503050406030204" pitchFamily="18" typeface="Cambria Math"/>
                        <a:ea charset="0" panose="02040503050406030204" pitchFamily="18" typeface="Cambria Math"/>
                      </a:rPr>
                      <m:t> </m:t>
                    </m:r>
                    <m:r>
                      <a:rPr b="0" i="1" lang="en-US" smtClean="0">
                        <a:latin charset="0" panose="02040503050406030204" pitchFamily="18" typeface="Cambria Math"/>
                        <a:ea charset="0" panose="02040503050406030204" pitchFamily="18" typeface="Cambria Math"/>
                      </a:rPr>
                      <m:t>𝑃</m:t>
                    </m:r>
                    <m:d>
                      <m:dPr>
                        <m:ctrlPr>
                          <a:rPr b="0" i="1" lang="en-US" smtClean="0">
                            <a:latin charset="0" panose="02040503050406030204" pitchFamily="18" typeface="Cambria Math"/>
                            <a:ea charset="0" panose="02040503050406030204" pitchFamily="18" typeface="Cambria Math"/>
                          </a:rPr>
                        </m:ctrlPr>
                      </m:dPr>
                      <m:e>
                        <m:r>
                          <a:rPr b="0" i="1" lang="en-US" smtClean="0">
                            <a:latin charset="0" panose="02040503050406030204" pitchFamily="18" typeface="Cambria Math"/>
                            <a:ea charset="0" panose="02040503050406030204" pitchFamily="18" typeface="Cambria Math"/>
                          </a:rPr>
                          <m:t>𝑋</m:t>
                        </m:r>
                      </m:e>
                    </m:d>
                  </m:oMath>
                </a14:m>
                <a:br>
                  <a:rPr dirty="0" lang="en-US"/>
                </a:br>
                <a:br>
                  <a:rPr dirty="0" lang="en-US"/>
                </a:br>
                <a:endParaRPr dirty="0" lang="en-US"/>
              </a:p>
              <a:p>
                <a:pPr fontAlgn="base" indent="-514350" marL="514350">
                  <a:buAutoNum type="arabicPeriod"/>
                </a:pPr>
                <a:r>
                  <a:rPr dirty="0" lang="en-US"/>
                  <a:t>The sum of the probabilities is 1.  </a:t>
                </a:r>
                <a:br>
                  <a:rPr dirty="0" lang="en-US"/>
                </a:br>
                <a:br>
                  <a:rPr dirty="0" lang="en-US"/>
                </a:br>
                <a14:m>
                  <m:oMath xmlns:m="http://schemas.openxmlformats.org/officeDocument/2006/math">
                    <m:r>
                      <m:rPr>
                        <m:sty m:val="p"/>
                      </m:rPr>
                      <a:rPr i="1" lang="el-GR" smtClean="0">
                        <a:latin charset="0" panose="02040503050406030204" pitchFamily="18" typeface="Cambria Math"/>
                        <a:ea charset="0" panose="02040503050406030204" pitchFamily="18" typeface="Cambria Math"/>
                      </a:rPr>
                      <m:t>Σ</m:t>
                    </m:r>
                    <m:r>
                      <a:rPr b="0"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𝑃</m:t>
                    </m:r>
                    <m:d>
                      <m:dPr>
                        <m:ctrlPr>
                          <a:rPr b="0" i="1" lang="en-US" smtClean="0">
                            <a:latin charset="0" panose="02040503050406030204" pitchFamily="18" typeface="Cambria Math"/>
                            <a:ea charset="0" panose="02040503050406030204" pitchFamily="18" typeface="Cambria Math"/>
                          </a:rPr>
                        </m:ctrlPr>
                      </m:dPr>
                      <m:e>
                        <m:r>
                          <a:rPr b="0" i="1" lang="en-US" smtClean="0">
                            <a:latin charset="0" panose="02040503050406030204" pitchFamily="18" typeface="Cambria Math"/>
                            <a:ea charset="0" panose="02040503050406030204" pitchFamily="18" typeface="Cambria Math"/>
                          </a:rPr>
                          <m:t>𝑋</m:t>
                        </m:r>
                      </m:e>
                    </m:d>
                    <m:r>
                      <a:rPr b="0" i="1" lang="en-US" smtClean="0">
                        <a:latin charset="0" panose="02040503050406030204" pitchFamily="18" typeface="Cambria Math"/>
                        <a:ea charset="0" panose="02040503050406030204" pitchFamily="18" typeface="Cambria Math"/>
                      </a:rPr>
                      <m:t>)=1</m:t>
                    </m:r>
                  </m:oMath>
                </a14:m>
                <a:br>
                  <a:rPr dirty="0" lang="en-US"/>
                </a:br>
                <a:endParaRPr dirty="0" lang="en-US"/>
              </a:p>
              <a:p>
                <a:endParaRPr dirty="0" lang="en-US"/>
              </a:p>
            </p:txBody>
          </p:sp>
        </mc:Choice>
        <mc:Fallback>
          <p:sp>
            <p:nvSpPr>
              <p:cNvPr id="3" name="Content Placeholder 2">
                <a:extLst>
                  <a:ext uri="{FF2B5EF4-FFF2-40B4-BE49-F238E27FC236}">
                    <a16:creationId xmlns:a16="http://schemas.microsoft.com/office/drawing/2014/main" id="{7176AEE2-B2BC-3A52-CDEF-15B99575F1C4}"/>
                  </a:ext>
                </a:extLst>
              </p:cNvPr>
              <p:cNvSpPr>
                <a:spLocks noAdjustHandles="1" noChangeArrowheads="1" noChangeAspect="1" noChangeShapeType="1" noEditPoints="1" noGrp="1" noMove="1" noResize="1" noRot="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394732A-FF98-5414-40F9-7D9C76F71B0E}"/>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4989F495-BDC1-2B2B-4B39-16D2EF010663}"/>
              </a:ext>
            </a:extLst>
          </p:cNvPr>
          <p:cNvSpPr>
            <a:spLocks noGrp="1"/>
          </p:cNvSpPr>
          <p:nvPr>
            <p:ph idx="12" sz="quarter" type="sldNum"/>
          </p:nvPr>
        </p:nvSpPr>
        <p:spPr/>
        <p:txBody>
          <a:bodyPr/>
          <a:lstStyle/>
          <a:p>
            <a:fld id="{330EA680-D336-4FF7-8B7A-9848BB0A1C32}" type="slidenum">
              <a:rPr lang="en-US" smtClean="0">
                <a:solidFill>
                  <a:srgbClr val="000000"/>
                </a:solidFill>
              </a:rPr>
              <a:t>5</a:t>
            </a:fld>
            <a:endParaRPr dirty="0" lang="en-US"/>
          </a:p>
        </p:txBody>
      </p:sp>
    </p:spTree>
    <p:extLst>
      <p:ext uri="{BB962C8B-B14F-4D97-AF65-F5344CB8AC3E}">
        <p14:creationId xmlns:p14="http://schemas.microsoft.com/office/powerpoint/2010/main" val="2074307121"/>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A26BA-896C-DEB0-840C-AB6B14B0E048}"/>
              </a:ext>
            </a:extLst>
          </p:cNvPr>
          <p:cNvSpPr>
            <a:spLocks noGrp="1"/>
          </p:cNvSpPr>
          <p:nvPr>
            <p:ph type="title"/>
          </p:nvPr>
        </p:nvSpPr>
        <p:spPr/>
        <p:txBody>
          <a:bodyPr/>
          <a:lstStyle/>
          <a:p>
            <a:r>
              <a:rPr dirty="0" lang="en-US"/>
              <a:t>Calculating Probabilities </a:t>
            </a:r>
          </a:p>
        </p:txBody>
      </p:sp>
      <p:sp>
        <p:nvSpPr>
          <p:cNvPr id="3" name="Content Placeholder 2">
            <a:extLst>
              <a:ext uri="{FF2B5EF4-FFF2-40B4-BE49-F238E27FC236}">
                <a16:creationId xmlns:a16="http://schemas.microsoft.com/office/drawing/2014/main" id="{F282C2A4-A799-3B57-2766-A4E38B95E7D7}"/>
              </a:ext>
            </a:extLst>
          </p:cNvPr>
          <p:cNvSpPr>
            <a:spLocks noGrp="1"/>
          </p:cNvSpPr>
          <p:nvPr>
            <p:ph idx="1"/>
          </p:nvPr>
        </p:nvSpPr>
        <p:spPr/>
        <p:txBody>
          <a:bodyPr>
            <a:normAutofit fontScale="85000" lnSpcReduction="20000"/>
          </a:bodyPr>
          <a:lstStyle/>
          <a:p>
            <a:pPr indent="0" marL="0">
              <a:buNone/>
            </a:pPr>
            <a:r>
              <a:rPr dirty="0" lang="en-US" sz="2000"/>
              <a:t>The following discrete probability distribution displays the number of menu items ordered by customers at Gigi’s Café. Calculate the probabilities below.</a:t>
            </a:r>
          </a:p>
          <a:p>
            <a:pPr indent="0" marL="0">
              <a:buNone/>
            </a:pPr>
            <a:endParaRPr dirty="0" lang="en-US" sz="2000"/>
          </a:p>
          <a:p>
            <a:pPr indent="0" marL="0">
              <a:buNone/>
            </a:pPr>
            <a:endParaRPr dirty="0" lang="en-US" sz="2000"/>
          </a:p>
          <a:p>
            <a:pPr indent="0" marL="0">
              <a:buNone/>
            </a:pPr>
            <a:endParaRPr dirty="0" lang="en-US" sz="2000"/>
          </a:p>
          <a:p>
            <a:pPr indent="0" marL="0">
              <a:buNone/>
            </a:pPr>
            <a:r>
              <a:rPr dirty="0" lang="en-US" sz="2000"/>
              <a:t>What is the probability that a customer will order…</a:t>
            </a:r>
          </a:p>
          <a:p>
            <a:pPr indent="-457200" marL="457200">
              <a:buAutoNum type="arabicPeriod"/>
            </a:pPr>
            <a:r>
              <a:rPr dirty="0" lang="en-US" sz="2000"/>
              <a:t>Exactly one item? </a:t>
            </a:r>
          </a:p>
          <a:p>
            <a:pPr indent="-457200" marL="457200">
              <a:buAutoNum type="arabicPeriod"/>
            </a:pPr>
            <a:r>
              <a:rPr dirty="0" lang="en-US" sz="2000"/>
              <a:t>Two or three items? </a:t>
            </a:r>
          </a:p>
          <a:p>
            <a:pPr indent="-457200" marL="457200">
              <a:buAutoNum type="arabicPeriod"/>
            </a:pPr>
            <a:r>
              <a:rPr dirty="0" lang="en-US" sz="2000"/>
              <a:t>More than two items? </a:t>
            </a:r>
          </a:p>
          <a:p>
            <a:pPr indent="-457200" marL="457200">
              <a:buAutoNum type="arabicPeriod"/>
            </a:pPr>
            <a:r>
              <a:rPr dirty="0" lang="en-US" sz="2000"/>
              <a:t>At least four items? </a:t>
            </a:r>
          </a:p>
          <a:p>
            <a:pPr indent="-457200" marL="457200">
              <a:buAutoNum type="arabicPeriod"/>
            </a:pPr>
            <a:r>
              <a:rPr dirty="0" lang="en-US" sz="2000"/>
              <a:t>Fewer than six items? </a:t>
            </a:r>
          </a:p>
          <a:p>
            <a:pPr indent="-457200" marL="457200">
              <a:buAutoNum type="arabicPeriod"/>
            </a:pPr>
            <a:r>
              <a:rPr dirty="0" lang="en-US" sz="2000"/>
              <a:t>At most three items? </a:t>
            </a:r>
          </a:p>
          <a:p>
            <a:pPr indent="-457200" marL="457200">
              <a:buAutoNum type="arabicPeriod"/>
            </a:pPr>
            <a:r>
              <a:rPr dirty="0" lang="en-US" sz="2000"/>
              <a:t>Between two and four items inclusive? </a:t>
            </a:r>
          </a:p>
          <a:p>
            <a:pPr indent="-457200" marL="457200">
              <a:buAutoNum type="arabicPeriod"/>
            </a:pPr>
            <a:r>
              <a:rPr dirty="0" lang="en-US" sz="2000"/>
              <a:t>At least three but fewer than six items?  </a:t>
            </a:r>
          </a:p>
        </p:txBody>
      </p:sp>
      <p:graphicFrame>
        <p:nvGraphicFramePr>
          <p:cNvPr id="6" name="Table 5">
            <a:extLst>
              <a:ext uri="{FF2B5EF4-FFF2-40B4-BE49-F238E27FC236}">
                <a16:creationId xmlns:a16="http://schemas.microsoft.com/office/drawing/2014/main" id="{0DF8624D-64D2-547B-BDD9-687198FC9969}"/>
              </a:ext>
            </a:extLst>
          </p:cNvPr>
          <p:cNvGraphicFramePr>
            <a:graphicFrameLocks noGrp="1"/>
          </p:cNvGraphicFramePr>
          <p:nvPr>
            <p:extLst>
              <p:ext uri="{D42A27DB-BD31-4B8C-83A1-F6EECF244321}">
                <p14:modId xmlns:p14="http://schemas.microsoft.com/office/powerpoint/2010/main" val="952090504"/>
              </p:ext>
            </p:extLst>
          </p:nvPr>
        </p:nvGraphicFramePr>
        <p:xfrm>
          <a:off x="3811028" y="2327036"/>
          <a:ext cx="4569943" cy="805815"/>
        </p:xfrm>
        <a:graphic>
          <a:graphicData uri="http://schemas.openxmlformats.org/drawingml/2006/table">
            <a:tbl>
              <a:tblPr firstRow="1"/>
              <a:tblGrid>
                <a:gridCol w="652849">
                  <a:extLst>
                    <a:ext uri="{9D8B030D-6E8A-4147-A177-3AD203B41FA5}">
                      <a16:colId xmlns:a16="http://schemas.microsoft.com/office/drawing/2014/main" val="1356255125"/>
                    </a:ext>
                  </a:extLst>
                </a:gridCol>
                <a:gridCol w="652849">
                  <a:extLst>
                    <a:ext uri="{9D8B030D-6E8A-4147-A177-3AD203B41FA5}">
                      <a16:colId xmlns:a16="http://schemas.microsoft.com/office/drawing/2014/main" val="895711712"/>
                    </a:ext>
                  </a:extLst>
                </a:gridCol>
                <a:gridCol w="652849">
                  <a:extLst>
                    <a:ext uri="{9D8B030D-6E8A-4147-A177-3AD203B41FA5}">
                      <a16:colId xmlns:a16="http://schemas.microsoft.com/office/drawing/2014/main" val="2221597612"/>
                    </a:ext>
                  </a:extLst>
                </a:gridCol>
                <a:gridCol w="652849">
                  <a:extLst>
                    <a:ext uri="{9D8B030D-6E8A-4147-A177-3AD203B41FA5}">
                      <a16:colId xmlns:a16="http://schemas.microsoft.com/office/drawing/2014/main" val="2046524619"/>
                    </a:ext>
                  </a:extLst>
                </a:gridCol>
                <a:gridCol w="652849">
                  <a:extLst>
                    <a:ext uri="{9D8B030D-6E8A-4147-A177-3AD203B41FA5}">
                      <a16:colId xmlns:a16="http://schemas.microsoft.com/office/drawing/2014/main" val="3973494887"/>
                    </a:ext>
                  </a:extLst>
                </a:gridCol>
                <a:gridCol w="652849">
                  <a:extLst>
                    <a:ext uri="{9D8B030D-6E8A-4147-A177-3AD203B41FA5}">
                      <a16:colId xmlns:a16="http://schemas.microsoft.com/office/drawing/2014/main" val="937869881"/>
                    </a:ext>
                  </a:extLst>
                </a:gridCol>
                <a:gridCol w="652849">
                  <a:extLst>
                    <a:ext uri="{9D8B030D-6E8A-4147-A177-3AD203B41FA5}">
                      <a16:colId xmlns:a16="http://schemas.microsoft.com/office/drawing/2014/main" val="3148278325"/>
                    </a:ext>
                  </a:extLst>
                </a:gridCol>
              </a:tblGrid>
              <a:tr h="213823">
                <a:tc gridSpan="7">
                  <a:txBody>
                    <a:bodyPr/>
                    <a:lstStyle/>
                    <a:p>
                      <a:pPr algn="ctr" fontAlgn="b">
                        <a:buNone/>
                      </a:pPr>
                      <a:r>
                        <a:rPr b="1" dirty="0" i="0" lang="en-US" strike="noStrike" sz="1400" u="none">
                          <a:solidFill>
                            <a:srgbClr val="000000"/>
                          </a:solidFill>
                          <a:effectLst/>
                          <a:latin charset="0" panose="020B0004020202020204" pitchFamily="34" typeface="Aptos Narrow"/>
                        </a:rPr>
                        <a:t>Number of Menu Items Ordered at Gigi's Cafe </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09997829"/>
                  </a:ext>
                </a:extLst>
              </a:tr>
              <a:tr h="190500">
                <a:tc>
                  <a:txBody>
                    <a:bodyPr/>
                    <a:lstStyle/>
                    <a:p>
                      <a:pPr algn="ctr" fontAlgn="b">
                        <a:buNone/>
                      </a:pPr>
                      <a:r>
                        <a:rPr b="0" dirty="0" i="0" lang="en-US" strike="noStrike" sz="1400" u="none">
                          <a:solidFill>
                            <a:srgbClr val="000000"/>
                          </a:solidFill>
                          <a:effectLst/>
                          <a:latin charset="0" panose="020B0004020202020204" pitchFamily="34" typeface="Aptos Narrow"/>
                        </a:rPr>
                        <a:t>X</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1</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2</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3</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4</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5</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6</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61796794"/>
                  </a:ext>
                </a:extLst>
              </a:tr>
              <a:tr h="190500">
                <a:tc>
                  <a:txBody>
                    <a:bodyPr/>
                    <a:lstStyle/>
                    <a:p>
                      <a:pPr algn="ctr" fontAlgn="b">
                        <a:buNone/>
                      </a:pPr>
                      <a:r>
                        <a:rPr b="0" dirty="0" i="0" lang="en-US" strike="noStrike" sz="1400" u="none">
                          <a:solidFill>
                            <a:srgbClr val="000000"/>
                          </a:solidFill>
                          <a:effectLst/>
                          <a:latin charset="0" panose="020B0004020202020204" pitchFamily="34" typeface="Aptos Narrow"/>
                        </a:rPr>
                        <a:t>P(X)</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0.323</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0.406</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0.112</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0.045</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0.098</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tc>
                  <a:txBody>
                    <a:bodyPr/>
                    <a:lstStyle/>
                    <a:p>
                      <a:pPr algn="ctr" fontAlgn="b">
                        <a:buNone/>
                      </a:pPr>
                      <a:r>
                        <a:rPr b="0" dirty="0" i="0" lang="en-US" strike="noStrike" sz="1400" u="none">
                          <a:solidFill>
                            <a:srgbClr val="000000"/>
                          </a:solidFill>
                          <a:effectLst/>
                          <a:latin charset="0" panose="020B0004020202020204" pitchFamily="34" typeface="Aptos Narrow"/>
                        </a:rPr>
                        <a:t>0.016</a:t>
                      </a:r>
                    </a:p>
                  </a:txBody>
                  <a:tcPr anchor="b" marL="9525" marR="9525" marT="9525">
                    <a:lnL algn="ctr" cap="flat" cmpd="sng" w="6350">
                      <a:solidFill>
                        <a:srgbClr val="000000"/>
                      </a:solidFill>
                      <a:prstDash val="solid"/>
                      <a:round/>
                      <a:headEnd len="med" type="none" w="med"/>
                      <a:tailEnd len="med" type="none" w="med"/>
                    </a:lnL>
                    <a:lnR algn="ctr" cap="flat" cmpd="sng" w="6350">
                      <a:solidFill>
                        <a:srgbClr val="000000"/>
                      </a:solidFill>
                      <a:prstDash val="solid"/>
                      <a:round/>
                      <a:headEnd len="med" type="none" w="med"/>
                      <a:tailEnd len="med" type="none" w="med"/>
                    </a:lnR>
                    <a:lnT algn="ctr" cap="flat" cmpd="sng" w="6350">
                      <a:solidFill>
                        <a:srgbClr val="000000"/>
                      </a:solidFill>
                      <a:prstDash val="solid"/>
                      <a:round/>
                      <a:headEnd len="med" type="none" w="med"/>
                      <a:tailEnd len="med" type="none" w="med"/>
                    </a:lnT>
                    <a:lnB algn="ctr" cap="flat" cmpd="sng" w="6350">
                      <a:solidFill>
                        <a:srgbClr val="000000"/>
                      </a:solidFill>
                      <a:prstDash val="solid"/>
                      <a:round/>
                      <a:headEnd len="med" type="none" w="med"/>
                      <a:tailEnd len="med" type="none" w="med"/>
                    </a:lnB>
                    <a:noFill/>
                  </a:tcPr>
                </a:tc>
                <a:extLst>
                  <a:ext uri="{0D108BD9-81ED-4DB2-BD59-A6C34878D82A}">
                    <a16:rowId xmlns:a16="http://schemas.microsoft.com/office/drawing/2014/main" val="2492784382"/>
                  </a:ext>
                </a:extLst>
              </a:tr>
            </a:tbl>
          </a:graphicData>
        </a:graphic>
      </p:graphicFrame>
      <p:sp>
        <p:nvSpPr>
          <p:cNvPr id="4" name="Footer Placeholder 3">
            <a:extLst>
              <a:ext uri="{FF2B5EF4-FFF2-40B4-BE49-F238E27FC236}">
                <a16:creationId xmlns:a16="http://schemas.microsoft.com/office/drawing/2014/main" id="{60B7778C-C6F2-E5A8-F21A-DB774E24385E}"/>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D7DD47F0-BF39-A83C-2B7B-234BCE4FF4F8}"/>
              </a:ext>
            </a:extLst>
          </p:cNvPr>
          <p:cNvSpPr>
            <a:spLocks noGrp="1"/>
          </p:cNvSpPr>
          <p:nvPr>
            <p:ph idx="12" sz="quarter" type="sldNum"/>
          </p:nvPr>
        </p:nvSpPr>
        <p:spPr/>
        <p:txBody>
          <a:bodyPr/>
          <a:lstStyle/>
          <a:p>
            <a:fld id="{330EA680-D336-4FF7-8B7A-9848BB0A1C32}" type="slidenum">
              <a:rPr lang="en-US" smtClean="0">
                <a:solidFill>
                  <a:srgbClr val="000000"/>
                </a:solidFill>
              </a:rPr>
              <a:t>6</a:t>
            </a:fld>
            <a:endParaRPr dirty="0" lang="en-US"/>
          </a:p>
        </p:txBody>
      </p:sp>
    </p:spTree>
    <p:extLst>
      <p:ext uri="{BB962C8B-B14F-4D97-AF65-F5344CB8AC3E}">
        <p14:creationId xmlns:p14="http://schemas.microsoft.com/office/powerpoint/2010/main" val="594826804"/>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E4602-E402-8C89-2524-62A49B351653}"/>
              </a:ext>
            </a:extLst>
          </p:cNvPr>
          <p:cNvSpPr>
            <a:spLocks noGrp="1"/>
          </p:cNvSpPr>
          <p:nvPr>
            <p:ph type="title"/>
          </p:nvPr>
        </p:nvSpPr>
        <p:spPr/>
        <p:txBody>
          <a:bodyPr/>
          <a:lstStyle/>
          <a:p>
            <a:r>
              <a:rPr dirty="0" lang="en-US"/>
              <a:t>Describing a Population </a:t>
            </a:r>
          </a:p>
        </p:txBody>
      </p:sp>
      <p:sp>
        <p:nvSpPr>
          <p:cNvPr id="3" name="Content Placeholder 2">
            <a:extLst>
              <a:ext uri="{FF2B5EF4-FFF2-40B4-BE49-F238E27FC236}">
                <a16:creationId xmlns:a16="http://schemas.microsoft.com/office/drawing/2014/main" id="{61853759-3501-D7ED-BB8A-B9E437B59FCA}"/>
              </a:ext>
            </a:extLst>
          </p:cNvPr>
          <p:cNvSpPr>
            <a:spLocks noGrp="1"/>
          </p:cNvSpPr>
          <p:nvPr>
            <p:ph idx="1"/>
          </p:nvPr>
        </p:nvSpPr>
        <p:spPr/>
        <p:txBody>
          <a:bodyPr>
            <a:normAutofit lnSpcReduction="10000"/>
          </a:bodyPr>
          <a:lstStyle/>
          <a:p>
            <a:pPr indent="0" marL="0">
              <a:buNone/>
            </a:pPr>
            <a:r>
              <a:rPr dirty="0" lang="en-US" sz="2000"/>
              <a:t>A probability distribution describes a population. </a:t>
            </a:r>
          </a:p>
          <a:p>
            <a:pPr indent="0" marL="0">
              <a:buNone/>
            </a:pPr>
            <a:r>
              <a:rPr dirty="0" lang="en-US" sz="2000"/>
              <a:t>Suppose we tally the number of courses each undergraduate student is taking at a local college. Out of 5,000 undergraduates, 478 are taking one class, 645 are taking two classes, 568 are taking three classes, 1864 are taking four classes, 1357 are taking five classes, and 88 are taking six classes. Let X represent the number of classes taken by a randomly selected student at this college.  It’s reasonable for the college administration to use this data to describe and predict the patterns of student behavior. </a:t>
            </a:r>
          </a:p>
          <a:p>
            <a:pPr indent="-457200" marL="457200">
              <a:buAutoNum type="arabicPeriod"/>
            </a:pPr>
            <a:r>
              <a:rPr dirty="0" lang="en-US" sz="2000"/>
              <a:t>Create a probability distribution as both a table and as a histogram using R. </a:t>
            </a:r>
          </a:p>
          <a:p>
            <a:pPr indent="-457200" marL="457200">
              <a:buAutoNum type="arabicPeriod"/>
            </a:pPr>
            <a:r>
              <a:rPr dirty="0" lang="en-US" sz="2000"/>
              <a:t>What is the mode of the distribution? </a:t>
            </a:r>
          </a:p>
          <a:p>
            <a:pPr indent="-457200" marL="457200">
              <a:buAutoNum type="arabicPeriod"/>
            </a:pPr>
            <a:r>
              <a:rPr dirty="0" lang="en-US" sz="2000"/>
              <a:t>What is the probability that a randomly selected student will be taking exactly three classes? </a:t>
            </a:r>
          </a:p>
          <a:p>
            <a:pPr indent="-457200" marL="457200">
              <a:buAutoNum type="arabicPeriod"/>
            </a:pPr>
            <a:r>
              <a:rPr dirty="0" lang="en-US" sz="2000"/>
              <a:t>… at least four classes? </a:t>
            </a:r>
          </a:p>
          <a:p>
            <a:pPr indent="-457200" marL="457200">
              <a:buAutoNum type="arabicPeriod"/>
            </a:pPr>
            <a:r>
              <a:rPr dirty="0" lang="en-US" sz="2000"/>
              <a:t>… three or fewer classes? </a:t>
            </a:r>
            <a:br>
              <a:rPr dirty="0" lang="en-US" sz="2000"/>
            </a:br>
            <a:r>
              <a:rPr dirty="0" lang="en-US" sz="2000"/>
              <a:t> </a:t>
            </a:r>
          </a:p>
        </p:txBody>
      </p:sp>
      <p:sp>
        <p:nvSpPr>
          <p:cNvPr id="4" name="Footer Placeholder 3">
            <a:extLst>
              <a:ext uri="{FF2B5EF4-FFF2-40B4-BE49-F238E27FC236}">
                <a16:creationId xmlns:a16="http://schemas.microsoft.com/office/drawing/2014/main" id="{70614473-6138-ADEA-A168-8DB9CB9DA19F}"/>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A4F219D9-1940-6C51-F7DA-02C1E1A11AF2}"/>
              </a:ext>
            </a:extLst>
          </p:cNvPr>
          <p:cNvSpPr>
            <a:spLocks noGrp="1"/>
          </p:cNvSpPr>
          <p:nvPr>
            <p:ph idx="12" sz="quarter" type="sldNum"/>
          </p:nvPr>
        </p:nvSpPr>
        <p:spPr/>
        <p:txBody>
          <a:bodyPr/>
          <a:lstStyle/>
          <a:p>
            <a:fld id="{330EA680-D336-4FF7-8B7A-9848BB0A1C32}" type="slidenum">
              <a:rPr lang="en-US" smtClean="0">
                <a:solidFill>
                  <a:srgbClr val="000000"/>
                </a:solidFill>
              </a:rPr>
              <a:t>7</a:t>
            </a:fld>
            <a:endParaRPr dirty="0" lang="en-US"/>
          </a:p>
        </p:txBody>
      </p:sp>
    </p:spTree>
    <p:extLst>
      <p:ext uri="{BB962C8B-B14F-4D97-AF65-F5344CB8AC3E}">
        <p14:creationId xmlns:p14="http://schemas.microsoft.com/office/powerpoint/2010/main" val="2132624458"/>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F9CD7-653C-F68C-A3C0-C5437DDA03B7}"/>
              </a:ext>
            </a:extLst>
          </p:cNvPr>
          <p:cNvSpPr>
            <a:spLocks noGrp="1"/>
          </p:cNvSpPr>
          <p:nvPr>
            <p:ph type="title"/>
          </p:nvPr>
        </p:nvSpPr>
        <p:spPr/>
        <p:txBody>
          <a:bodyPr/>
          <a:lstStyle/>
          <a:p>
            <a:r>
              <a:rPr dirty="0" lang="en-US"/>
              <a:t>The Mean of a Discrete Random Variable </a:t>
            </a:r>
          </a:p>
        </p:txBody>
      </p:sp>
      <p:sp>
        <p:nvSpPr>
          <p:cNvPr id="4" name="Footer Placeholder 3">
            <a:extLst>
              <a:ext uri="{FF2B5EF4-FFF2-40B4-BE49-F238E27FC236}">
                <a16:creationId xmlns:a16="http://schemas.microsoft.com/office/drawing/2014/main" id="{91A1EF82-D740-7FCF-9B8D-904C7C61F9D9}"/>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5943984F-C5B5-AD24-DA3E-EC35191036A2}"/>
              </a:ext>
            </a:extLst>
          </p:cNvPr>
          <p:cNvSpPr>
            <a:spLocks noGrp="1"/>
          </p:cNvSpPr>
          <p:nvPr>
            <p:ph idx="12" sz="quarter" type="sldNum"/>
          </p:nvPr>
        </p:nvSpPr>
        <p:spPr/>
        <p:txBody>
          <a:bodyPr/>
          <a:lstStyle/>
          <a:p>
            <a:fld id="{330EA680-D336-4FF7-8B7A-9848BB0A1C32}" type="slidenum">
              <a:rPr lang="en-US" smtClean="0">
                <a:solidFill>
                  <a:srgbClr val="000000"/>
                </a:solidFill>
              </a:rPr>
              <a:t>8</a:t>
            </a:fld>
            <a:endParaRPr dirty="0" lang="en-US"/>
          </a:p>
        </p:txBody>
      </p:sp>
      <mc:AlternateContent xmlns:a14="http://schemas.microsoft.com/office/drawing/2010/main" xmlns:mc="http://schemas.openxmlformats.org/markup-compatibility/2006">
        <mc:Choice Requires="a14">
          <p:sp>
            <p:nvSpPr>
              <p:cNvPr id="8" name="Content Placeholder 7">
                <a:extLst>
                  <a:ext uri="{FF2B5EF4-FFF2-40B4-BE49-F238E27FC236}">
                    <a16:creationId xmlns:a16="http://schemas.microsoft.com/office/drawing/2014/main" id="{D9645B35-7C52-FD41-8B52-9C28A8896E3F}"/>
                  </a:ext>
                </a:extLst>
              </p:cNvPr>
              <p:cNvSpPr>
                <a:spLocks noGrp="1"/>
              </p:cNvSpPr>
              <p:nvPr>
                <p:ph idx="1"/>
              </p:nvPr>
            </p:nvSpPr>
            <p:spPr>
              <a:xfrm>
                <a:off x="838200" y="1825624"/>
                <a:ext cx="10515600" cy="4530725"/>
              </a:xfrm>
            </p:spPr>
            <p:txBody>
              <a:bodyPr>
                <a:normAutofit fontScale="92500" lnSpcReduction="10000"/>
              </a:bodyPr>
              <a:lstStyle/>
              <a:p>
                <a:pPr indent="0" marL="0">
                  <a:buNone/>
                </a:pPr>
                <a:r>
                  <a:rPr dirty="0" lang="en-US"/>
                  <a:t>The mean </a:t>
                </a:r>
                <a14:m>
                  <m:oMath xmlns:m="http://schemas.openxmlformats.org/officeDocument/2006/math">
                    <m:sSub>
                      <m:sSubPr>
                        <m:ctrlPr>
                          <a:rPr i="1" lang="en-US" smtClean="0">
                            <a:latin charset="0" panose="02040503050406030204" pitchFamily="18" typeface="Cambria Math"/>
                          </a:rPr>
                        </m:ctrlPr>
                      </m:sSubPr>
                      <m:e>
                        <m:r>
                          <a:rPr i="1" lang="en-US" smtClean="0">
                            <a:latin charset="0" panose="02040503050406030204" pitchFamily="18" typeface="Cambria Math"/>
                            <a:ea charset="0" panose="02040503050406030204" pitchFamily="18" typeface="Cambria Math"/>
                          </a:rPr>
                          <m:t>𝜇</m:t>
                        </m:r>
                      </m:e>
                      <m:sub>
                        <m:r>
                          <a:rPr b="0" i="1" lang="en-US" smtClean="0">
                            <a:latin charset="0" panose="02040503050406030204" pitchFamily="18" typeface="Cambria Math"/>
                          </a:rPr>
                          <m:t>𝑋</m:t>
                        </m:r>
                      </m:sub>
                    </m:sSub>
                  </m:oMath>
                </a14:m>
                <a:r>
                  <a:rPr dirty="0" lang="en-US"/>
                  <a:t> is also called the expected value of X, E(X). We can also refer to this as a weighted mean, since the probability of a certain value is also called a weight. For example, if X = 2 classes, then P(X) = 0.129. In other words, a student takes exactly two classes 12.9% of the time.</a:t>
                </a:r>
              </a:p>
              <a:p>
                <a:pPr indent="0" marL="0">
                  <a:buNone/>
                </a:pPr>
                <a:endParaRPr dirty="0" lang="en-US"/>
              </a:p>
              <a:p>
                <a:pPr indent="0" marL="0">
                  <a:buNone/>
                </a:pPr>
                <a14:m>
                  <m:oMathPara xmlns:m="http://schemas.openxmlformats.org/officeDocument/2006/math">
                    <m:oMathParaPr>
                      <m:jc m:val="centerGroup"/>
                    </m:oMathParaPr>
                    <m:oMath>
                      <m:sSub>
                        <m:sSubPr>
                          <m:ctrlPr>
                            <a:rPr i="1" lang="en-US" smtClean="0">
                              <a:latin charset="0" panose="02040503050406030204" pitchFamily="18" typeface="Cambria Math"/>
                            </a:rPr>
                          </m:ctrlPr>
                        </m:sSubPr>
                        <m:e>
                          <m:r>
                            <a:rPr i="1" lang="en-US" smtClean="0">
                              <a:latin charset="0" panose="02040503050406030204" pitchFamily="18" typeface="Cambria Math"/>
                              <a:ea charset="0" panose="02040503050406030204" pitchFamily="18" typeface="Cambria Math"/>
                            </a:rPr>
                            <m:t>𝜇</m:t>
                          </m:r>
                        </m:e>
                        <m:sub>
                          <m:r>
                            <a:rPr b="0" i="1" lang="en-US" smtClean="0">
                              <a:latin charset="0" panose="02040503050406030204" pitchFamily="18" typeface="Cambria Math"/>
                            </a:rPr>
                            <m:t>𝑋</m:t>
                          </m:r>
                        </m:sub>
                      </m:sSub>
                      <m:r>
                        <a:rPr b="0" i="1" lang="en-US" smtClean="0">
                          <a:latin charset="0" panose="02040503050406030204" pitchFamily="18" typeface="Cambria Math"/>
                        </a:rPr>
                        <m:t>=</m:t>
                      </m:r>
                      <m:r>
                        <a:rPr b="0" i="1" lang="en-US" smtClean="0">
                          <a:latin charset="0" panose="02040503050406030204" pitchFamily="18" typeface="Cambria Math"/>
                        </a:rPr>
                        <m:t>𝐸</m:t>
                      </m:r>
                      <m:d>
                        <m:dPr>
                          <m:ctrlPr>
                            <a:rPr b="0" i="1" lang="en-US" smtClean="0">
                              <a:latin charset="0" panose="02040503050406030204" pitchFamily="18" typeface="Cambria Math"/>
                            </a:rPr>
                          </m:ctrlPr>
                        </m:dPr>
                        <m:e>
                          <m:r>
                            <a:rPr b="0" i="1" lang="en-US" smtClean="0">
                              <a:latin charset="0" panose="02040503050406030204" pitchFamily="18" typeface="Cambria Math"/>
                            </a:rPr>
                            <m:t>𝑋</m:t>
                          </m:r>
                        </m:e>
                      </m:d>
                      <m:r>
                        <a:rPr b="0" i="1" lang="en-US" smtClean="0">
                          <a:latin charset="0" panose="02040503050406030204" pitchFamily="18" typeface="Cambria Math"/>
                        </a:rPr>
                        <m:t>=</m:t>
                      </m:r>
                      <m:r>
                        <m:rPr>
                          <m:sty m:val="p"/>
                        </m:rPr>
                        <a:rPr b="0" i="1" lang="el-GR" smtClean="0">
                          <a:latin charset="0" panose="02040503050406030204" pitchFamily="18" typeface="Cambria Math"/>
                          <a:ea charset="0" panose="02040503050406030204" pitchFamily="18" typeface="Cambria Math"/>
                        </a:rPr>
                        <m:t>Σ</m:t>
                      </m:r>
                      <m:r>
                        <a:rPr b="0"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𝑥</m:t>
                      </m:r>
                      <m:r>
                        <a:rPr b="0"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𝑝</m:t>
                      </m:r>
                      <m:d>
                        <m:dPr>
                          <m:ctrlPr>
                            <a:rPr b="0" i="1" lang="en-US" smtClean="0">
                              <a:latin charset="0" panose="02040503050406030204" pitchFamily="18" typeface="Cambria Math"/>
                              <a:ea charset="0" panose="02040503050406030204" pitchFamily="18" typeface="Cambria Math"/>
                            </a:rPr>
                          </m:ctrlPr>
                        </m:dPr>
                        <m:e>
                          <m:r>
                            <a:rPr b="0" i="1" lang="en-US" smtClean="0">
                              <a:latin charset="0" panose="02040503050406030204" pitchFamily="18" typeface="Cambria Math"/>
                              <a:ea charset="0" panose="02040503050406030204" pitchFamily="18" typeface="Cambria Math"/>
                            </a:rPr>
                            <m:t>𝑥</m:t>
                          </m:r>
                        </m:e>
                      </m:d>
                      <m:r>
                        <a:rPr b="0" i="1" lang="en-US" smtClean="0">
                          <a:latin charset="0" panose="02040503050406030204" pitchFamily="18" typeface="Cambria Math"/>
                          <a:ea charset="0" panose="02040503050406030204" pitchFamily="18" typeface="Cambria Math"/>
                        </a:rPr>
                        <m:t>)</m:t>
                      </m:r>
                    </m:oMath>
                  </m:oMathPara>
                </a14:m>
                <a:endParaRPr dirty="0" lang="en-US"/>
              </a:p>
              <a:p>
                <a:pPr algn="ctr" indent="0" marL="0">
                  <a:buNone/>
                </a:pPr>
                <a:r>
                  <a:rPr dirty="0" lang="en-US"/>
                  <a:t>mean = weighted.mean(x, probs)</a:t>
                </a:r>
              </a:p>
              <a:p>
                <a:pPr indent="0" marL="0">
                  <a:buNone/>
                </a:pPr>
                <a:endParaRPr dirty="0" lang="en-US"/>
              </a:p>
              <a:p>
                <a:pPr indent="0" marL="0">
                  <a:buNone/>
                </a:pPr>
                <a:r>
                  <a:rPr dirty="0" lang="en-US"/>
                  <a:t>The mean number of classes is 3.6482.</a:t>
                </a:r>
              </a:p>
              <a:p>
                <a:pPr indent="0" marL="0">
                  <a:buNone/>
                </a:pPr>
                <a:br>
                  <a:rPr dirty="0" lang="en-US"/>
                </a:br>
                <a:endParaRPr dirty="0" lang="en-US"/>
              </a:p>
            </p:txBody>
          </p:sp>
        </mc:Choice>
        <mc:Fallback>
          <p:sp>
            <p:nvSpPr>
              <p:cNvPr id="8" name="Content Placeholder 7">
                <a:extLst>
                  <a:ext uri="{FF2B5EF4-FFF2-40B4-BE49-F238E27FC236}">
                    <a16:creationId xmlns:a16="http://schemas.microsoft.com/office/drawing/2014/main" id="{D9645B35-7C52-FD41-8B52-9C28A8896E3F}"/>
                  </a:ext>
                </a:extLst>
              </p:cNvPr>
              <p:cNvSpPr>
                <a:spLocks noAdjustHandles="1" noChangeArrowheads="1" noChangeAspect="1" noChangeShapeType="1" noEditPoints="1" noGrp="1" noMove="1" noResize="1" noRot="1" noTextEdit="1"/>
              </p:cNvSpPr>
              <p:nvPr>
                <p:ph idx="1"/>
              </p:nvPr>
            </p:nvSpPr>
            <p:spPr>
              <a:xfrm>
                <a:off x="838200" y="1825624"/>
                <a:ext cx="10515600" cy="4530725"/>
              </a:xfrm>
              <a:blipFill>
                <a:blip r:embed="rId2"/>
                <a:stretch>
                  <a:fillRect l="-1043" r="-406" t="-2688"/>
                </a:stretch>
              </a:blipFill>
            </p:spPr>
            <p:txBody>
              <a:bodyPr/>
              <a:lstStyle/>
              <a:p>
                <a:r>
                  <a:rPr lang="en-US">
                    <a:noFill/>
                  </a:rPr>
                  <a:t> </a:t>
                </a:r>
              </a:p>
            </p:txBody>
          </p:sp>
        </mc:Fallback>
      </mc:AlternateContent>
    </p:spTree>
    <p:extLst>
      <p:ext uri="{BB962C8B-B14F-4D97-AF65-F5344CB8AC3E}">
        <p14:creationId xmlns:p14="http://schemas.microsoft.com/office/powerpoint/2010/main" val="1592216426"/>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37875-6D31-6F05-146A-0073CF6764E2}"/>
              </a:ext>
            </a:extLst>
          </p:cNvPr>
          <p:cNvSpPr>
            <a:spLocks noGrp="1"/>
          </p:cNvSpPr>
          <p:nvPr>
            <p:ph type="title"/>
          </p:nvPr>
        </p:nvSpPr>
        <p:spPr/>
        <p:txBody>
          <a:bodyPr/>
          <a:lstStyle/>
          <a:p>
            <a:r>
              <a:rPr dirty="0" lang="en-US"/>
              <a:t>The Law of Large Numbers for Means</a:t>
            </a:r>
          </a:p>
        </p:txBody>
      </p:sp>
      <p:sp>
        <p:nvSpPr>
          <p:cNvPr id="3" name="Content Placeholder 2">
            <a:extLst>
              <a:ext uri="{FF2B5EF4-FFF2-40B4-BE49-F238E27FC236}">
                <a16:creationId xmlns:a16="http://schemas.microsoft.com/office/drawing/2014/main" id="{61F24B4E-D473-2C1F-AA23-1EF43EF55DEE}"/>
              </a:ext>
            </a:extLst>
          </p:cNvPr>
          <p:cNvSpPr>
            <a:spLocks noGrp="1"/>
          </p:cNvSpPr>
          <p:nvPr>
            <p:ph idx="1"/>
          </p:nvPr>
        </p:nvSpPr>
        <p:spPr/>
        <p:txBody>
          <a:bodyPr>
            <a:normAutofit fontScale="85000" lnSpcReduction="20000"/>
          </a:bodyPr>
          <a:lstStyle/>
          <a:p>
            <a:pPr fontAlgn="base" indent="0" marL="0">
              <a:buNone/>
            </a:pPr>
            <a:r>
              <a:rPr dirty="0" lang="en-US"/>
              <a:t>For a large sample, the sample mean will be very close to the population mean. The larger the sample, the closer the sample mean will approach the population mean.  </a:t>
            </a:r>
          </a:p>
          <a:p>
            <a:pPr fontAlgn="base" indent="0" marL="0">
              <a:buNone/>
            </a:pPr>
            <a:endParaRPr dirty="0" lang="en-US"/>
          </a:p>
          <a:p>
            <a:pPr fontAlgn="base" indent="0" marL="0">
              <a:buNone/>
            </a:pPr>
            <a:r>
              <a:rPr dirty="0" lang="en-US"/>
              <a:t>To </a:t>
            </a:r>
            <a:r>
              <a:rPr b="1" dirty="0" i="1" lang="en-US">
                <a:solidFill>
                  <a:srgbClr val="000000"/>
                </a:solidFill>
              </a:rPr>
              <a:t>interpret</a:t>
            </a:r>
            <a:r>
              <a:rPr dirty="0" lang="en-US"/>
              <a:t> the mean of the example above: if we were to take a very large sample of undergraduate students from this college, we would expect the mean number of classes they are taking to be very close to 3.6. Since this represents a discrete random variable, in </a:t>
            </a:r>
            <a:r>
              <a:rPr dirty="0" i="1" lang="en-US"/>
              <a:t>practical</a:t>
            </a:r>
            <a:r>
              <a:rPr dirty="0" lang="en-US"/>
              <a:t> terms, we expect most students to take between 3 and 4 classes (more likely 4).  </a:t>
            </a:r>
          </a:p>
          <a:p>
            <a:pPr fontAlgn="base" indent="0" marL="0">
              <a:buNone/>
            </a:pPr>
            <a:endParaRPr dirty="0" lang="en-US"/>
          </a:p>
          <a:p>
            <a:pPr fontAlgn="base" indent="0" marL="0">
              <a:buNone/>
            </a:pPr>
            <a:r>
              <a:rPr dirty="0" lang="en-US"/>
              <a:t>When asked to give the mean of a DRV, provide the calculated decimal value. Remember, the mean of a discrete value does </a:t>
            </a:r>
            <a:r>
              <a:rPr dirty="0" i="1" lang="en-US">
                <a:solidFill>
                  <a:srgbClr val="545454"/>
                </a:solidFill>
              </a:rPr>
              <a:t>not</a:t>
            </a:r>
            <a:r>
              <a:rPr dirty="0" lang="en-US"/>
              <a:t> have to be a whole number.  </a:t>
            </a:r>
          </a:p>
          <a:p>
            <a:endParaRPr dirty="0" lang="en-US"/>
          </a:p>
        </p:txBody>
      </p:sp>
      <p:sp>
        <p:nvSpPr>
          <p:cNvPr id="4" name="Footer Placeholder 3">
            <a:extLst>
              <a:ext uri="{FF2B5EF4-FFF2-40B4-BE49-F238E27FC236}">
                <a16:creationId xmlns:a16="http://schemas.microsoft.com/office/drawing/2014/main" id="{0254A742-6A96-1FA7-25D1-2EFC8FCA5A55}"/>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9DCE9D72-ED25-8C8A-8B49-633C8738A83C}"/>
              </a:ext>
            </a:extLst>
          </p:cNvPr>
          <p:cNvSpPr>
            <a:spLocks noGrp="1"/>
          </p:cNvSpPr>
          <p:nvPr>
            <p:ph idx="12" sz="quarter" type="sldNum"/>
          </p:nvPr>
        </p:nvSpPr>
        <p:spPr/>
        <p:txBody>
          <a:bodyPr/>
          <a:lstStyle/>
          <a:p>
            <a:fld id="{330EA680-D336-4FF7-8B7A-9848BB0A1C32}" type="slidenum">
              <a:rPr lang="en-US" smtClean="0">
                <a:solidFill>
                  <a:srgbClr val="000000"/>
                </a:solidFill>
              </a:rPr>
              <a:t>9</a:t>
            </a:fld>
            <a:endParaRPr dirty="0" lang="en-US"/>
          </a:p>
        </p:txBody>
      </p:sp>
    </p:spTree>
    <p:extLst>
      <p:ext uri="{BB962C8B-B14F-4D97-AF65-F5344CB8AC3E}">
        <p14:creationId xmlns:p14="http://schemas.microsoft.com/office/powerpoint/2010/main" val="1447792107"/>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DFCFB-73B1-EE4D-ADB7-95B7CED60A83}"/>
              </a:ext>
            </a:extLst>
          </p:cNvPr>
          <p:cNvSpPr>
            <a:spLocks noGrp="1"/>
          </p:cNvSpPr>
          <p:nvPr>
            <p:ph type="title"/>
          </p:nvPr>
        </p:nvSpPr>
        <p:spPr/>
        <p:txBody>
          <a:bodyPr/>
          <a:lstStyle/>
          <a:p>
            <a:r>
              <a:rPr dirty="0" lang="en-US"/>
              <a:t>The Variance and Standard Deviation of a Discrete Random Variable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EAF64C7D-4134-60B5-09CF-62E512FE04DA}"/>
                  </a:ext>
                </a:extLst>
              </p:cNvPr>
              <p:cNvSpPr>
                <a:spLocks noGrp="1"/>
              </p:cNvSpPr>
              <p:nvPr>
                <p:ph idx="1"/>
              </p:nvPr>
            </p:nvSpPr>
            <p:spPr>
              <a:xfrm>
                <a:off x="838200" y="1958975"/>
                <a:ext cx="10515600" cy="3648075"/>
              </a:xfrm>
            </p:spPr>
            <p:txBody>
              <a:bodyPr>
                <a:normAutofit lnSpcReduction="10000"/>
              </a:bodyPr>
              <a:lstStyle/>
              <a:p>
                <a:pPr indent="0" marL="0">
                  <a:buNone/>
                </a:pPr>
                <a:endParaRPr dirty="0" i="1" lang="en-US">
                  <a:latin charset="0" panose="02040503050406030204" pitchFamily="18" typeface="Cambria Math"/>
                </a:endParaRPr>
              </a:p>
              <a:p>
                <a:pPr indent="0" marL="0">
                  <a:buNone/>
                </a:pPr>
                <a:endParaRPr dirty="0" i="1" lang="en-US">
                  <a:latin charset="0" panose="02040503050406030204" pitchFamily="18" typeface="Cambria Math"/>
                </a:endParaRPr>
              </a:p>
              <a:p>
                <a:pPr indent="0" marL="0">
                  <a:buNone/>
                </a:pPr>
                <a14:m>
                  <m:oMathPara xmlns:m="http://schemas.openxmlformats.org/officeDocument/2006/math">
                    <m:oMathParaPr>
                      <m:jc m:val="centerGroup"/>
                    </m:oMathParaPr>
                    <m:oMath>
                      <m:sSubSup>
                        <m:sSubSupPr>
                          <m:ctrlPr>
                            <a:rPr i="1" lang="en-US" smtClean="0">
                              <a:latin charset="0" panose="02040503050406030204" pitchFamily="18" typeface="Cambria Math"/>
                            </a:rPr>
                          </m:ctrlPr>
                        </m:sSubSupPr>
                        <m:e>
                          <m:r>
                            <a:rPr i="1" lang="en-US" smtClean="0">
                              <a:latin charset="0" panose="02040503050406030204" pitchFamily="18" typeface="Cambria Math"/>
                              <a:ea charset="0" panose="02040503050406030204" pitchFamily="18" typeface="Cambria Math"/>
                            </a:rPr>
                            <m:t>𝜎</m:t>
                          </m:r>
                        </m:e>
                        <m:sub>
                          <m:r>
                            <a:rPr b="0" i="1" lang="en-US" smtClean="0">
                              <a:latin charset="0" panose="02040503050406030204" pitchFamily="18" typeface="Cambria Math"/>
                            </a:rPr>
                            <m:t>𝑋</m:t>
                          </m:r>
                        </m:sub>
                        <m:sup>
                          <m:r>
                            <a:rPr b="0" i="1" lang="en-US" smtClean="0">
                              <a:latin charset="0" panose="02040503050406030204" pitchFamily="18" typeface="Cambria Math"/>
                            </a:rPr>
                            <m:t>2</m:t>
                          </m:r>
                        </m:sup>
                      </m:sSubSup>
                      <m:r>
                        <a:rPr b="0" i="1" lang="en-US" smtClean="0">
                          <a:latin charset="0" panose="02040503050406030204" pitchFamily="18" typeface="Cambria Math"/>
                        </a:rPr>
                        <m:t>=</m:t>
                      </m:r>
                      <m:r>
                        <m:rPr>
                          <m:sty m:val="p"/>
                        </m:rPr>
                        <a:rPr b="0" i="1" lang="el-GR" smtClean="0">
                          <a:latin charset="0" panose="02040503050406030204" pitchFamily="18" typeface="Cambria Math"/>
                          <a:ea charset="0" panose="02040503050406030204" pitchFamily="18" typeface="Cambria Math"/>
                        </a:rPr>
                        <m:t>Σ</m:t>
                      </m:r>
                      <m:r>
                        <a:rPr b="0" i="1" lang="en-US" smtClean="0">
                          <a:latin charset="0" panose="02040503050406030204" pitchFamily="18" typeface="Cambria Math"/>
                          <a:ea charset="0" panose="02040503050406030204" pitchFamily="18" typeface="Cambria Math"/>
                        </a:rPr>
                        <m:t>((</m:t>
                      </m:r>
                      <m:sSup>
                        <m:sSupPr>
                          <m:ctrlPr>
                            <a:rPr b="0" i="1" lang="en-US" smtClean="0">
                              <a:latin charset="0" panose="02040503050406030204" pitchFamily="18" typeface="Cambria Math"/>
                              <a:ea charset="0" panose="02040503050406030204" pitchFamily="18" typeface="Cambria Math"/>
                            </a:rPr>
                          </m:ctrlPr>
                        </m:sSupPr>
                        <m:e>
                          <m:r>
                            <a:rPr i="1" lang="en-US">
                              <a:latin charset="0" panose="02040503050406030204" pitchFamily="18" typeface="Cambria Math"/>
                              <a:ea charset="0" panose="02040503050406030204" pitchFamily="18" typeface="Cambria Math"/>
                            </a:rPr>
                            <m:t>𝑥</m:t>
                          </m:r>
                          <m:r>
                            <a:rPr i="1" lang="en-US">
                              <a:latin charset="0" panose="02040503050406030204" pitchFamily="18" typeface="Cambria Math"/>
                              <a:ea charset="0" panose="02040503050406030204" pitchFamily="18" typeface="Cambria Math"/>
                            </a:rPr>
                            <m:t>−</m:t>
                          </m:r>
                          <m:sSub>
                            <m:sSubPr>
                              <m:ctrlPr>
                                <a:rPr i="1" lang="en-US">
                                  <a:latin charset="0" panose="02040503050406030204" pitchFamily="18" typeface="Cambria Math"/>
                                  <a:ea charset="0" panose="02040503050406030204" pitchFamily="18" typeface="Cambria Math"/>
                                </a:rPr>
                              </m:ctrlPr>
                            </m:sSubPr>
                            <m:e>
                              <m:r>
                                <a:rPr i="1" lang="en-US">
                                  <a:latin charset="0" panose="02040503050406030204" pitchFamily="18" typeface="Cambria Math"/>
                                  <a:ea charset="0" panose="02040503050406030204" pitchFamily="18" typeface="Cambria Math"/>
                                </a:rPr>
                                <m:t>𝜇</m:t>
                              </m:r>
                            </m:e>
                            <m:sub>
                              <m:r>
                                <a:rPr i="1" lang="en-US">
                                  <a:latin charset="0" panose="02040503050406030204" pitchFamily="18" typeface="Cambria Math"/>
                                  <a:ea charset="0" panose="02040503050406030204" pitchFamily="18" typeface="Cambria Math"/>
                                </a:rPr>
                                <m:t>𝑥</m:t>
                              </m:r>
                            </m:sub>
                          </m:sSub>
                          <m:r>
                            <a:rPr b="0" i="1" lang="en-US" smtClean="0">
                              <a:latin charset="0" panose="02040503050406030204" pitchFamily="18" typeface="Cambria Math"/>
                              <a:ea charset="0" panose="02040503050406030204" pitchFamily="18" typeface="Cambria Math"/>
                            </a:rPr>
                            <m:t>)</m:t>
                          </m:r>
                        </m:e>
                        <m:sup>
                          <m:r>
                            <a:rPr b="0" i="1" lang="en-US" smtClean="0">
                              <a:latin charset="0" panose="02040503050406030204" pitchFamily="18" typeface="Cambria Math"/>
                              <a:ea charset="0" panose="02040503050406030204" pitchFamily="18" typeface="Cambria Math"/>
                            </a:rPr>
                            <m:t>2</m:t>
                          </m:r>
                        </m:sup>
                      </m:sSup>
                      <m:r>
                        <a:rPr b="0" i="0" lang="en-US" smtClean="0">
                          <a:latin charset="0" panose="02040503050406030204" pitchFamily="18" typeface="Cambria Math"/>
                          <a:ea charset="0" panose="02040503050406030204" pitchFamily="18" typeface="Cambria Math"/>
                        </a:rPr>
                        <m:t>∗</m:t>
                      </m:r>
                      <m:r>
                        <m:rPr>
                          <m:sty m:val="p"/>
                        </m:rPr>
                        <a:rPr b="0" i="0" lang="en-US" smtClean="0">
                          <a:latin charset="0" panose="02040503050406030204" pitchFamily="18" typeface="Cambria Math"/>
                          <a:ea charset="0" panose="02040503050406030204" pitchFamily="18" typeface="Cambria Math"/>
                        </a:rPr>
                        <m:t>p</m:t>
                      </m:r>
                      <m:d>
                        <m:dPr>
                          <m:ctrlPr>
                            <a:rPr b="0" i="1" lang="en-US" smtClean="0">
                              <a:latin charset="0" panose="02040503050406030204" pitchFamily="18" typeface="Cambria Math"/>
                              <a:ea charset="0" panose="02040503050406030204" pitchFamily="18" typeface="Cambria Math"/>
                            </a:rPr>
                          </m:ctrlPr>
                        </m:dPr>
                        <m:e>
                          <m:r>
                            <m:rPr>
                              <m:sty m:val="p"/>
                            </m:rPr>
                            <a:rPr b="0" i="0" lang="en-US" smtClean="0">
                              <a:latin charset="0" panose="02040503050406030204" pitchFamily="18" typeface="Cambria Math"/>
                              <a:ea charset="0" panose="02040503050406030204" pitchFamily="18" typeface="Cambria Math"/>
                            </a:rPr>
                            <m:t>x</m:t>
                          </m:r>
                        </m:e>
                      </m:d>
                      <m:r>
                        <a:rPr b="0" i="0" lang="en-US" smtClean="0">
                          <a:latin charset="0" panose="02040503050406030204" pitchFamily="18" typeface="Cambria Math"/>
                          <a:ea charset="0" panose="02040503050406030204" pitchFamily="18" typeface="Cambria Math"/>
                        </a:rPr>
                        <m:t>)</m:t>
                      </m:r>
                    </m:oMath>
                  </m:oMathPara>
                </a14:m>
                <a:endParaRPr dirty="0" lang="en-US"/>
              </a:p>
              <a:p>
                <a:pPr indent="0" marL="0">
                  <a:buNone/>
                </a:pPr>
                <a:r>
                  <a:rPr dirty="0" lang="en-US"/>
                  <a:t>sum((x^2)*probs) - (weighted.mean(x, probs))^2</a:t>
                </a:r>
              </a:p>
              <a:p>
                <a:pPr indent="0" marL="0">
                  <a:buNone/>
                </a:pPr>
                <a:endParaRPr dirty="0" lang="en-US"/>
              </a:p>
              <a:p>
                <a:pPr indent="0" marL="0">
                  <a:buNone/>
                </a:pPr>
                <a14:m>
                  <m:oMathPara xmlns:m="http://schemas.openxmlformats.org/officeDocument/2006/math">
                    <m:oMathParaPr>
                      <m:jc m:val="centerGroup"/>
                    </m:oMathParaPr>
                    <m:oMath>
                      <m:sSub>
                        <m:sSubPr>
                          <m:ctrlPr>
                            <a:rPr i="1" lang="en-US" smtClean="0">
                              <a:latin charset="0" panose="02040503050406030204" pitchFamily="18" typeface="Cambria Math"/>
                            </a:rPr>
                          </m:ctrlPr>
                        </m:sSubPr>
                        <m:e>
                          <m:r>
                            <a:rPr i="1" lang="en-US" smtClean="0">
                              <a:latin charset="0" panose="02040503050406030204" pitchFamily="18" typeface="Cambria Math"/>
                              <a:ea charset="0" panose="02040503050406030204" pitchFamily="18" typeface="Cambria Math"/>
                            </a:rPr>
                            <m:t>𝜎</m:t>
                          </m:r>
                        </m:e>
                        <m:sub>
                          <m:r>
                            <a:rPr b="0" i="1" lang="en-US" smtClean="0">
                              <a:latin charset="0" panose="02040503050406030204" pitchFamily="18" typeface="Cambria Math"/>
                            </a:rPr>
                            <m:t>𝑥</m:t>
                          </m:r>
                        </m:sub>
                      </m:sSub>
                      <m:r>
                        <a:rPr b="0" i="1" lang="en-US" smtClean="0">
                          <a:latin charset="0" panose="02040503050406030204" pitchFamily="18" typeface="Cambria Math"/>
                        </a:rPr>
                        <m:t>=</m:t>
                      </m:r>
                      <m:rad>
                        <m:radPr>
                          <m:degHide m:val="on"/>
                          <m:ctrlPr>
                            <a:rPr b="0" i="1" lang="en-US" smtClean="0">
                              <a:latin charset="0" panose="02040503050406030204" pitchFamily="18" typeface="Cambria Math"/>
                            </a:rPr>
                          </m:ctrlPr>
                        </m:radPr>
                        <m:deg/>
                        <m:e>
                          <m:sSubSup>
                            <m:sSubSupPr>
                              <m:ctrlPr>
                                <a:rPr b="0" i="1" lang="en-US" smtClean="0">
                                  <a:latin charset="0" panose="02040503050406030204" pitchFamily="18" typeface="Cambria Math"/>
                                </a:rPr>
                              </m:ctrlPr>
                            </m:sSubSupPr>
                            <m:e>
                              <m:r>
                                <a:rPr b="0" i="1" lang="en-US" smtClean="0">
                                  <a:latin charset="0" panose="02040503050406030204" pitchFamily="18" typeface="Cambria Math"/>
                                  <a:ea charset="0" panose="02040503050406030204" pitchFamily="18" typeface="Cambria Math"/>
                                </a:rPr>
                                <m:t>𝜎</m:t>
                              </m:r>
                            </m:e>
                            <m:sub>
                              <m:r>
                                <a:rPr b="0" i="1" lang="en-US" smtClean="0">
                                  <a:latin charset="0" panose="02040503050406030204" pitchFamily="18" typeface="Cambria Math"/>
                                </a:rPr>
                                <m:t>𝑋</m:t>
                              </m:r>
                            </m:sub>
                            <m:sup>
                              <m:r>
                                <a:rPr b="0" i="1" lang="en-US" smtClean="0">
                                  <a:latin charset="0" panose="02040503050406030204" pitchFamily="18" typeface="Cambria Math"/>
                                </a:rPr>
                                <m:t>2</m:t>
                              </m:r>
                            </m:sup>
                          </m:sSubSup>
                        </m:e>
                      </m:rad>
                    </m:oMath>
                  </m:oMathPara>
                </a14:m>
                <a:endParaRPr dirty="0" lang="en-US"/>
              </a:p>
              <a:p>
                <a:pPr indent="0" marL="0">
                  <a:buNone/>
                </a:pPr>
                <a:r>
                  <a:rPr dirty="0" lang="en-US"/>
                  <a:t>sqrt(sum((x^2)*probs) - (weighted.mean(x, probs))^2)</a:t>
                </a:r>
              </a:p>
            </p:txBody>
          </p:sp>
        </mc:Choice>
        <mc:Fallback>
          <p:sp>
            <p:nvSpPr>
              <p:cNvPr id="3" name="Content Placeholder 2">
                <a:extLst>
                  <a:ext uri="{FF2B5EF4-FFF2-40B4-BE49-F238E27FC236}">
                    <a16:creationId xmlns:a16="http://schemas.microsoft.com/office/drawing/2014/main" id="{EAF64C7D-4134-60B5-09CF-62E512FE04DA}"/>
                  </a:ext>
                </a:extLst>
              </p:cNvPr>
              <p:cNvSpPr>
                <a:spLocks noAdjustHandles="1" noChangeArrowheads="1" noChangeAspect="1" noChangeShapeType="1" noEditPoints="1" noGrp="1" noMove="1" noResize="1" noRot="1" noTextEdit="1"/>
              </p:cNvSpPr>
              <p:nvPr>
                <p:ph idx="1"/>
              </p:nvPr>
            </p:nvSpPr>
            <p:spPr>
              <a:xfrm>
                <a:off x="838200" y="1958975"/>
                <a:ext cx="10515600" cy="3648075"/>
              </a:xfrm>
              <a:blipFill>
                <a:blip r:embed="rId2"/>
                <a:stretch>
                  <a:fillRect b="-167" l="-121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9FE31549-26D0-4AB7-5353-B7E07C98EB2C}"/>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3D8ED34B-81B0-A40F-9AFB-0F27313C9C5E}"/>
              </a:ext>
            </a:extLst>
          </p:cNvPr>
          <p:cNvSpPr>
            <a:spLocks noGrp="1"/>
          </p:cNvSpPr>
          <p:nvPr>
            <p:ph idx="12" sz="quarter" type="sldNum"/>
          </p:nvPr>
        </p:nvSpPr>
        <p:spPr/>
        <p:txBody>
          <a:bodyPr/>
          <a:lstStyle/>
          <a:p>
            <a:fld id="{330EA680-D336-4FF7-8B7A-9848BB0A1C32}" type="slidenum">
              <a:rPr lang="en-US" smtClean="0">
                <a:solidFill>
                  <a:srgbClr val="000000"/>
                </a:solidFill>
              </a:rPr>
              <a:t>10</a:t>
            </a:fld>
            <a:endParaRPr dirty="0" lang="en-US"/>
          </a:p>
        </p:txBody>
      </p:sp>
    </p:spTree>
    <p:extLst>
      <p:ext uri="{BB962C8B-B14F-4D97-AF65-F5344CB8AC3E}">
        <p14:creationId xmlns:p14="http://schemas.microsoft.com/office/powerpoint/2010/main" val="16605307"/>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5CF69-405C-AAA6-32A0-449E9AA340B0}"/>
              </a:ext>
            </a:extLst>
          </p:cNvPr>
          <p:cNvSpPr>
            <a:spLocks noGrp="1"/>
          </p:cNvSpPr>
          <p:nvPr>
            <p:ph type="title"/>
          </p:nvPr>
        </p:nvSpPr>
        <p:spPr/>
        <p:txBody>
          <a:bodyPr/>
          <a:lstStyle/>
          <a:p>
            <a:r>
              <a:rPr dirty="0" lang="en-US"/>
              <a:t>Parameters of the Discrete Distribution of Classes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87A85A1B-3C62-3658-8DA5-91E69AE78B91}"/>
                  </a:ext>
                </a:extLst>
              </p:cNvPr>
              <p:cNvSpPr>
                <a:spLocks noGrp="1"/>
              </p:cNvSpPr>
              <p:nvPr>
                <p:ph idx="1"/>
              </p:nvPr>
            </p:nvSpPr>
            <p:spPr>
              <a:xfrm>
                <a:off x="838200" y="2320925"/>
                <a:ext cx="10515600" cy="3089275"/>
              </a:xfrm>
            </p:spPr>
            <p:txBody>
              <a:bodyPr/>
              <a:lstStyle/>
              <a:p>
                <a:pPr indent="0" marL="0">
                  <a:buNone/>
                </a:pPr>
                <a:r>
                  <a:rPr dirty="0" lang="en-US"/>
                  <a:t>Mean: </a:t>
                </a:r>
              </a:p>
              <a:p>
                <a:pPr indent="0" marL="0">
                  <a:buNone/>
                </a:pPr>
                <a14:m>
                  <m:oMathPara xmlns:m="http://schemas.openxmlformats.org/officeDocument/2006/math">
                    <m:oMathParaPr>
                      <m:jc m:val="centerGroup"/>
                    </m:oMathParaPr>
                    <m:oMath>
                      <m:sSub>
                        <m:sSubPr>
                          <m:ctrlPr>
                            <a:rPr i="1" lang="en-US" smtClean="0">
                              <a:latin charset="0" panose="02040503050406030204" pitchFamily="18" typeface="Cambria Math"/>
                            </a:rPr>
                          </m:ctrlPr>
                        </m:sSubPr>
                        <m:e>
                          <m:r>
                            <a:rPr i="1" lang="en-US" smtClean="0">
                              <a:latin charset="0" panose="02040503050406030204" pitchFamily="18" typeface="Cambria Math"/>
                              <a:ea charset="0" panose="02040503050406030204" pitchFamily="18" typeface="Cambria Math"/>
                            </a:rPr>
                            <m:t>𝜇</m:t>
                          </m:r>
                        </m:e>
                        <m:sub>
                          <m:r>
                            <a:rPr b="0" i="1" lang="en-US" smtClean="0">
                              <a:latin charset="0" panose="02040503050406030204" pitchFamily="18" typeface="Cambria Math"/>
                            </a:rPr>
                            <m:t>𝑋</m:t>
                          </m:r>
                        </m:sub>
                      </m:sSub>
                      <m:r>
                        <a:rPr b="0" i="1" lang="en-US" smtClean="0">
                          <a:latin charset="0" panose="02040503050406030204" pitchFamily="18" typeface="Cambria Math"/>
                        </a:rPr>
                        <m:t>=3.6482 </m:t>
                      </m:r>
                      <m:r>
                        <a:rPr b="0" i="1" lang="en-US" smtClean="0">
                          <a:latin charset="0" panose="02040503050406030204" pitchFamily="18" typeface="Cambria Math"/>
                        </a:rPr>
                        <m:t>𝑐𝑙𝑎𝑠𝑠𝑒𝑠</m:t>
                      </m:r>
                    </m:oMath>
                  </m:oMathPara>
                </a14:m>
                <a:endParaRPr dirty="0" lang="en-US"/>
              </a:p>
              <a:p>
                <a:pPr indent="0" marL="0">
                  <a:buNone/>
                </a:pPr>
                <a:r>
                  <a:rPr dirty="0" lang="en-US"/>
                  <a:t>Variance: </a:t>
                </a:r>
              </a:p>
              <a:p>
                <a:pPr indent="0" marL="0">
                  <a:buNone/>
                </a:pPr>
                <a14:m>
                  <m:oMathPara xmlns:m="http://schemas.openxmlformats.org/officeDocument/2006/math">
                    <m:oMathParaPr>
                      <m:jc m:val="centerGroup"/>
                    </m:oMathParaPr>
                    <m:oMath>
                      <m:sSubSup>
                        <m:sSubSupPr>
                          <m:ctrlPr>
                            <a:rPr i="1" lang="en-US" smtClean="0">
                              <a:latin charset="0" panose="02040503050406030204" pitchFamily="18" typeface="Cambria Math"/>
                            </a:rPr>
                          </m:ctrlPr>
                        </m:sSubSupPr>
                        <m:e>
                          <m:r>
                            <a:rPr i="1" lang="en-US" smtClean="0">
                              <a:latin charset="0" panose="02040503050406030204" pitchFamily="18" typeface="Cambria Math"/>
                              <a:ea charset="0" panose="02040503050406030204" pitchFamily="18" typeface="Cambria Math"/>
                            </a:rPr>
                            <m:t>𝜎</m:t>
                          </m:r>
                        </m:e>
                        <m:sub>
                          <m:r>
                            <a:rPr b="0" i="1" lang="en-US" smtClean="0">
                              <a:latin charset="0" panose="02040503050406030204" pitchFamily="18" typeface="Cambria Math"/>
                            </a:rPr>
                            <m:t>𝑋</m:t>
                          </m:r>
                        </m:sub>
                        <m:sup>
                          <m:r>
                            <a:rPr b="0" i="1" lang="en-US" smtClean="0">
                              <a:latin charset="0" panose="02040503050406030204" pitchFamily="18" typeface="Cambria Math"/>
                            </a:rPr>
                            <m:t>2</m:t>
                          </m:r>
                        </m:sup>
                      </m:sSubSup>
                      <m:r>
                        <a:rPr b="0" i="1" lang="en-US" smtClean="0">
                          <a:latin charset="0" panose="02040503050406030204" pitchFamily="18" typeface="Cambria Math"/>
                        </a:rPr>
                        <m:t>=1.708 </m:t>
                      </m:r>
                      <m:sSup>
                        <m:sSupPr>
                          <m:ctrlPr>
                            <a:rPr dirty="0" i="1" lang="en-US" smtClean="0">
                              <a:latin charset="0" panose="02040503050406030204" pitchFamily="18" typeface="Cambria Math"/>
                            </a:rPr>
                          </m:ctrlPr>
                        </m:sSupPr>
                        <m:e>
                          <m:r>
                            <a:rPr b="0" dirty="0" i="1" lang="en-US" smtClean="0">
                              <a:latin charset="0" panose="02040503050406030204" pitchFamily="18" typeface="Cambria Math"/>
                            </a:rPr>
                            <m:t>𝑐𝑙𝑎𝑠𝑠𝑒𝑠</m:t>
                          </m:r>
                        </m:e>
                        <m:sup>
                          <m:r>
                            <a:rPr b="0" dirty="0" i="1" lang="en-US" smtClean="0">
                              <a:latin charset="0" panose="02040503050406030204" pitchFamily="18" typeface="Cambria Math"/>
                            </a:rPr>
                            <m:t>2</m:t>
                          </m:r>
                        </m:sup>
                      </m:sSup>
                      <m:r>
                        <a:rPr b="0" i="1" lang="en-US" smtClean="0">
                          <a:latin charset="0" panose="02040503050406030204" pitchFamily="18" typeface="Cambria Math"/>
                        </a:rPr>
                        <m:t> </m:t>
                      </m:r>
                    </m:oMath>
                  </m:oMathPara>
                </a14:m>
                <a:endParaRPr dirty="0" lang="en-US"/>
              </a:p>
              <a:p>
                <a:pPr indent="0" marL="0">
                  <a:buNone/>
                </a:pPr>
                <a:r>
                  <a:rPr dirty="0" lang="en-US"/>
                  <a:t>Standard Deviation: </a:t>
                </a:r>
              </a:p>
              <a:p>
                <a:pPr indent="0" marL="0">
                  <a:buNone/>
                </a:pPr>
                <a14:m>
                  <m:oMathPara xmlns:m="http://schemas.openxmlformats.org/officeDocument/2006/math">
                    <m:oMathParaPr>
                      <m:jc m:val="centerGroup"/>
                    </m:oMathParaPr>
                    <m:oMath>
                      <m:sSub>
                        <m:sSubPr>
                          <m:ctrlPr>
                            <a:rPr i="1" lang="en-US" smtClean="0">
                              <a:latin charset="0" panose="02040503050406030204" pitchFamily="18" typeface="Cambria Math"/>
                            </a:rPr>
                          </m:ctrlPr>
                        </m:sSubPr>
                        <m:e>
                          <m:r>
                            <a:rPr i="1" lang="en-US" smtClean="0">
                              <a:latin charset="0" panose="02040503050406030204" pitchFamily="18" typeface="Cambria Math"/>
                              <a:ea charset="0" panose="02040503050406030204" pitchFamily="18" typeface="Cambria Math"/>
                            </a:rPr>
                            <m:t>𝜎</m:t>
                          </m:r>
                        </m:e>
                        <m:sub>
                          <m:r>
                            <a:rPr b="0" i="1" lang="en-US" smtClean="0">
                              <a:latin charset="0" panose="02040503050406030204" pitchFamily="18" typeface="Cambria Math"/>
                            </a:rPr>
                            <m:t>𝑋</m:t>
                          </m:r>
                        </m:sub>
                      </m:sSub>
                      <m:r>
                        <a:rPr b="0" i="1" lang="en-US" smtClean="0">
                          <a:latin charset="0" panose="02040503050406030204" pitchFamily="18" typeface="Cambria Math"/>
                        </a:rPr>
                        <m:t>=1.307 </m:t>
                      </m:r>
                      <m:r>
                        <a:rPr b="0" i="1" lang="en-US" smtClean="0">
                          <a:latin charset="0" panose="02040503050406030204" pitchFamily="18" typeface="Cambria Math"/>
                        </a:rPr>
                        <m:t>𝑐𝑙𝑎𝑠𝑠𝑒𝑠</m:t>
                      </m:r>
                    </m:oMath>
                  </m:oMathPara>
                </a14:m>
                <a:endParaRPr dirty="0" lang="en-US"/>
              </a:p>
            </p:txBody>
          </p:sp>
        </mc:Choice>
        <mc:Fallback>
          <p:sp>
            <p:nvSpPr>
              <p:cNvPr id="3" name="Content Placeholder 2">
                <a:extLst>
                  <a:ext uri="{FF2B5EF4-FFF2-40B4-BE49-F238E27FC236}">
                    <a16:creationId xmlns:a16="http://schemas.microsoft.com/office/drawing/2014/main" id="{87A85A1B-3C62-3658-8DA5-91E69AE78B91}"/>
                  </a:ext>
                </a:extLst>
              </p:cNvPr>
              <p:cNvSpPr>
                <a:spLocks noAdjustHandles="1" noChangeArrowheads="1" noChangeAspect="1" noChangeShapeType="1" noEditPoints="1" noGrp="1" noMove="1" noResize="1" noRot="1" noTextEdit="1"/>
              </p:cNvSpPr>
              <p:nvPr>
                <p:ph idx="1"/>
              </p:nvPr>
            </p:nvSpPr>
            <p:spPr>
              <a:xfrm>
                <a:off x="838200" y="2320925"/>
                <a:ext cx="10515600" cy="3089275"/>
              </a:xfrm>
              <a:blipFill>
                <a:blip r:embed="rId2"/>
                <a:stretch>
                  <a:fillRect l="-1217" t="-355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86F5BF3-EBF4-F4C3-12BC-00A0C8C7D1FC}"/>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B0ED60A6-92E4-4415-0913-D5EDACC72CDA}"/>
              </a:ext>
            </a:extLst>
          </p:cNvPr>
          <p:cNvSpPr>
            <a:spLocks noGrp="1"/>
          </p:cNvSpPr>
          <p:nvPr>
            <p:ph idx="12" sz="quarter" type="sldNum"/>
          </p:nvPr>
        </p:nvSpPr>
        <p:spPr/>
        <p:txBody>
          <a:bodyPr/>
          <a:lstStyle/>
          <a:p>
            <a:fld id="{330EA680-D336-4FF7-8B7A-9848BB0A1C32}" type="slidenum">
              <a:rPr lang="en-US" smtClean="0">
                <a:solidFill>
                  <a:srgbClr val="000000"/>
                </a:solidFill>
              </a:rPr>
              <a:t>11</a:t>
            </a:fld>
            <a:endParaRPr dirty="0" lang="en-US"/>
          </a:p>
        </p:txBody>
      </p:sp>
    </p:spTree>
    <p:extLst>
      <p:ext uri="{BB962C8B-B14F-4D97-AF65-F5344CB8AC3E}">
        <p14:creationId xmlns:p14="http://schemas.microsoft.com/office/powerpoint/2010/main" val="1821941891"/>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28943-B95B-CB21-D7E7-6C8588A78298}"/>
              </a:ext>
            </a:extLst>
          </p:cNvPr>
          <p:cNvSpPr>
            <a:spLocks noGrp="1"/>
          </p:cNvSpPr>
          <p:nvPr>
            <p:ph type="title"/>
          </p:nvPr>
        </p:nvSpPr>
        <p:spPr/>
        <p:txBody>
          <a:bodyPr/>
          <a:lstStyle/>
          <a:p>
            <a:r>
              <a:rPr dirty="0" lang="en-US"/>
              <a:t>Example: Roulette Wheel </a:t>
            </a:r>
          </a:p>
        </p:txBody>
      </p:sp>
      <p:sp>
        <p:nvSpPr>
          <p:cNvPr id="3" name="Content Placeholder 2">
            <a:extLst>
              <a:ext uri="{FF2B5EF4-FFF2-40B4-BE49-F238E27FC236}">
                <a16:creationId xmlns:a16="http://schemas.microsoft.com/office/drawing/2014/main" id="{55BC114A-5456-57B1-3D72-E30E9BD8C477}"/>
              </a:ext>
            </a:extLst>
          </p:cNvPr>
          <p:cNvSpPr>
            <a:spLocks noGrp="1"/>
          </p:cNvSpPr>
          <p:nvPr>
            <p:ph idx="1"/>
          </p:nvPr>
        </p:nvSpPr>
        <p:spPr>
          <a:xfrm>
            <a:off x="838200" y="1825625"/>
            <a:ext cx="8983133" cy="4351338"/>
          </a:xfrm>
        </p:spPr>
        <p:txBody>
          <a:bodyPr/>
          <a:lstStyle/>
          <a:p>
            <a:pPr fontAlgn="base" indent="0" marL="0">
              <a:buNone/>
            </a:pPr>
            <a:r>
              <a:rPr dirty="0" lang="en-US"/>
              <a:t>A roulette wheel (in a casino) has 38 pockets: 18 are red, 18 are black, and 2 are green. If you bet a dollar on red, spin the wheel, and it lands on red, you win back your dollar plus another dollar. If the wheel lands on black or green, you lose a dollar.  </a:t>
            </a:r>
          </a:p>
          <a:p>
            <a:pPr fontAlgn="base" indent="0" marL="0">
              <a:buNone/>
            </a:pPr>
            <a:r>
              <a:rPr b="1" dirty="0" lang="en-US"/>
              <a:t>Bet $1 = -$1 </a:t>
            </a:r>
            <a:r>
              <a:rPr dirty="0" lang="en-US"/>
              <a:t>(“winning” a negative dollar is how we say losing a dollar)  </a:t>
            </a:r>
          </a:p>
          <a:p>
            <a:pPr fontAlgn="base" indent="0" marL="0">
              <a:buNone/>
            </a:pPr>
            <a:r>
              <a:rPr dirty="0" lang="en-US"/>
              <a:t>Let X be the amount of money you win. Find the mean, variance, and standard deviation of this discrete distribution. </a:t>
            </a:r>
          </a:p>
          <a:p>
            <a:pPr indent="0" marL="0">
              <a:buNone/>
            </a:pPr>
            <a:endParaRPr dirty="0" lang="en-US"/>
          </a:p>
        </p:txBody>
      </p:sp>
      <p:sp>
        <p:nvSpPr>
          <p:cNvPr id="4" name="Footer Placeholder 3">
            <a:extLst>
              <a:ext uri="{FF2B5EF4-FFF2-40B4-BE49-F238E27FC236}">
                <a16:creationId xmlns:a16="http://schemas.microsoft.com/office/drawing/2014/main" id="{F27831C5-0F9A-16D7-2E84-96C033CDBC17}"/>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9E4ACEAF-A548-A4B5-97D1-CCDF3F1D2012}"/>
              </a:ext>
            </a:extLst>
          </p:cNvPr>
          <p:cNvSpPr>
            <a:spLocks noGrp="1"/>
          </p:cNvSpPr>
          <p:nvPr>
            <p:ph idx="12" sz="quarter" type="sldNum"/>
          </p:nvPr>
        </p:nvSpPr>
        <p:spPr/>
        <p:txBody>
          <a:bodyPr/>
          <a:lstStyle/>
          <a:p>
            <a:fld id="{330EA680-D336-4FF7-8B7A-9848BB0A1C32}" type="slidenum">
              <a:rPr lang="en-US" smtClean="0">
                <a:solidFill>
                  <a:srgbClr val="000000"/>
                </a:solidFill>
              </a:rPr>
              <a:t>12</a:t>
            </a:fld>
            <a:endParaRPr dirty="0" lang="en-US"/>
          </a:p>
        </p:txBody>
      </p:sp>
      <p:pic>
        <p:nvPicPr>
          <p:cNvPr id="1026" name="Picture 2">
            <a:extLst>
              <a:ext uri="{FF2B5EF4-FFF2-40B4-BE49-F238E27FC236}">
                <a16:creationId xmlns:a16="http://schemas.microsoft.com/office/drawing/2014/main" id="{AB7F289E-2179-1E56-ECE0-3D66357258B8}"/>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607022" y="136525"/>
            <a:ext cx="2409825" cy="220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525698"/>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13AEF-35D0-962A-EC65-D0F5A86F95CC}"/>
              </a:ext>
            </a:extLst>
          </p:cNvPr>
          <p:cNvSpPr>
            <a:spLocks noGrp="1"/>
          </p:cNvSpPr>
          <p:nvPr>
            <p:ph type="title"/>
          </p:nvPr>
        </p:nvSpPr>
        <p:spPr/>
        <p:txBody>
          <a:bodyPr/>
          <a:lstStyle/>
          <a:p>
            <a:r>
              <a:rPr dirty="0" lang="en-US"/>
              <a:t>Example: Mining Business</a:t>
            </a:r>
          </a:p>
        </p:txBody>
      </p:sp>
      <p:sp>
        <p:nvSpPr>
          <p:cNvPr id="3" name="Content Placeholder 2">
            <a:extLst>
              <a:ext uri="{FF2B5EF4-FFF2-40B4-BE49-F238E27FC236}">
                <a16:creationId xmlns:a16="http://schemas.microsoft.com/office/drawing/2014/main" id="{D2390CEE-AE1F-CA8F-F4F2-61AA13C06D8E}"/>
              </a:ext>
            </a:extLst>
          </p:cNvPr>
          <p:cNvSpPr>
            <a:spLocks noGrp="1"/>
          </p:cNvSpPr>
          <p:nvPr>
            <p:ph idx="1"/>
          </p:nvPr>
        </p:nvSpPr>
        <p:spPr/>
        <p:txBody>
          <a:bodyPr/>
          <a:lstStyle/>
          <a:p>
            <a:pPr fontAlgn="base" indent="0" marL="0">
              <a:buNone/>
            </a:pPr>
            <a:r>
              <a:rPr dirty="0" lang="en-US"/>
              <a:t>The potential profits/losses of a particular mining venture are listed below, along with the associated probabilities stated by a mineral economist.  </a:t>
            </a:r>
          </a:p>
          <a:p>
            <a:pPr fontAlgn="base"/>
            <a:r>
              <a:rPr dirty="0" lang="en-US"/>
              <a:t>$30 million loss      0.4  </a:t>
            </a:r>
          </a:p>
          <a:p>
            <a:pPr fontAlgn="base"/>
            <a:r>
              <a:rPr dirty="0" lang="en-US"/>
              <a:t>$20 million profit   0.5  </a:t>
            </a:r>
          </a:p>
          <a:p>
            <a:pPr fontAlgn="base"/>
            <a:r>
              <a:rPr dirty="0" lang="en-US"/>
              <a:t>$40 million profit   0.1 </a:t>
            </a:r>
          </a:p>
          <a:p>
            <a:pPr fontAlgn="base" indent="0" marL="0">
              <a:buNone/>
            </a:pPr>
            <a:r>
              <a:rPr dirty="0" lang="en-US"/>
              <a:t>What is the expected gain (or loss) of this business venture? Find the mean, variance, and standard deviation.  </a:t>
            </a:r>
          </a:p>
          <a:p>
            <a:endParaRPr dirty="0" lang="en-US"/>
          </a:p>
        </p:txBody>
      </p:sp>
      <p:sp>
        <p:nvSpPr>
          <p:cNvPr id="4" name="Footer Placeholder 3">
            <a:extLst>
              <a:ext uri="{FF2B5EF4-FFF2-40B4-BE49-F238E27FC236}">
                <a16:creationId xmlns:a16="http://schemas.microsoft.com/office/drawing/2014/main" id="{562EC665-3077-7B68-A8E9-8A2EB842F8DF}"/>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03F051CF-6CD3-F47E-BC3E-22A0B5F10040}"/>
              </a:ext>
            </a:extLst>
          </p:cNvPr>
          <p:cNvSpPr>
            <a:spLocks noGrp="1"/>
          </p:cNvSpPr>
          <p:nvPr>
            <p:ph idx="12" sz="quarter" type="sldNum"/>
          </p:nvPr>
        </p:nvSpPr>
        <p:spPr/>
        <p:txBody>
          <a:bodyPr/>
          <a:lstStyle/>
          <a:p>
            <a:fld id="{330EA680-D336-4FF7-8B7A-9848BB0A1C32}" type="slidenum">
              <a:rPr lang="en-US" smtClean="0">
                <a:solidFill>
                  <a:srgbClr val="000000"/>
                </a:solidFill>
              </a:rPr>
              <a:t>13</a:t>
            </a:fld>
            <a:endParaRPr dirty="0" lang="en-US"/>
          </a:p>
        </p:txBody>
      </p:sp>
    </p:spTree>
    <p:extLst>
      <p:ext uri="{BB962C8B-B14F-4D97-AF65-F5344CB8AC3E}">
        <p14:creationId xmlns:p14="http://schemas.microsoft.com/office/powerpoint/2010/main" val="3892978414"/>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A824A-E8F6-4E2F-68C5-08F79B05AC04}"/>
              </a:ext>
            </a:extLst>
          </p:cNvPr>
          <p:cNvSpPr>
            <a:spLocks noGrp="1"/>
          </p:cNvSpPr>
          <p:nvPr>
            <p:ph type="title"/>
          </p:nvPr>
        </p:nvSpPr>
        <p:spPr/>
        <p:txBody>
          <a:bodyPr/>
          <a:lstStyle/>
          <a:p>
            <a:r>
              <a:rPr dirty="0" lang="en-US"/>
              <a:t>The Binomial Distribution </a:t>
            </a:r>
          </a:p>
        </p:txBody>
      </p:sp>
      <p:sp>
        <p:nvSpPr>
          <p:cNvPr id="3" name="Content Placeholder 2">
            <a:extLst>
              <a:ext uri="{FF2B5EF4-FFF2-40B4-BE49-F238E27FC236}">
                <a16:creationId xmlns:a16="http://schemas.microsoft.com/office/drawing/2014/main" id="{9808F178-4813-1561-0119-FF07379E5CBE}"/>
              </a:ext>
            </a:extLst>
          </p:cNvPr>
          <p:cNvSpPr>
            <a:spLocks noGrp="1"/>
          </p:cNvSpPr>
          <p:nvPr>
            <p:ph idx="1"/>
          </p:nvPr>
        </p:nvSpPr>
        <p:spPr/>
        <p:txBody>
          <a:bodyPr/>
          <a:lstStyle/>
          <a:p>
            <a:pPr fontAlgn="base" indent="0" marL="0">
              <a:buNone/>
            </a:pPr>
            <a:r>
              <a:rPr dirty="0" lang="en-US"/>
              <a:t>Wendy’s is giving away a scratch-off coupon with the purchase of every meal for a chance to win a free ice cream. 20% of the coupons are winners, and the rest say, “better luck next time!” You and nine other friends go out to Wendy’s for lunch… What is the probability that exactly three of you will win an ice cream?  </a:t>
            </a:r>
          </a:p>
          <a:p>
            <a:pPr fontAlgn="base" indent="0" marL="0">
              <a:buNone/>
            </a:pPr>
            <a:endParaRPr dirty="0" lang="en-US"/>
          </a:p>
          <a:p>
            <a:pPr fontAlgn="base" indent="0" marL="0">
              <a:buNone/>
            </a:pPr>
            <a:r>
              <a:rPr dirty="0" lang="en-US"/>
              <a:t>These coupons are </a:t>
            </a:r>
            <a:r>
              <a:rPr b="1" dirty="0" lang="en-US">
                <a:solidFill>
                  <a:srgbClr val="000000"/>
                </a:solidFill>
              </a:rPr>
              <a:t>binomial random variables</a:t>
            </a:r>
            <a:r>
              <a:rPr dirty="0" lang="en-US"/>
              <a:t> because they consist of exactly two possible outcomes: win or lose. Any random variable that meets the following criteria are considered binomial random variables.  </a:t>
            </a:r>
          </a:p>
          <a:p>
            <a:endParaRPr dirty="0" lang="en-US"/>
          </a:p>
        </p:txBody>
      </p:sp>
      <p:sp>
        <p:nvSpPr>
          <p:cNvPr id="4" name="Footer Placeholder 3">
            <a:extLst>
              <a:ext uri="{FF2B5EF4-FFF2-40B4-BE49-F238E27FC236}">
                <a16:creationId xmlns:a16="http://schemas.microsoft.com/office/drawing/2014/main" id="{70919676-7B16-B15C-ED91-ADE71587C69E}"/>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D7DCD2FD-D7A6-84AB-F951-D1371BE0524F}"/>
              </a:ext>
            </a:extLst>
          </p:cNvPr>
          <p:cNvSpPr>
            <a:spLocks noGrp="1"/>
          </p:cNvSpPr>
          <p:nvPr>
            <p:ph idx="12" sz="quarter" type="sldNum"/>
          </p:nvPr>
        </p:nvSpPr>
        <p:spPr/>
        <p:txBody>
          <a:bodyPr/>
          <a:lstStyle/>
          <a:p>
            <a:fld id="{330EA680-D336-4FF7-8B7A-9848BB0A1C32}" type="slidenum">
              <a:rPr lang="en-US" smtClean="0">
                <a:solidFill>
                  <a:srgbClr val="000000"/>
                </a:solidFill>
              </a:rPr>
              <a:t>14</a:t>
            </a:fld>
            <a:endParaRPr dirty="0" lang="en-US"/>
          </a:p>
        </p:txBody>
      </p:sp>
    </p:spTree>
    <p:extLst>
      <p:ext uri="{BB962C8B-B14F-4D97-AF65-F5344CB8AC3E}">
        <p14:creationId xmlns:p14="http://schemas.microsoft.com/office/powerpoint/2010/main" val="1597967359"/>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47208-3CCA-8045-5CE1-7E448C3A4BAB}"/>
              </a:ext>
            </a:extLst>
          </p:cNvPr>
          <p:cNvSpPr>
            <a:spLocks noGrp="1"/>
          </p:cNvSpPr>
          <p:nvPr>
            <p:ph type="title"/>
          </p:nvPr>
        </p:nvSpPr>
        <p:spPr/>
        <p:txBody>
          <a:bodyPr/>
          <a:lstStyle/>
          <a:p>
            <a:r>
              <a:rPr dirty="0" lang="en-US"/>
              <a:t>Conditions for the Binomial Distribution </a:t>
            </a:r>
          </a:p>
        </p:txBody>
      </p:sp>
      <p:sp>
        <p:nvSpPr>
          <p:cNvPr id="3" name="Content Placeholder 2">
            <a:extLst>
              <a:ext uri="{FF2B5EF4-FFF2-40B4-BE49-F238E27FC236}">
                <a16:creationId xmlns:a16="http://schemas.microsoft.com/office/drawing/2014/main" id="{4A64FD53-E70A-DD87-7113-DE9F49AB35BD}"/>
              </a:ext>
            </a:extLst>
          </p:cNvPr>
          <p:cNvSpPr>
            <a:spLocks noGrp="1"/>
          </p:cNvSpPr>
          <p:nvPr>
            <p:ph idx="1"/>
          </p:nvPr>
        </p:nvSpPr>
        <p:spPr/>
        <p:txBody>
          <a:bodyPr>
            <a:normAutofit/>
          </a:bodyPr>
          <a:lstStyle/>
          <a:p>
            <a:pPr fontAlgn="base"/>
            <a:r>
              <a:rPr dirty="0" lang="en-US"/>
              <a:t>There is a </a:t>
            </a:r>
            <a:r>
              <a:rPr b="1" dirty="0" lang="en-US"/>
              <a:t>fixed</a:t>
            </a:r>
            <a:r>
              <a:rPr dirty="0" lang="en-US"/>
              <a:t> number of trials, n.  </a:t>
            </a:r>
          </a:p>
          <a:p>
            <a:pPr fontAlgn="base"/>
            <a:r>
              <a:rPr dirty="0" lang="en-US"/>
              <a:t>There are </a:t>
            </a:r>
            <a:r>
              <a:rPr b="1" dirty="0" lang="en-US">
                <a:solidFill>
                  <a:srgbClr val="000000"/>
                </a:solidFill>
              </a:rPr>
              <a:t>two</a:t>
            </a:r>
            <a:r>
              <a:rPr dirty="0" lang="en-US"/>
              <a:t> possible outcomes per trial: a success and a failure. [a note on vocabulary]  </a:t>
            </a:r>
          </a:p>
          <a:p>
            <a:pPr fontAlgn="base"/>
            <a:r>
              <a:rPr dirty="0" lang="en-US"/>
              <a:t>The </a:t>
            </a:r>
            <a:r>
              <a:rPr b="1" dirty="0" lang="en-US"/>
              <a:t>probability</a:t>
            </a:r>
            <a:r>
              <a:rPr dirty="0" lang="en-US"/>
              <a:t> of success – P(S) – is always the same.  </a:t>
            </a:r>
          </a:p>
          <a:p>
            <a:pPr fontAlgn="base"/>
            <a:r>
              <a:rPr dirty="0" lang="en-US"/>
              <a:t>Each trial is </a:t>
            </a:r>
            <a:r>
              <a:rPr b="1" dirty="0" lang="en-US"/>
              <a:t>independent</a:t>
            </a:r>
            <a:r>
              <a:rPr dirty="0" lang="en-US"/>
              <a:t>.  </a:t>
            </a:r>
          </a:p>
          <a:p>
            <a:pPr fontAlgn="base"/>
            <a:r>
              <a:rPr b="1" dirty="0" lang="en-US"/>
              <a:t>X</a:t>
            </a:r>
            <a:r>
              <a:rPr dirty="0" lang="en-US"/>
              <a:t> represents the number of </a:t>
            </a:r>
            <a:r>
              <a:rPr b="1" dirty="0" lang="en-US"/>
              <a:t>successes</a:t>
            </a:r>
            <a:r>
              <a:rPr dirty="0" lang="en-US"/>
              <a:t>.  </a:t>
            </a:r>
          </a:p>
          <a:p>
            <a:pPr fontAlgn="base"/>
            <a:r>
              <a:rPr dirty="0" lang="en-US"/>
              <a:t>n = number of trials </a:t>
            </a:r>
            <a:br>
              <a:rPr dirty="0" lang="en-US"/>
            </a:br>
            <a:r>
              <a:rPr dirty="0" lang="en-US"/>
              <a:t>p = probability of success </a:t>
            </a:r>
            <a:br>
              <a:rPr dirty="0" lang="en-US"/>
            </a:br>
            <a:r>
              <a:rPr dirty="0" lang="en-US"/>
              <a:t>1 - p = probability of failure  </a:t>
            </a:r>
          </a:p>
          <a:p>
            <a:endParaRPr dirty="0" lang="en-US"/>
          </a:p>
        </p:txBody>
      </p:sp>
      <p:sp>
        <p:nvSpPr>
          <p:cNvPr id="4" name="Footer Placeholder 3">
            <a:extLst>
              <a:ext uri="{FF2B5EF4-FFF2-40B4-BE49-F238E27FC236}">
                <a16:creationId xmlns:a16="http://schemas.microsoft.com/office/drawing/2014/main" id="{2F55BA0E-489C-36DB-974D-529FD513E667}"/>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0F8D1EE3-85C3-24EE-A43B-1431D8A6A6BB}"/>
              </a:ext>
            </a:extLst>
          </p:cNvPr>
          <p:cNvSpPr>
            <a:spLocks noGrp="1"/>
          </p:cNvSpPr>
          <p:nvPr>
            <p:ph idx="12" sz="quarter" type="sldNum"/>
          </p:nvPr>
        </p:nvSpPr>
        <p:spPr/>
        <p:txBody>
          <a:bodyPr/>
          <a:lstStyle/>
          <a:p>
            <a:fld id="{330EA680-D336-4FF7-8B7A-9848BB0A1C32}" type="slidenum">
              <a:rPr lang="en-US" smtClean="0">
                <a:solidFill>
                  <a:srgbClr val="000000"/>
                </a:solidFill>
              </a:rPr>
              <a:t>15</a:t>
            </a:fld>
            <a:endParaRPr dirty="0" lang="en-US"/>
          </a:p>
        </p:txBody>
      </p:sp>
    </p:spTree>
    <p:extLst>
      <p:ext uri="{BB962C8B-B14F-4D97-AF65-F5344CB8AC3E}">
        <p14:creationId xmlns:p14="http://schemas.microsoft.com/office/powerpoint/2010/main" val="3513319227"/>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C938A6EE-44CC-EFE1-FA35-C0D51F593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4A3CE-CABA-095E-945A-5EFF038A9DEF}"/>
              </a:ext>
            </a:extLst>
          </p:cNvPr>
          <p:cNvSpPr>
            <a:spLocks noGrp="1"/>
          </p:cNvSpPr>
          <p:nvPr>
            <p:ph type="title"/>
          </p:nvPr>
        </p:nvSpPr>
        <p:spPr/>
        <p:txBody>
          <a:bodyPr/>
          <a:lstStyle/>
          <a:p>
            <a:r>
              <a:rPr dirty="0" lang="en-US"/>
              <a:t>Calculating Binomial Probabilities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713064B7-C27E-4F16-3049-C7C5661B92A8}"/>
                  </a:ext>
                </a:extLst>
              </p:cNvPr>
              <p:cNvSpPr>
                <a:spLocks noGrp="1"/>
              </p:cNvSpPr>
              <p:nvPr>
                <p:ph idx="1"/>
              </p:nvPr>
            </p:nvSpPr>
            <p:spPr/>
            <p:txBody>
              <a:bodyPr>
                <a:normAutofit fontScale="92500" lnSpcReduction="10000"/>
              </a:bodyPr>
              <a:lstStyle/>
              <a:p>
                <a:pPr fontAlgn="base" indent="0" marL="0">
                  <a:buNone/>
                </a:pPr>
                <a:r>
                  <a:rPr dirty="0" lang="en-US"/>
                  <a:t>Wendy’s is giving away a scratch-off coupon with the purchase of every meal for a chance to win a free ice cream. 20% of the coupons are winners, and the rest say, “better luck next time!” You and nine other friends go out to Wendy’s for lunch… What is the probability that exactly three of you will win an ice cream?  </a:t>
                </a:r>
              </a:p>
              <a:p>
                <a:pPr fontAlgn="base" indent="0" marL="0">
                  <a:buNone/>
                </a:pPr>
                <a:endParaRPr dirty="0" lang="en-US"/>
              </a:p>
              <a:p>
                <a:pPr indent="0" marL="0">
                  <a:buNone/>
                </a:pPr>
                <a:r>
                  <a:rPr dirty="0" lang="en-US"/>
                  <a:t>The probability of obtaining x successes:  </a:t>
                </a:r>
              </a:p>
              <a:p>
                <a:pPr indent="0" marL="0">
                  <a:buNone/>
                </a:pPr>
                <a:endParaRPr dirty="0" lang="en-US"/>
              </a:p>
              <a:p>
                <a:pPr indent="0" marL="0">
                  <a:buNone/>
                </a:pPr>
                <a14:m>
                  <m:oMathPara xmlns:m="http://schemas.openxmlformats.org/officeDocument/2006/math">
                    <m:oMathParaPr>
                      <m:jc m:val="centerGroup"/>
                    </m:oMathParaPr>
                    <m:oMath>
                      <m:r>
                        <a:rPr b="0" i="1" lang="en-US" smtClean="0" sz="3000">
                          <a:latin charset="0" panose="02040503050406030204" pitchFamily="18" typeface="Cambria Math"/>
                        </a:rPr>
                        <m:t>𝑃</m:t>
                      </m:r>
                      <m:d>
                        <m:dPr>
                          <m:ctrlPr>
                            <a:rPr b="0" i="1" lang="en-US" smtClean="0" sz="3000">
                              <a:latin charset="0" panose="02040503050406030204" pitchFamily="18" typeface="Cambria Math"/>
                            </a:rPr>
                          </m:ctrlPr>
                        </m:dPr>
                        <m:e>
                          <m:r>
                            <a:rPr b="0" i="1" lang="en-US" smtClean="0" sz="3000">
                              <a:latin charset="0" panose="02040503050406030204" pitchFamily="18" typeface="Cambria Math"/>
                            </a:rPr>
                            <m:t>𝑋</m:t>
                          </m:r>
                          <m:r>
                            <a:rPr b="0" i="1" lang="en-US" smtClean="0" sz="3000">
                              <a:latin charset="0" panose="02040503050406030204" pitchFamily="18" typeface="Cambria Math"/>
                            </a:rPr>
                            <m:t>=</m:t>
                          </m:r>
                          <m:r>
                            <a:rPr b="0" i="1" lang="en-US" smtClean="0" sz="3000">
                              <a:latin charset="0" panose="02040503050406030204" pitchFamily="18" typeface="Cambria Math"/>
                            </a:rPr>
                            <m:t>𝑥</m:t>
                          </m:r>
                        </m:e>
                      </m:d>
                      <m:r>
                        <a:rPr b="0" i="1" lang="en-US" smtClean="0" sz="3000">
                          <a:latin charset="0" panose="02040503050406030204" pitchFamily="18" typeface="Cambria Math"/>
                        </a:rPr>
                        <m:t>=</m:t>
                      </m:r>
                      <m:r>
                        <a:rPr b="0" i="1" lang="en-US" smtClean="0" sz="3000">
                          <a:latin charset="0" panose="02040503050406030204" pitchFamily="18" typeface="Cambria Math"/>
                        </a:rPr>
                        <m:t>𝑛𝐶𝑥</m:t>
                      </m:r>
                      <m:r>
                        <a:rPr b="0" i="1" lang="en-US" smtClean="0" sz="3000">
                          <a:latin charset="0" panose="02040503050406030204" pitchFamily="18" typeface="Cambria Math"/>
                        </a:rPr>
                        <m:t>∗</m:t>
                      </m:r>
                      <m:sSup>
                        <m:sSupPr>
                          <m:ctrlPr>
                            <a:rPr b="0" i="1" lang="en-US" smtClean="0" sz="3000">
                              <a:latin charset="0" panose="02040503050406030204" pitchFamily="18" typeface="Cambria Math"/>
                            </a:rPr>
                          </m:ctrlPr>
                        </m:sSupPr>
                        <m:e>
                          <m:r>
                            <a:rPr b="0" i="1" lang="en-US" smtClean="0" sz="3000">
                              <a:latin charset="0" panose="02040503050406030204" pitchFamily="18" typeface="Cambria Math"/>
                            </a:rPr>
                            <m:t>𝑝</m:t>
                          </m:r>
                        </m:e>
                        <m:sup>
                          <m:r>
                            <a:rPr b="0" i="1" lang="en-US" smtClean="0" sz="3000">
                              <a:latin charset="0" panose="02040503050406030204" pitchFamily="18" typeface="Cambria Math"/>
                            </a:rPr>
                            <m:t>𝑥</m:t>
                          </m:r>
                        </m:sup>
                      </m:sSup>
                      <m:r>
                        <a:rPr b="0" i="1" lang="en-US" smtClean="0" sz="3000">
                          <a:latin charset="0" panose="02040503050406030204" pitchFamily="18" typeface="Cambria Math"/>
                        </a:rPr>
                        <m:t>∗</m:t>
                      </m:r>
                      <m:sSup>
                        <m:sSupPr>
                          <m:ctrlPr>
                            <a:rPr b="0" i="1" lang="en-US" smtClean="0" sz="3000">
                              <a:latin charset="0" panose="02040503050406030204" pitchFamily="18" typeface="Cambria Math"/>
                            </a:rPr>
                          </m:ctrlPr>
                        </m:sSupPr>
                        <m:e>
                          <m:r>
                            <a:rPr b="0" i="1" lang="en-US" smtClean="0" sz="3000">
                              <a:latin charset="0" panose="02040503050406030204" pitchFamily="18" typeface="Cambria Math"/>
                            </a:rPr>
                            <m:t>(1−</m:t>
                          </m:r>
                          <m:r>
                            <a:rPr b="0" i="1" lang="en-US" smtClean="0" sz="3000">
                              <a:latin charset="0" panose="02040503050406030204" pitchFamily="18" typeface="Cambria Math"/>
                            </a:rPr>
                            <m:t>𝑝</m:t>
                          </m:r>
                          <m:r>
                            <a:rPr b="0" i="1" lang="en-US" smtClean="0" sz="3000">
                              <a:latin charset="0" panose="02040503050406030204" pitchFamily="18" typeface="Cambria Math"/>
                            </a:rPr>
                            <m:t>)</m:t>
                          </m:r>
                        </m:e>
                        <m:sup>
                          <m:r>
                            <a:rPr b="0" i="1" lang="en-US" smtClean="0" sz="3000">
                              <a:latin charset="0" panose="02040503050406030204" pitchFamily="18" typeface="Cambria Math"/>
                            </a:rPr>
                            <m:t>𝑛</m:t>
                          </m:r>
                          <m:r>
                            <a:rPr b="0" i="1" lang="en-US" smtClean="0" sz="3000">
                              <a:latin charset="0" panose="02040503050406030204" pitchFamily="18" typeface="Cambria Math"/>
                            </a:rPr>
                            <m:t>−</m:t>
                          </m:r>
                          <m:r>
                            <a:rPr b="0" i="1" lang="en-US" smtClean="0" sz="3000">
                              <a:latin charset="0" panose="02040503050406030204" pitchFamily="18" typeface="Cambria Math"/>
                            </a:rPr>
                            <m:t>𝑥</m:t>
                          </m:r>
                        </m:sup>
                      </m:sSup>
                    </m:oMath>
                  </m:oMathPara>
                </a14:m>
                <a:endParaRPr dirty="0" lang="en-US"/>
              </a:p>
              <a:p>
                <a:pPr indent="0" marL="0">
                  <a:buNone/>
                </a:pPr>
                <a:endParaRPr dirty="0" lang="en-US"/>
              </a:p>
              <a:p>
                <a:pPr indent="0" marL="0">
                  <a:buNone/>
                </a:pPr>
                <a:r>
                  <a:rPr dirty="0" lang="en-US"/>
                  <a:t>n = 		x = 		p = 		1 – p = </a:t>
                </a:r>
              </a:p>
            </p:txBody>
          </p:sp>
        </mc:Choice>
        <mc:Fallback>
          <p:sp>
            <p:nvSpPr>
              <p:cNvPr id="3" name="Content Placeholder 2">
                <a:extLst>
                  <a:ext uri="{FF2B5EF4-FFF2-40B4-BE49-F238E27FC236}">
                    <a16:creationId xmlns:a16="http://schemas.microsoft.com/office/drawing/2014/main" id="{713064B7-C27E-4F16-3049-C7C5661B92A8}"/>
                  </a:ext>
                </a:extLst>
              </p:cNvPr>
              <p:cNvSpPr>
                <a:spLocks noAdjustHandles="1" noChangeArrowheads="1" noChangeAspect="1" noChangeShapeType="1" noEditPoints="1" noGrp="1" noMove="1" noResize="1" noRot="1" noTextEdit="1"/>
              </p:cNvSpPr>
              <p:nvPr>
                <p:ph idx="1"/>
              </p:nvPr>
            </p:nvSpPr>
            <p:spPr>
              <a:blipFill>
                <a:blip r:embed="rId2"/>
                <a:stretch>
                  <a:fillRect b="-2241" l="-1043" t="-28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07CD100-54ED-4C24-3492-02FF4D44B61A}"/>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10AB9BBC-4761-6597-A8AB-79F31BE73767}"/>
              </a:ext>
            </a:extLst>
          </p:cNvPr>
          <p:cNvSpPr>
            <a:spLocks noGrp="1"/>
          </p:cNvSpPr>
          <p:nvPr>
            <p:ph idx="12" sz="quarter" type="sldNum"/>
          </p:nvPr>
        </p:nvSpPr>
        <p:spPr/>
        <p:txBody>
          <a:bodyPr/>
          <a:lstStyle/>
          <a:p>
            <a:fld id="{330EA680-D336-4FF7-8B7A-9848BB0A1C32}" type="slidenum">
              <a:rPr lang="en-US" smtClean="0">
                <a:solidFill>
                  <a:srgbClr val="000000"/>
                </a:solidFill>
              </a:rPr>
              <a:t>16</a:t>
            </a:fld>
            <a:endParaRPr dirty="0" lang="en-US"/>
          </a:p>
        </p:txBody>
      </p:sp>
    </p:spTree>
    <p:extLst>
      <p:ext uri="{BB962C8B-B14F-4D97-AF65-F5344CB8AC3E}">
        <p14:creationId xmlns:p14="http://schemas.microsoft.com/office/powerpoint/2010/main" val="1834913273"/>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72863-0C83-10C4-2F13-0E69E0B0B3CB}"/>
              </a:ext>
            </a:extLst>
          </p:cNvPr>
          <p:cNvSpPr>
            <a:spLocks noGrp="1"/>
          </p:cNvSpPr>
          <p:nvPr>
            <p:ph type="title"/>
          </p:nvPr>
        </p:nvSpPr>
        <p:spPr/>
        <p:txBody>
          <a:bodyPr/>
          <a:lstStyle/>
          <a:p>
            <a:r>
              <a:rPr dirty="0" lang="en-US"/>
              <a:t>Binomials Using R </a:t>
            </a:r>
          </a:p>
        </p:txBody>
      </p:sp>
      <p:sp>
        <p:nvSpPr>
          <p:cNvPr id="3" name="Content Placeholder 2">
            <a:extLst>
              <a:ext uri="{FF2B5EF4-FFF2-40B4-BE49-F238E27FC236}">
                <a16:creationId xmlns:a16="http://schemas.microsoft.com/office/drawing/2014/main" id="{4914EB3E-CA67-A8DE-4F60-40C781C4ED6E}"/>
              </a:ext>
            </a:extLst>
          </p:cNvPr>
          <p:cNvSpPr>
            <a:spLocks noGrp="1"/>
          </p:cNvSpPr>
          <p:nvPr>
            <p:ph idx="1"/>
          </p:nvPr>
        </p:nvSpPr>
        <p:spPr>
          <a:xfrm>
            <a:off x="838200" y="2486024"/>
            <a:ext cx="10515600" cy="2924175"/>
          </a:xfrm>
        </p:spPr>
        <p:txBody>
          <a:bodyPr>
            <a:normAutofit fontScale="92500" lnSpcReduction="10000"/>
          </a:bodyPr>
          <a:lstStyle/>
          <a:p>
            <a:pPr indent="0" marL="0">
              <a:buNone/>
            </a:pPr>
            <a:r>
              <a:rPr dirty="0" lang="en-US"/>
              <a:t>P(X=x) = dbinom(x, n, p) </a:t>
            </a:r>
          </a:p>
          <a:p>
            <a:pPr indent="0" marL="0">
              <a:buNone/>
            </a:pPr>
            <a:endParaRPr dirty="0" lang="en-US"/>
          </a:p>
          <a:p>
            <a:pPr indent="0" marL="0">
              <a:buNone/>
            </a:pPr>
            <a:r>
              <a:rPr dirty="0" lang="en-US"/>
              <a:t>P(X=3) = dbinom(3, 10, 0.2) = 0.2013 </a:t>
            </a:r>
          </a:p>
          <a:p>
            <a:pPr indent="0" marL="0">
              <a:buNone/>
            </a:pPr>
            <a:endParaRPr dirty="0" lang="en-US"/>
          </a:p>
          <a:p>
            <a:pPr indent="0" marL="0">
              <a:buNone/>
            </a:pPr>
            <a:r>
              <a:rPr dirty="0" lang="en-US"/>
              <a:t>If the probability of success is 0.20, and exactly ten people purchase a meal, then the probability that exactly three people win a free ice cream is 0.2013. </a:t>
            </a:r>
          </a:p>
        </p:txBody>
      </p:sp>
      <p:sp>
        <p:nvSpPr>
          <p:cNvPr id="4" name="Footer Placeholder 3">
            <a:extLst>
              <a:ext uri="{FF2B5EF4-FFF2-40B4-BE49-F238E27FC236}">
                <a16:creationId xmlns:a16="http://schemas.microsoft.com/office/drawing/2014/main" id="{7F248896-0243-CB59-84D3-719D9D938F3A}"/>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E684EE3F-1495-AB1F-F84F-7FD956AA7427}"/>
              </a:ext>
            </a:extLst>
          </p:cNvPr>
          <p:cNvSpPr>
            <a:spLocks noGrp="1"/>
          </p:cNvSpPr>
          <p:nvPr>
            <p:ph idx="12" sz="quarter" type="sldNum"/>
          </p:nvPr>
        </p:nvSpPr>
        <p:spPr/>
        <p:txBody>
          <a:bodyPr/>
          <a:lstStyle/>
          <a:p>
            <a:fld id="{330EA680-D336-4FF7-8B7A-9848BB0A1C32}" type="slidenum">
              <a:rPr lang="en-US" smtClean="0">
                <a:solidFill>
                  <a:srgbClr val="000000"/>
                </a:solidFill>
              </a:rPr>
              <a:t>17</a:t>
            </a:fld>
            <a:endParaRPr dirty="0" lang="en-US"/>
          </a:p>
        </p:txBody>
      </p:sp>
    </p:spTree>
    <p:extLst>
      <p:ext uri="{BB962C8B-B14F-4D97-AF65-F5344CB8AC3E}">
        <p14:creationId xmlns:p14="http://schemas.microsoft.com/office/powerpoint/2010/main" val="3587470888"/>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0EA23-3E07-6A2C-7834-04103CCD3929}"/>
              </a:ext>
            </a:extLst>
          </p:cNvPr>
          <p:cNvSpPr>
            <a:spLocks noGrp="1"/>
          </p:cNvSpPr>
          <p:nvPr>
            <p:ph type="title"/>
          </p:nvPr>
        </p:nvSpPr>
        <p:spPr/>
        <p:txBody>
          <a:bodyPr/>
          <a:lstStyle/>
          <a:p>
            <a:r>
              <a:rPr dirty="0" lang="en-US"/>
              <a:t>The Mean, Variance, and Standard Deviation of a Binomial Random Variable</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CAAA189D-3A46-8D8F-9EBD-39DC1A34E8C5}"/>
                  </a:ext>
                </a:extLst>
              </p:cNvPr>
              <p:cNvSpPr>
                <a:spLocks noGrp="1"/>
              </p:cNvSpPr>
              <p:nvPr>
                <p:ph idx="1"/>
              </p:nvPr>
            </p:nvSpPr>
            <p:spPr>
              <a:xfrm>
                <a:off x="838200" y="2237316"/>
                <a:ext cx="10515600" cy="3474508"/>
              </a:xfrm>
            </p:spPr>
            <p:txBody>
              <a:bodyPr/>
              <a:lstStyle/>
              <a:p>
                <a:pPr indent="0" marL="0">
                  <a:buNone/>
                </a:pPr>
                <a:r>
                  <a:rPr dirty="0" lang="en-US"/>
                  <a:t>Mean: </a:t>
                </a:r>
                <a14:m>
                  <m:oMath xmlns:m="http://schemas.openxmlformats.org/officeDocument/2006/math">
                    <m:sSub>
                      <m:sSubPr>
                        <m:ctrlPr>
                          <a:rPr i="1" lang="en-US" smtClean="0">
                            <a:latin charset="0" panose="02040503050406030204" pitchFamily="18" typeface="Cambria Math"/>
                          </a:rPr>
                        </m:ctrlPr>
                      </m:sSubPr>
                      <m:e>
                        <m:r>
                          <a:rPr i="1" lang="en-US" smtClean="0">
                            <a:latin charset="0" panose="02040503050406030204" pitchFamily="18" typeface="Cambria Math"/>
                            <a:ea charset="0" panose="02040503050406030204" pitchFamily="18" typeface="Cambria Math"/>
                          </a:rPr>
                          <m:t>𝜇</m:t>
                        </m:r>
                      </m:e>
                      <m:sub>
                        <m:r>
                          <a:rPr b="0" i="1" lang="en-US" smtClean="0">
                            <a:latin charset="0" panose="02040503050406030204" pitchFamily="18" typeface="Cambria Math"/>
                          </a:rPr>
                          <m:t>𝑥</m:t>
                        </m:r>
                      </m:sub>
                    </m:sSub>
                    <m:r>
                      <a:rPr b="0" i="1" lang="en-US" smtClean="0">
                        <a:latin charset="0" panose="02040503050406030204" pitchFamily="18" typeface="Cambria Math"/>
                      </a:rPr>
                      <m:t>=</m:t>
                    </m:r>
                    <m:r>
                      <a:rPr b="0" i="1" lang="en-US" smtClean="0">
                        <a:latin charset="0" panose="02040503050406030204" pitchFamily="18" typeface="Cambria Math"/>
                      </a:rPr>
                      <m:t>𝑛𝑝</m:t>
                    </m:r>
                  </m:oMath>
                </a14:m>
                <a:endParaRPr dirty="0" lang="en-US"/>
              </a:p>
              <a:p>
                <a:pPr indent="0" marL="0">
                  <a:buNone/>
                </a:pPr>
                <a:endParaRPr dirty="0" lang="en-US"/>
              </a:p>
              <a:p>
                <a:pPr indent="0" marL="0">
                  <a:buNone/>
                </a:pPr>
                <a:r>
                  <a:rPr dirty="0" lang="en-US"/>
                  <a:t>Variance: </a:t>
                </a:r>
                <a14:m>
                  <m:oMath xmlns:m="http://schemas.openxmlformats.org/officeDocument/2006/math">
                    <m:sSubSup>
                      <m:sSubSupPr>
                        <m:ctrlPr>
                          <a:rPr i="1" lang="en-US" smtClean="0">
                            <a:latin charset="0" panose="02040503050406030204" pitchFamily="18" typeface="Cambria Math"/>
                          </a:rPr>
                        </m:ctrlPr>
                      </m:sSubSupPr>
                      <m:e>
                        <m:r>
                          <a:rPr i="1" lang="en-US" smtClean="0">
                            <a:latin charset="0" panose="02040503050406030204" pitchFamily="18" typeface="Cambria Math"/>
                            <a:ea charset="0" panose="02040503050406030204" pitchFamily="18" typeface="Cambria Math"/>
                          </a:rPr>
                          <m:t>𝜎</m:t>
                        </m:r>
                      </m:e>
                      <m:sub>
                        <m:r>
                          <a:rPr b="0" i="1" lang="en-US" smtClean="0">
                            <a:latin charset="0" panose="02040503050406030204" pitchFamily="18" typeface="Cambria Math"/>
                          </a:rPr>
                          <m:t>𝑥</m:t>
                        </m:r>
                      </m:sub>
                      <m:sup>
                        <m:r>
                          <a:rPr b="0" i="1" lang="en-US" smtClean="0">
                            <a:latin charset="0" panose="02040503050406030204" pitchFamily="18" typeface="Cambria Math"/>
                          </a:rPr>
                          <m:t>2</m:t>
                        </m:r>
                      </m:sup>
                    </m:sSubSup>
                    <m:r>
                      <a:rPr b="0" i="1" lang="en-US" smtClean="0">
                        <a:latin charset="0" panose="02040503050406030204" pitchFamily="18" typeface="Cambria Math"/>
                      </a:rPr>
                      <m:t>=</m:t>
                    </m:r>
                    <m:r>
                      <a:rPr b="0" i="1" lang="en-US" smtClean="0">
                        <a:latin charset="0" panose="02040503050406030204" pitchFamily="18" typeface="Cambria Math"/>
                      </a:rPr>
                      <m:t>𝑛𝑝</m:t>
                    </m:r>
                    <m:r>
                      <a:rPr b="0" i="1" lang="en-US" smtClean="0">
                        <a:latin charset="0" panose="02040503050406030204" pitchFamily="18" typeface="Cambria Math"/>
                      </a:rPr>
                      <m:t>(1−</m:t>
                    </m:r>
                    <m:r>
                      <a:rPr b="0" i="1" lang="en-US" smtClean="0">
                        <a:latin charset="0" panose="02040503050406030204" pitchFamily="18" typeface="Cambria Math"/>
                      </a:rPr>
                      <m:t>𝑝</m:t>
                    </m:r>
                    <m:r>
                      <a:rPr b="0" i="1" lang="en-US" smtClean="0">
                        <a:latin charset="0" panose="02040503050406030204" pitchFamily="18" typeface="Cambria Math"/>
                      </a:rPr>
                      <m:t>)</m:t>
                    </m:r>
                  </m:oMath>
                </a14:m>
                <a:endParaRPr dirty="0" lang="en-US"/>
              </a:p>
              <a:p>
                <a:pPr indent="0" marL="0">
                  <a:buNone/>
                </a:pPr>
                <a:endParaRPr dirty="0" lang="en-US"/>
              </a:p>
              <a:p>
                <a:pPr indent="0" marL="0">
                  <a:buNone/>
                </a:pPr>
                <a:r>
                  <a:rPr dirty="0" lang="en-US"/>
                  <a:t>Standard Deviation: </a:t>
                </a:r>
                <a14:m>
                  <m:oMath xmlns:m="http://schemas.openxmlformats.org/officeDocument/2006/math">
                    <m:sSub>
                      <m:sSubPr>
                        <m:ctrlPr>
                          <a:rPr i="1" lang="en-US" smtClean="0">
                            <a:latin charset="0" panose="02040503050406030204" pitchFamily="18" typeface="Cambria Math"/>
                          </a:rPr>
                        </m:ctrlPr>
                      </m:sSubPr>
                      <m:e>
                        <m:r>
                          <a:rPr i="1" lang="en-US" smtClean="0">
                            <a:latin charset="0" panose="02040503050406030204" pitchFamily="18" typeface="Cambria Math"/>
                            <a:ea charset="0" panose="02040503050406030204" pitchFamily="18" typeface="Cambria Math"/>
                          </a:rPr>
                          <m:t>𝜎</m:t>
                        </m:r>
                      </m:e>
                      <m:sub>
                        <m:r>
                          <a:rPr b="0" i="1" lang="en-US" smtClean="0">
                            <a:latin charset="0" panose="02040503050406030204" pitchFamily="18" typeface="Cambria Math"/>
                          </a:rPr>
                          <m:t>𝑥</m:t>
                        </m:r>
                      </m:sub>
                    </m:sSub>
                    <m:r>
                      <a:rPr b="0" i="1" lang="en-US" smtClean="0">
                        <a:latin charset="0" panose="02040503050406030204" pitchFamily="18" typeface="Cambria Math"/>
                      </a:rPr>
                      <m:t>=</m:t>
                    </m:r>
                    <m:rad>
                      <m:radPr>
                        <m:degHide m:val="on"/>
                        <m:ctrlPr>
                          <a:rPr b="0" i="1" lang="en-US" smtClean="0">
                            <a:latin charset="0" panose="02040503050406030204" pitchFamily="18" typeface="Cambria Math"/>
                          </a:rPr>
                        </m:ctrlPr>
                      </m:radPr>
                      <m:deg/>
                      <m:e>
                        <m:r>
                          <a:rPr b="0" i="1" lang="en-US" smtClean="0">
                            <a:latin charset="0" panose="02040503050406030204" pitchFamily="18" typeface="Cambria Math"/>
                          </a:rPr>
                          <m:t>𝑛𝑝</m:t>
                        </m:r>
                        <m:r>
                          <a:rPr b="0" i="1" lang="en-US" smtClean="0">
                            <a:latin charset="0" panose="02040503050406030204" pitchFamily="18" typeface="Cambria Math"/>
                          </a:rPr>
                          <m:t>(1−</m:t>
                        </m:r>
                        <m:r>
                          <a:rPr b="0" i="1" lang="en-US" smtClean="0">
                            <a:latin charset="0" panose="02040503050406030204" pitchFamily="18" typeface="Cambria Math"/>
                          </a:rPr>
                          <m:t>𝑝</m:t>
                        </m:r>
                        <m:r>
                          <a:rPr b="0" i="1" lang="en-US" smtClean="0">
                            <a:latin charset="0" panose="02040503050406030204" pitchFamily="18" typeface="Cambria Math"/>
                          </a:rPr>
                          <m:t>)</m:t>
                        </m:r>
                      </m:e>
                    </m:rad>
                  </m:oMath>
                </a14:m>
                <a:endParaRPr dirty="0" lang="en-US"/>
              </a:p>
            </p:txBody>
          </p:sp>
        </mc:Choice>
        <mc:Fallback>
          <p:sp>
            <p:nvSpPr>
              <p:cNvPr id="3" name="Content Placeholder 2">
                <a:extLst>
                  <a:ext uri="{FF2B5EF4-FFF2-40B4-BE49-F238E27FC236}">
                    <a16:creationId xmlns:a16="http://schemas.microsoft.com/office/drawing/2014/main" id="{CAAA189D-3A46-8D8F-9EBD-39DC1A34E8C5}"/>
                  </a:ext>
                </a:extLst>
              </p:cNvPr>
              <p:cNvSpPr>
                <a:spLocks noAdjustHandles="1" noChangeArrowheads="1" noChangeAspect="1" noChangeShapeType="1" noEditPoints="1" noGrp="1" noMove="1" noResize="1" noRot="1" noTextEdit="1"/>
              </p:cNvSpPr>
              <p:nvPr>
                <p:ph idx="1"/>
              </p:nvPr>
            </p:nvSpPr>
            <p:spPr>
              <a:xfrm>
                <a:off x="838200" y="2237316"/>
                <a:ext cx="10515600" cy="3474508"/>
              </a:xfrm>
              <a:blipFill>
                <a:blip r:embed="rId2"/>
                <a:stretch>
                  <a:fillRect l="-1217" t="-298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3E402B1-932A-F307-A70D-D9D49D6E7F75}"/>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0303127D-87B9-7B00-2E9F-72FD7A872B8A}"/>
              </a:ext>
            </a:extLst>
          </p:cNvPr>
          <p:cNvSpPr>
            <a:spLocks noGrp="1"/>
          </p:cNvSpPr>
          <p:nvPr>
            <p:ph idx="12" sz="quarter" type="sldNum"/>
          </p:nvPr>
        </p:nvSpPr>
        <p:spPr/>
        <p:txBody>
          <a:bodyPr/>
          <a:lstStyle/>
          <a:p>
            <a:fld id="{330EA680-D336-4FF7-8B7A-9848BB0A1C32}" type="slidenum">
              <a:rPr lang="en-US" smtClean="0">
                <a:solidFill>
                  <a:srgbClr val="000000"/>
                </a:solidFill>
              </a:rPr>
              <a:t>18</a:t>
            </a:fld>
            <a:endParaRPr dirty="0" lang="en-US"/>
          </a:p>
        </p:txBody>
      </p:sp>
    </p:spTree>
    <p:extLst>
      <p:ext uri="{BB962C8B-B14F-4D97-AF65-F5344CB8AC3E}">
        <p14:creationId xmlns:p14="http://schemas.microsoft.com/office/powerpoint/2010/main" val="753262235"/>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5AEF9-6AE5-D1DE-547D-0AAC4DAAC4C5}"/>
              </a:ext>
            </a:extLst>
          </p:cNvPr>
          <p:cNvSpPr>
            <a:spLocks noGrp="1"/>
          </p:cNvSpPr>
          <p:nvPr>
            <p:ph type="title"/>
          </p:nvPr>
        </p:nvSpPr>
        <p:spPr/>
        <p:txBody>
          <a:bodyPr/>
          <a:lstStyle/>
          <a:p>
            <a:r>
              <a:rPr dirty="0" lang="en-US"/>
              <a:t>Back to the Ice Cream Example </a:t>
            </a:r>
          </a:p>
        </p:txBody>
      </p:sp>
      <p:sp>
        <p:nvSpPr>
          <p:cNvPr id="3" name="Content Placeholder 2">
            <a:extLst>
              <a:ext uri="{FF2B5EF4-FFF2-40B4-BE49-F238E27FC236}">
                <a16:creationId xmlns:a16="http://schemas.microsoft.com/office/drawing/2014/main" id="{CCB89FCD-5D88-6EC1-7ABA-2D9C830F1457}"/>
              </a:ext>
            </a:extLst>
          </p:cNvPr>
          <p:cNvSpPr>
            <a:spLocks noGrp="1"/>
          </p:cNvSpPr>
          <p:nvPr>
            <p:ph idx="1"/>
          </p:nvPr>
        </p:nvSpPr>
        <p:spPr>
          <a:xfrm>
            <a:off x="838200" y="1690688"/>
            <a:ext cx="10515600" cy="4282546"/>
          </a:xfrm>
        </p:spPr>
        <p:txBody>
          <a:bodyPr>
            <a:normAutofit fontScale="92500" lnSpcReduction="20000"/>
          </a:bodyPr>
          <a:lstStyle/>
          <a:p>
            <a:pPr indent="0" marL="0">
              <a:buNone/>
            </a:pPr>
            <a:r>
              <a:rPr dirty="0" lang="en-US"/>
              <a:t>Mean = 10*0.2 = 2 winners </a:t>
            </a:r>
          </a:p>
          <a:p>
            <a:pPr indent="0" marL="0">
              <a:buNone/>
            </a:pPr>
            <a:endParaRPr dirty="0" lang="en-US"/>
          </a:p>
          <a:p>
            <a:pPr indent="0" marL="0">
              <a:buNone/>
            </a:pPr>
            <a:endParaRPr dirty="0" lang="en-US"/>
          </a:p>
          <a:p>
            <a:pPr indent="0" marL="0">
              <a:buNone/>
            </a:pPr>
            <a:endParaRPr dirty="0" lang="en-US"/>
          </a:p>
          <a:p>
            <a:pPr indent="0" marL="0">
              <a:buNone/>
            </a:pPr>
            <a:r>
              <a:rPr dirty="0" lang="en-US"/>
              <a:t>Variance = 10*0.2*0.8 = 1.6 winners^2 </a:t>
            </a:r>
          </a:p>
          <a:p>
            <a:pPr indent="0" marL="0">
              <a:buNone/>
            </a:pPr>
            <a:endParaRPr dirty="0" lang="en-US"/>
          </a:p>
          <a:p>
            <a:pPr indent="0" marL="0">
              <a:buNone/>
            </a:pPr>
            <a:endParaRPr dirty="0" lang="en-US"/>
          </a:p>
          <a:p>
            <a:pPr indent="0" marL="0">
              <a:buNone/>
            </a:pPr>
            <a:endParaRPr dirty="0" lang="en-US"/>
          </a:p>
          <a:p>
            <a:pPr indent="0" marL="0">
              <a:buNone/>
            </a:pPr>
            <a:endParaRPr dirty="0" lang="en-US"/>
          </a:p>
          <a:p>
            <a:pPr indent="0" marL="0">
              <a:buNone/>
            </a:pPr>
            <a:r>
              <a:rPr dirty="0" lang="en-US"/>
              <a:t>Standard deviation = sqrt(10*0.2*0.8) = 1.26 winners </a:t>
            </a:r>
          </a:p>
        </p:txBody>
      </p:sp>
      <p:pic>
        <p:nvPicPr>
          <p:cNvPr descr="Binomial distribution of ice cream winners. " id="7" name="Picture 6">
            <a:extLst>
              <a:ext uri="{FF2B5EF4-FFF2-40B4-BE49-F238E27FC236}">
                <a16:creationId xmlns:a16="http://schemas.microsoft.com/office/drawing/2014/main" id="{BC99CAF4-2648-934A-493C-D406BE6E1461}"/>
              </a:ext>
            </a:extLst>
          </p:cNvPr>
          <p:cNvPicPr>
            <a:picLocks noChangeAspect="1"/>
          </p:cNvPicPr>
          <p:nvPr/>
        </p:nvPicPr>
        <p:blipFill>
          <a:blip r:embed="rId2"/>
          <a:stretch>
            <a:fillRect/>
          </a:stretch>
        </p:blipFill>
        <p:spPr>
          <a:xfrm>
            <a:off x="6736223" y="1690688"/>
            <a:ext cx="4827415" cy="3264088"/>
          </a:xfrm>
          <a:prstGeom prst="rect">
            <a:avLst/>
          </a:prstGeom>
        </p:spPr>
      </p:pic>
      <p:sp>
        <p:nvSpPr>
          <p:cNvPr id="4" name="Footer Placeholder 3">
            <a:extLst>
              <a:ext uri="{FF2B5EF4-FFF2-40B4-BE49-F238E27FC236}">
                <a16:creationId xmlns:a16="http://schemas.microsoft.com/office/drawing/2014/main" id="{42AD475C-EF6B-580B-B0EF-25FD2B273571}"/>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9C8134F4-C740-2B2B-A2B9-0070374A5797}"/>
              </a:ext>
            </a:extLst>
          </p:cNvPr>
          <p:cNvSpPr>
            <a:spLocks noGrp="1"/>
          </p:cNvSpPr>
          <p:nvPr>
            <p:ph idx="12" sz="quarter" type="sldNum"/>
          </p:nvPr>
        </p:nvSpPr>
        <p:spPr/>
        <p:txBody>
          <a:bodyPr/>
          <a:lstStyle/>
          <a:p>
            <a:fld id="{330EA680-D336-4FF7-8B7A-9848BB0A1C32}" type="slidenum">
              <a:rPr lang="en-US" smtClean="0">
                <a:solidFill>
                  <a:srgbClr val="000000"/>
                </a:solidFill>
              </a:rPr>
              <a:t>19</a:t>
            </a:fld>
            <a:endParaRPr dirty="0" lang="en-US"/>
          </a:p>
        </p:txBody>
      </p:sp>
    </p:spTree>
    <p:extLst>
      <p:ext uri="{BB962C8B-B14F-4D97-AF65-F5344CB8AC3E}">
        <p14:creationId xmlns:p14="http://schemas.microsoft.com/office/powerpoint/2010/main" val="2508302145"/>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3E01F-3598-8F4D-12AA-C19EA30A8FA2}"/>
              </a:ext>
            </a:extLst>
          </p:cNvPr>
          <p:cNvSpPr>
            <a:spLocks noGrp="1"/>
          </p:cNvSpPr>
          <p:nvPr>
            <p:ph type="title"/>
          </p:nvPr>
        </p:nvSpPr>
        <p:spPr/>
        <p:txBody>
          <a:bodyPr/>
          <a:lstStyle/>
          <a:p>
            <a:r>
              <a:rPr dirty="0" lang="en-US"/>
              <a:t>Cumulative Binomial Probabilities </a:t>
            </a:r>
          </a:p>
        </p:txBody>
      </p:sp>
      <p:sp>
        <p:nvSpPr>
          <p:cNvPr id="3" name="Content Placeholder 2">
            <a:extLst>
              <a:ext uri="{FF2B5EF4-FFF2-40B4-BE49-F238E27FC236}">
                <a16:creationId xmlns:a16="http://schemas.microsoft.com/office/drawing/2014/main" id="{B885A679-7219-DBDE-96EA-098805EF8A15}"/>
              </a:ext>
            </a:extLst>
          </p:cNvPr>
          <p:cNvSpPr>
            <a:spLocks noGrp="1"/>
          </p:cNvSpPr>
          <p:nvPr>
            <p:ph idx="1"/>
          </p:nvPr>
        </p:nvSpPr>
        <p:spPr>
          <a:xfrm>
            <a:off x="838200" y="1481666"/>
            <a:ext cx="10515600" cy="4874683"/>
          </a:xfrm>
        </p:spPr>
        <p:txBody>
          <a:bodyPr>
            <a:normAutofit fontScale="92500" lnSpcReduction="10000"/>
          </a:bodyPr>
          <a:lstStyle/>
          <a:p>
            <a:pPr indent="0" marL="0">
              <a:buNone/>
            </a:pPr>
            <a:r>
              <a:rPr dirty="0" lang="en-US"/>
              <a:t>P(X≤x) = pbinom(x, n, p)</a:t>
            </a:r>
          </a:p>
          <a:p>
            <a:pPr indent="0" marL="0">
              <a:buNone/>
            </a:pPr>
            <a:endParaRPr dirty="0" lang="en-US"/>
          </a:p>
          <a:p>
            <a:pPr indent="0" marL="0">
              <a:buNone/>
            </a:pPr>
            <a:r>
              <a:rPr dirty="0" lang="en-US"/>
              <a:t>Example: In a recent poll, 50% of adults said that they play video games. Let’s say 9 adults are randomly selected and asked the same question. Compute the following probabilities:  </a:t>
            </a:r>
          </a:p>
          <a:p>
            <a:pPr indent="-514350" marL="514350">
              <a:buAutoNum type="arabicPeriod"/>
            </a:pPr>
            <a:r>
              <a:rPr dirty="0" lang="en-US"/>
              <a:t>That exactly 4 play video games. </a:t>
            </a:r>
          </a:p>
          <a:p>
            <a:pPr indent="-514350" marL="514350">
              <a:buAutoNum type="arabicPeriod"/>
            </a:pPr>
            <a:r>
              <a:rPr dirty="0" lang="en-US"/>
              <a:t>Fewer than 3 play video games. </a:t>
            </a:r>
          </a:p>
          <a:p>
            <a:pPr indent="-514350" marL="514350">
              <a:buAutoNum type="arabicPeriod"/>
            </a:pPr>
            <a:r>
              <a:rPr dirty="0" lang="en-US"/>
              <a:t>More than 3 play video games. </a:t>
            </a:r>
          </a:p>
          <a:p>
            <a:pPr indent="-514350" marL="514350">
              <a:buAutoNum type="arabicPeriod"/>
            </a:pPr>
            <a:r>
              <a:rPr dirty="0" lang="en-US"/>
              <a:t>At least 7 play video games. </a:t>
            </a:r>
          </a:p>
          <a:p>
            <a:pPr indent="-514350" marL="514350">
              <a:buAutoNum type="arabicPeriod"/>
            </a:pPr>
            <a:r>
              <a:rPr dirty="0" lang="en-US"/>
              <a:t>Between 4 and 6 inclusive play video games.  </a:t>
            </a:r>
          </a:p>
          <a:p>
            <a:pPr indent="-514350" marL="514350">
              <a:buAutoNum type="arabicPeriod"/>
            </a:pPr>
            <a:r>
              <a:rPr dirty="0" lang="en-US"/>
              <a:t>What is the mean or expected value?  </a:t>
            </a:r>
          </a:p>
          <a:p>
            <a:pPr indent="0" marL="0">
              <a:buNone/>
            </a:pPr>
            <a:endParaRPr dirty="0" lang="en-US"/>
          </a:p>
        </p:txBody>
      </p:sp>
      <p:sp>
        <p:nvSpPr>
          <p:cNvPr id="4" name="Footer Placeholder 3">
            <a:extLst>
              <a:ext uri="{FF2B5EF4-FFF2-40B4-BE49-F238E27FC236}">
                <a16:creationId xmlns:a16="http://schemas.microsoft.com/office/drawing/2014/main" id="{B90B9F08-B50E-A094-626D-D7BA9ECD74AF}"/>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338D345F-6C67-F708-F98E-829782425885}"/>
              </a:ext>
            </a:extLst>
          </p:cNvPr>
          <p:cNvSpPr>
            <a:spLocks noGrp="1"/>
          </p:cNvSpPr>
          <p:nvPr>
            <p:ph idx="12" sz="quarter" type="sldNum"/>
          </p:nvPr>
        </p:nvSpPr>
        <p:spPr/>
        <p:txBody>
          <a:bodyPr/>
          <a:lstStyle/>
          <a:p>
            <a:fld id="{330EA680-D336-4FF7-8B7A-9848BB0A1C32}" type="slidenum">
              <a:rPr lang="en-US" smtClean="0">
                <a:solidFill>
                  <a:srgbClr val="000000"/>
                </a:solidFill>
              </a:rPr>
              <a:t>20</a:t>
            </a:fld>
            <a:endParaRPr dirty="0" lang="en-US"/>
          </a:p>
        </p:txBody>
      </p:sp>
    </p:spTree>
    <p:extLst>
      <p:ext uri="{BB962C8B-B14F-4D97-AF65-F5344CB8AC3E}">
        <p14:creationId xmlns:p14="http://schemas.microsoft.com/office/powerpoint/2010/main" val="3219185719"/>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0DA3F-411F-F6B1-030F-17F48585354C}"/>
              </a:ext>
            </a:extLst>
          </p:cNvPr>
          <p:cNvSpPr>
            <a:spLocks noGrp="1"/>
          </p:cNvSpPr>
          <p:nvPr>
            <p:ph type="title"/>
          </p:nvPr>
        </p:nvSpPr>
        <p:spPr/>
        <p:txBody>
          <a:bodyPr/>
          <a:lstStyle/>
          <a:p>
            <a:r>
              <a:rPr dirty="0" lang="en-US"/>
              <a:t>The Poisson Distribution </a:t>
            </a:r>
          </a:p>
        </p:txBody>
      </p:sp>
      <p:sp>
        <p:nvSpPr>
          <p:cNvPr id="3" name="Content Placeholder 2">
            <a:extLst>
              <a:ext uri="{FF2B5EF4-FFF2-40B4-BE49-F238E27FC236}">
                <a16:creationId xmlns:a16="http://schemas.microsoft.com/office/drawing/2014/main" id="{F9FFB803-7BD2-8FCE-9930-D184843BCCFD}"/>
              </a:ext>
            </a:extLst>
          </p:cNvPr>
          <p:cNvSpPr>
            <a:spLocks noGrp="1"/>
          </p:cNvSpPr>
          <p:nvPr>
            <p:ph idx="1"/>
          </p:nvPr>
        </p:nvSpPr>
        <p:spPr/>
        <p:txBody>
          <a:bodyPr>
            <a:normAutofit lnSpcReduction="10000"/>
          </a:bodyPr>
          <a:lstStyle/>
          <a:p>
            <a:pPr indent="0" marL="0">
              <a:buNone/>
            </a:pPr>
            <a:r>
              <a:rPr dirty="0" lang="en-US"/>
              <a:t>The number of events that happen in a particular interval of time or space. </a:t>
            </a:r>
          </a:p>
          <a:p>
            <a:pPr fontAlgn="base" indent="0" marL="0">
              <a:buNone/>
            </a:pPr>
            <a:endParaRPr dirty="0" lang="en-US"/>
          </a:p>
          <a:p>
            <a:pPr fontAlgn="base" indent="0" marL="0">
              <a:buNone/>
            </a:pPr>
            <a:r>
              <a:rPr dirty="0" lang="en-US"/>
              <a:t>Some example predictions include: </a:t>
            </a:r>
          </a:p>
          <a:p>
            <a:pPr fontAlgn="base"/>
            <a:r>
              <a:rPr dirty="0" lang="en-US"/>
              <a:t>Text messages per hour </a:t>
            </a:r>
          </a:p>
          <a:p>
            <a:pPr fontAlgn="base"/>
            <a:r>
              <a:rPr dirty="0" lang="en-US"/>
              <a:t>Male grizzly bears per square mile </a:t>
            </a:r>
          </a:p>
          <a:p>
            <a:pPr fontAlgn="base"/>
            <a:r>
              <a:rPr dirty="0" lang="en-US"/>
              <a:t>Machine malfunctions per year </a:t>
            </a:r>
          </a:p>
          <a:p>
            <a:pPr fontAlgn="base"/>
            <a:r>
              <a:rPr dirty="0" lang="en-US"/>
              <a:t>Website visitors per month </a:t>
            </a:r>
          </a:p>
          <a:p>
            <a:pPr fontAlgn="base"/>
            <a:r>
              <a:rPr dirty="0" lang="en-US"/>
              <a:t>Influenza cases per year</a:t>
            </a:r>
          </a:p>
          <a:p>
            <a:endParaRPr dirty="0" lang="en-US"/>
          </a:p>
        </p:txBody>
      </p:sp>
      <p:pic>
        <p:nvPicPr>
          <p:cNvPr descr="Example Poisson distribution of visits per hour. " id="7" name="Picture 6">
            <a:extLst>
              <a:ext uri="{FF2B5EF4-FFF2-40B4-BE49-F238E27FC236}">
                <a16:creationId xmlns:a16="http://schemas.microsoft.com/office/drawing/2014/main" id="{617F68B3-0487-7A30-3E3F-D7D70DF937ED}"/>
              </a:ext>
            </a:extLst>
          </p:cNvPr>
          <p:cNvPicPr>
            <a:picLocks noChangeAspect="1"/>
          </p:cNvPicPr>
          <p:nvPr/>
        </p:nvPicPr>
        <p:blipFill>
          <a:blip r:embed="rId2"/>
          <a:stretch>
            <a:fillRect/>
          </a:stretch>
        </p:blipFill>
        <p:spPr>
          <a:xfrm>
            <a:off x="6635596" y="2498140"/>
            <a:ext cx="4472671" cy="3616611"/>
          </a:xfrm>
          <a:prstGeom prst="rect">
            <a:avLst/>
          </a:prstGeom>
        </p:spPr>
      </p:pic>
      <p:sp>
        <p:nvSpPr>
          <p:cNvPr id="4" name="Footer Placeholder 3">
            <a:extLst>
              <a:ext uri="{FF2B5EF4-FFF2-40B4-BE49-F238E27FC236}">
                <a16:creationId xmlns:a16="http://schemas.microsoft.com/office/drawing/2014/main" id="{1B543220-93E7-6796-B8F0-2AD12B4FD768}"/>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6D183029-2148-6591-82A4-8E87BF7C468A}"/>
              </a:ext>
            </a:extLst>
          </p:cNvPr>
          <p:cNvSpPr>
            <a:spLocks noGrp="1"/>
          </p:cNvSpPr>
          <p:nvPr>
            <p:ph idx="12" sz="quarter" type="sldNum"/>
          </p:nvPr>
        </p:nvSpPr>
        <p:spPr/>
        <p:txBody>
          <a:bodyPr/>
          <a:lstStyle/>
          <a:p>
            <a:fld id="{330EA680-D336-4FF7-8B7A-9848BB0A1C32}" type="slidenum">
              <a:rPr lang="en-US" smtClean="0">
                <a:solidFill>
                  <a:srgbClr val="000000"/>
                </a:solidFill>
              </a:rPr>
              <a:t>21</a:t>
            </a:fld>
            <a:endParaRPr dirty="0" lang="en-US"/>
          </a:p>
        </p:txBody>
      </p:sp>
    </p:spTree>
    <p:extLst>
      <p:ext uri="{BB962C8B-B14F-4D97-AF65-F5344CB8AC3E}">
        <p14:creationId xmlns:p14="http://schemas.microsoft.com/office/powerpoint/2010/main" val="2142700174"/>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C2DA9-7AD4-FD95-5D9C-475CF72D311F}"/>
              </a:ext>
            </a:extLst>
          </p:cNvPr>
          <p:cNvSpPr>
            <a:spLocks noGrp="1"/>
          </p:cNvSpPr>
          <p:nvPr>
            <p:ph type="title"/>
          </p:nvPr>
        </p:nvSpPr>
        <p:spPr/>
        <p:txBody>
          <a:bodyPr/>
          <a:lstStyle/>
          <a:p>
            <a:r>
              <a:rPr dirty="0" lang="en-US"/>
              <a:t>Criteria for the Poisson Distribution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D0C9AF53-A05F-45D8-E6FF-E95EA693D0B8}"/>
                  </a:ext>
                </a:extLst>
              </p:cNvPr>
              <p:cNvSpPr>
                <a:spLocks noGrp="1"/>
              </p:cNvSpPr>
              <p:nvPr>
                <p:ph idx="1"/>
              </p:nvPr>
            </p:nvSpPr>
            <p:spPr>
              <a:xfrm>
                <a:off x="838199" y="1825625"/>
                <a:ext cx="11116733" cy="4351338"/>
              </a:xfrm>
            </p:spPr>
            <p:txBody>
              <a:bodyPr>
                <a:normAutofit/>
              </a:bodyPr>
              <a:lstStyle/>
              <a:p>
                <a:r>
                  <a:rPr dirty="0" lang="en-US"/>
                  <a:t>X = how many events happen in a certain interval of time or space.  </a:t>
                </a:r>
              </a:p>
              <a:p>
                <a:r>
                  <a:rPr dirty="0" lang="en-US"/>
                  <a:t>The average rate of events is always the same.  </a:t>
                </a:r>
              </a:p>
              <a:p>
                <a:r>
                  <a:rPr dirty="0" lang="en-US"/>
                  <a:t>The time/space intervals do not overlap.  </a:t>
                </a:r>
              </a:p>
              <a:p>
                <a:r>
                  <a:rPr dirty="0" lang="en-US"/>
                  <a:t>The number of events in each time/space interval are independent.  </a:t>
                </a:r>
              </a:p>
              <a:p>
                <a14:m>
                  <m:oMath xmlns:m="http://schemas.openxmlformats.org/officeDocument/2006/math">
                    <m:r>
                      <a:rPr b="0" i="1" lang="en-US" smtClean="0">
                        <a:latin charset="0" panose="02040503050406030204" pitchFamily="18" typeface="Cambria Math"/>
                      </a:rPr>
                      <m:t>𝑃</m:t>
                    </m:r>
                    <m:d>
                      <m:dPr>
                        <m:ctrlPr>
                          <a:rPr b="0" i="1" lang="en-US" smtClean="0">
                            <a:latin charset="0" panose="02040503050406030204" pitchFamily="18" typeface="Cambria Math"/>
                          </a:rPr>
                        </m:ctrlPr>
                      </m:dPr>
                      <m:e>
                        <m:r>
                          <a:rPr b="0" i="1" lang="en-US" smtClean="0">
                            <a:latin charset="0" panose="02040503050406030204" pitchFamily="18" typeface="Cambria Math"/>
                          </a:rPr>
                          <m:t>𝑋</m:t>
                        </m:r>
                        <m:r>
                          <a:rPr b="0" i="1" lang="en-US" smtClean="0">
                            <a:latin charset="0" panose="02040503050406030204" pitchFamily="18" typeface="Cambria Math"/>
                          </a:rPr>
                          <m:t>=</m:t>
                        </m:r>
                        <m:r>
                          <a:rPr b="0" i="1" lang="en-US" smtClean="0">
                            <a:latin charset="0" panose="02040503050406030204" pitchFamily="18" typeface="Cambria Math"/>
                          </a:rPr>
                          <m:t>𝑥</m:t>
                        </m:r>
                      </m:e>
                    </m:d>
                    <m:r>
                      <a:rPr b="0" i="1" lang="en-US" smtClean="0">
                        <a:latin charset="0" panose="02040503050406030204" pitchFamily="18" typeface="Cambria Math"/>
                      </a:rPr>
                      <m:t>= </m:t>
                    </m:r>
                    <m:sSup>
                      <m:sSupPr>
                        <m:ctrlPr>
                          <a:rPr b="0" i="1" lang="en-US" smtClean="0">
                            <a:latin charset="0" panose="02040503050406030204" pitchFamily="18" typeface="Cambria Math"/>
                          </a:rPr>
                        </m:ctrlPr>
                      </m:sSupPr>
                      <m:e>
                        <m:r>
                          <a:rPr b="0" i="1" lang="en-US" smtClean="0">
                            <a:latin charset="0" panose="02040503050406030204" pitchFamily="18" typeface="Cambria Math"/>
                          </a:rPr>
                          <m:t>𝑒</m:t>
                        </m:r>
                      </m:e>
                      <m:sup>
                        <m:r>
                          <a:rPr b="0" i="1" lang="en-US" smtClean="0">
                            <a:latin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𝜆</m:t>
                        </m:r>
                        <m:r>
                          <a:rPr b="0" i="1" lang="en-US" smtClean="0">
                            <a:latin charset="0" panose="02040503050406030204" pitchFamily="18" typeface="Cambria Math"/>
                            <a:ea charset="0" panose="02040503050406030204" pitchFamily="18" typeface="Cambria Math"/>
                          </a:rPr>
                          <m:t>𝑡</m:t>
                        </m:r>
                      </m:sup>
                    </m:sSup>
                    <m:f>
                      <m:fPr>
                        <m:ctrlPr>
                          <a:rPr b="0" i="1" lang="en-US" smtClean="0">
                            <a:latin charset="0" panose="02040503050406030204" pitchFamily="18" typeface="Cambria Math"/>
                          </a:rPr>
                        </m:ctrlPr>
                      </m:fPr>
                      <m:num>
                        <m:sSup>
                          <m:sSupPr>
                            <m:ctrlPr>
                              <a:rPr b="0" i="1" lang="en-US" smtClean="0">
                                <a:latin charset="0" panose="02040503050406030204" pitchFamily="18" typeface="Cambria Math"/>
                              </a:rPr>
                            </m:ctrlPr>
                          </m:sSupPr>
                          <m:e>
                            <m:r>
                              <a:rPr b="0" i="1" lang="en-US" smtClean="0">
                                <a:latin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𝜆</m:t>
                            </m:r>
                            <m:r>
                              <a:rPr b="0" i="1" lang="en-US" smtClean="0">
                                <a:latin charset="0" panose="02040503050406030204" pitchFamily="18" typeface="Cambria Math"/>
                                <a:ea charset="0" panose="02040503050406030204" pitchFamily="18" typeface="Cambria Math"/>
                              </a:rPr>
                              <m:t>𝑡</m:t>
                            </m:r>
                            <m:r>
                              <a:rPr b="0" i="1" lang="en-US" smtClean="0">
                                <a:latin charset="0" panose="02040503050406030204" pitchFamily="18" typeface="Cambria Math"/>
                                <a:ea charset="0" panose="02040503050406030204" pitchFamily="18" typeface="Cambria Math"/>
                              </a:rPr>
                              <m:t>)</m:t>
                            </m:r>
                          </m:e>
                          <m:sup>
                            <m:r>
                              <a:rPr b="0" i="1" lang="en-US" smtClean="0">
                                <a:latin charset="0" panose="02040503050406030204" pitchFamily="18" typeface="Cambria Math"/>
                              </a:rPr>
                              <m:t>𝑥</m:t>
                            </m:r>
                          </m:sup>
                        </m:sSup>
                      </m:num>
                      <m:den>
                        <m:r>
                          <a:rPr b="0" i="1" lang="en-US" smtClean="0">
                            <a:latin charset="0" panose="02040503050406030204" pitchFamily="18" typeface="Cambria Math"/>
                          </a:rPr>
                          <m:t>𝑥</m:t>
                        </m:r>
                        <m:r>
                          <a:rPr b="0" i="1" lang="en-US" smtClean="0">
                            <a:latin charset="0" panose="02040503050406030204" pitchFamily="18" typeface="Cambria Math"/>
                          </a:rPr>
                          <m:t>!</m:t>
                        </m:r>
                      </m:den>
                    </m:f>
                  </m:oMath>
                </a14:m>
                <a:endParaRPr dirty="0" lang="en-US"/>
              </a:p>
              <a:p>
                <a:r>
                  <a:rPr dirty="0" lang="en-US"/>
                  <a:t>λ = “lambda” = average rate </a:t>
                </a:r>
              </a:p>
              <a:p>
                <a:r>
                  <a:rPr dirty="0" lang="en-US"/>
                  <a:t>t = time interval</a:t>
                </a:r>
              </a:p>
              <a:p>
                <a:r>
                  <a:rPr dirty="0" lang="en-US"/>
                  <a:t>e ≈ 2.71828</a:t>
                </a:r>
              </a:p>
            </p:txBody>
          </p:sp>
        </mc:Choice>
        <mc:Fallback>
          <p:sp>
            <p:nvSpPr>
              <p:cNvPr id="3" name="Content Placeholder 2">
                <a:extLst>
                  <a:ext uri="{FF2B5EF4-FFF2-40B4-BE49-F238E27FC236}">
                    <a16:creationId xmlns:a16="http://schemas.microsoft.com/office/drawing/2014/main" id="{D0C9AF53-A05F-45D8-E6FF-E95EA693D0B8}"/>
                  </a:ext>
                </a:extLst>
              </p:cNvPr>
              <p:cNvSpPr>
                <a:spLocks noAdjustHandles="1" noChangeArrowheads="1" noChangeAspect="1" noChangeShapeType="1" noEditPoints="1" noGrp="1" noMove="1" noResize="1" noRot="1" noTextEdit="1"/>
              </p:cNvSpPr>
              <p:nvPr>
                <p:ph idx="1"/>
              </p:nvPr>
            </p:nvSpPr>
            <p:spPr>
              <a:xfrm>
                <a:off x="838199" y="1825625"/>
                <a:ext cx="11116733" cy="4351338"/>
              </a:xfrm>
              <a:blipFill>
                <a:blip r:embed="rId2"/>
                <a:stretch>
                  <a:fillRect b="-1541" l="-932"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222EA93-D7EA-1A7C-9E33-1B6074487AA0}"/>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88BC70A7-B7D4-9CE8-4C25-C992B2E9168D}"/>
              </a:ext>
            </a:extLst>
          </p:cNvPr>
          <p:cNvSpPr>
            <a:spLocks noGrp="1"/>
          </p:cNvSpPr>
          <p:nvPr>
            <p:ph idx="12" sz="quarter" type="sldNum"/>
          </p:nvPr>
        </p:nvSpPr>
        <p:spPr/>
        <p:txBody>
          <a:bodyPr/>
          <a:lstStyle/>
          <a:p>
            <a:fld id="{330EA680-D336-4FF7-8B7A-9848BB0A1C32}" type="slidenum">
              <a:rPr lang="en-US" smtClean="0">
                <a:solidFill>
                  <a:srgbClr val="000000"/>
                </a:solidFill>
              </a:rPr>
              <a:t>22</a:t>
            </a:fld>
            <a:endParaRPr dirty="0" lang="en-US"/>
          </a:p>
        </p:txBody>
      </p:sp>
    </p:spTree>
    <p:extLst>
      <p:ext uri="{BB962C8B-B14F-4D97-AF65-F5344CB8AC3E}">
        <p14:creationId xmlns:p14="http://schemas.microsoft.com/office/powerpoint/2010/main" val="1040548726"/>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662A7-21E0-6B11-8518-18532ABE03FF}"/>
              </a:ext>
            </a:extLst>
          </p:cNvPr>
          <p:cNvSpPr>
            <a:spLocks noGrp="1"/>
          </p:cNvSpPr>
          <p:nvPr>
            <p:ph type="title"/>
          </p:nvPr>
        </p:nvSpPr>
        <p:spPr/>
        <p:txBody>
          <a:bodyPr/>
          <a:lstStyle/>
          <a:p>
            <a:r>
              <a:rPr dirty="0" lang="en-US"/>
              <a:t>Using R</a:t>
            </a:r>
          </a:p>
        </p:txBody>
      </p:sp>
      <p:sp>
        <p:nvSpPr>
          <p:cNvPr id="3" name="Content Placeholder 2">
            <a:extLst>
              <a:ext uri="{FF2B5EF4-FFF2-40B4-BE49-F238E27FC236}">
                <a16:creationId xmlns:a16="http://schemas.microsoft.com/office/drawing/2014/main" id="{108C36AF-9428-59FB-2845-3D84000F4702}"/>
              </a:ext>
            </a:extLst>
          </p:cNvPr>
          <p:cNvSpPr>
            <a:spLocks noGrp="1"/>
          </p:cNvSpPr>
          <p:nvPr>
            <p:ph idx="1"/>
          </p:nvPr>
        </p:nvSpPr>
        <p:spPr/>
        <p:txBody>
          <a:bodyPr/>
          <a:lstStyle/>
          <a:p>
            <a:r>
              <a:rPr dirty="0" lang="en-US"/>
              <a:t>P(X=x) = </a:t>
            </a:r>
            <a:r>
              <a:rPr dirty="0" err="1" lang="en-US"/>
              <a:t>dpois</a:t>
            </a:r>
            <a:r>
              <a:rPr dirty="0" lang="en-US"/>
              <a:t>(x, lambda) </a:t>
            </a:r>
          </a:p>
          <a:p>
            <a:endParaRPr dirty="0" lang="en-US"/>
          </a:p>
          <a:p>
            <a:r>
              <a:rPr dirty="0" lang="en-US"/>
              <a:t>P(</a:t>
            </a:r>
            <a:r>
              <a:rPr dirty="0" err="1" lang="en-US"/>
              <a:t>X≤x</a:t>
            </a:r>
            <a:r>
              <a:rPr dirty="0" lang="en-US"/>
              <a:t>) = </a:t>
            </a:r>
            <a:r>
              <a:rPr dirty="0" err="1" lang="en-US"/>
              <a:t>ppois</a:t>
            </a:r>
            <a:r>
              <a:rPr dirty="0" lang="en-US"/>
              <a:t>(x, lambda) </a:t>
            </a:r>
          </a:p>
        </p:txBody>
      </p:sp>
      <p:sp>
        <p:nvSpPr>
          <p:cNvPr id="4" name="Footer Placeholder 3">
            <a:extLst>
              <a:ext uri="{FF2B5EF4-FFF2-40B4-BE49-F238E27FC236}">
                <a16:creationId xmlns:a16="http://schemas.microsoft.com/office/drawing/2014/main" id="{B2B04F93-A61B-14C0-004C-860261832769}"/>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000A8658-3D86-086F-9118-59B851AA0150}"/>
              </a:ext>
            </a:extLst>
          </p:cNvPr>
          <p:cNvSpPr>
            <a:spLocks noGrp="1"/>
          </p:cNvSpPr>
          <p:nvPr>
            <p:ph idx="12" sz="quarter" type="sldNum"/>
          </p:nvPr>
        </p:nvSpPr>
        <p:spPr/>
        <p:txBody>
          <a:bodyPr/>
          <a:lstStyle/>
          <a:p>
            <a:fld id="{330EA680-D336-4FF7-8B7A-9848BB0A1C32}" type="slidenum">
              <a:rPr lang="en-US" smtClean="0">
                <a:solidFill>
                  <a:srgbClr val="000000"/>
                </a:solidFill>
              </a:rPr>
              <a:t>23</a:t>
            </a:fld>
            <a:endParaRPr dirty="0" lang="en-US"/>
          </a:p>
        </p:txBody>
      </p:sp>
    </p:spTree>
    <p:extLst>
      <p:ext uri="{BB962C8B-B14F-4D97-AF65-F5344CB8AC3E}">
        <p14:creationId xmlns:p14="http://schemas.microsoft.com/office/powerpoint/2010/main" val="3305728177"/>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E2DB1-EFB0-8846-51D5-9FCF354AD9AF}"/>
              </a:ext>
            </a:extLst>
          </p:cNvPr>
          <p:cNvSpPr>
            <a:spLocks noGrp="1"/>
          </p:cNvSpPr>
          <p:nvPr>
            <p:ph type="title"/>
          </p:nvPr>
        </p:nvSpPr>
        <p:spPr/>
        <p:txBody>
          <a:bodyPr/>
          <a:lstStyle/>
          <a:p>
            <a:r>
              <a:rPr dirty="0" lang="en-US"/>
              <a:t>Mean, Variance, and Standard Deviation of a Poisson Random Variable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314A08D9-8FD6-0884-B535-6A482C0DF20C}"/>
                  </a:ext>
                </a:extLst>
              </p:cNvPr>
              <p:cNvSpPr>
                <a:spLocks noGrp="1"/>
              </p:cNvSpPr>
              <p:nvPr>
                <p:ph idx="1"/>
              </p:nvPr>
            </p:nvSpPr>
            <p:spPr/>
            <p:txBody>
              <a:bodyPr/>
              <a:lstStyle/>
              <a:p>
                <a:pPr indent="0" marL="0">
                  <a:buNone/>
                </a:pPr>
                <a:endParaRPr dirty="0" lang="en-US"/>
              </a:p>
              <a:p>
                <a:pPr indent="0" marL="0">
                  <a:buNone/>
                </a:pPr>
                <a:r>
                  <a:rPr dirty="0" lang="en-US"/>
                  <a:t>Mean: </a:t>
                </a:r>
                <a14:m>
                  <m:oMath xmlns:m="http://schemas.openxmlformats.org/officeDocument/2006/math">
                    <m:r>
                      <a:rPr i="1" lang="en-US" smtClean="0">
                        <a:latin charset="0" panose="02040503050406030204" pitchFamily="18" typeface="Cambria Math"/>
                        <a:ea charset="0" panose="02040503050406030204" pitchFamily="18" typeface="Cambria Math"/>
                      </a:rPr>
                      <m:t>𝜆</m:t>
                    </m:r>
                    <m:r>
                      <a:rPr b="0" i="1" lang="en-US" smtClean="0">
                        <a:latin charset="0" panose="02040503050406030204" pitchFamily="18" typeface="Cambria Math"/>
                        <a:ea charset="0" panose="02040503050406030204" pitchFamily="18" typeface="Cambria Math"/>
                      </a:rPr>
                      <m:t>𝑡</m:t>
                    </m:r>
                  </m:oMath>
                </a14:m>
                <a:endParaRPr dirty="0" lang="en-US"/>
              </a:p>
              <a:p>
                <a:endParaRPr dirty="0" lang="en-US"/>
              </a:p>
              <a:p>
                <a:pPr indent="0" marL="0">
                  <a:buNone/>
                </a:pPr>
                <a:r>
                  <a:rPr dirty="0" lang="en-US"/>
                  <a:t>Variance: </a:t>
                </a:r>
                <a14:m>
                  <m:oMath xmlns:m="http://schemas.openxmlformats.org/officeDocument/2006/math">
                    <m:r>
                      <a:rPr i="1" lang="en-US" smtClean="0">
                        <a:latin charset="0" panose="02040503050406030204" pitchFamily="18" typeface="Cambria Math"/>
                        <a:ea charset="0" panose="02040503050406030204" pitchFamily="18" typeface="Cambria Math"/>
                      </a:rPr>
                      <m:t>𝜆</m:t>
                    </m:r>
                    <m:r>
                      <a:rPr b="0" i="1" lang="en-US" smtClean="0">
                        <a:latin charset="0" panose="02040503050406030204" pitchFamily="18" typeface="Cambria Math"/>
                        <a:ea charset="0" panose="02040503050406030204" pitchFamily="18" typeface="Cambria Math"/>
                      </a:rPr>
                      <m:t>𝑡</m:t>
                    </m:r>
                  </m:oMath>
                </a14:m>
                <a:endParaRPr dirty="0" lang="en-US"/>
              </a:p>
              <a:p>
                <a:endParaRPr dirty="0" lang="en-US"/>
              </a:p>
              <a:p>
                <a:pPr indent="0" marL="0">
                  <a:buNone/>
                </a:pPr>
                <a:r>
                  <a:rPr dirty="0" lang="en-US"/>
                  <a:t>Standard Deviation: </a:t>
                </a:r>
                <a14:m>
                  <m:oMath xmlns:m="http://schemas.openxmlformats.org/officeDocument/2006/math">
                    <m:rad>
                      <m:radPr>
                        <m:degHide m:val="on"/>
                        <m:ctrlPr>
                          <a:rPr i="1" lang="en-US" smtClean="0">
                            <a:latin charset="0" panose="02040503050406030204" pitchFamily="18" typeface="Cambria Math"/>
                          </a:rPr>
                        </m:ctrlPr>
                      </m:radPr>
                      <m:deg/>
                      <m:e>
                        <m:r>
                          <a:rPr i="1" lang="en-US">
                            <a:latin charset="0" panose="02040503050406030204" pitchFamily="18" typeface="Cambria Math"/>
                            <a:ea charset="0" panose="02040503050406030204" pitchFamily="18" typeface="Cambria Math"/>
                          </a:rPr>
                          <m:t>𝜆</m:t>
                        </m:r>
                        <m:r>
                          <a:rPr i="1" lang="en-US">
                            <a:latin charset="0" panose="02040503050406030204" pitchFamily="18" typeface="Cambria Math"/>
                            <a:ea charset="0" panose="02040503050406030204" pitchFamily="18" typeface="Cambria Math"/>
                          </a:rPr>
                          <m:t>𝑡</m:t>
                        </m:r>
                      </m:e>
                    </m:rad>
                  </m:oMath>
                </a14:m>
                <a:endParaRPr dirty="0" lang="en-US"/>
              </a:p>
            </p:txBody>
          </p:sp>
        </mc:Choice>
        <mc:Fallback>
          <p:sp>
            <p:nvSpPr>
              <p:cNvPr id="3" name="Content Placeholder 2">
                <a:extLst>
                  <a:ext uri="{FF2B5EF4-FFF2-40B4-BE49-F238E27FC236}">
                    <a16:creationId xmlns:a16="http://schemas.microsoft.com/office/drawing/2014/main" id="{314A08D9-8FD6-0884-B535-6A482C0DF20C}"/>
                  </a:ext>
                </a:extLst>
              </p:cNvPr>
              <p:cNvSpPr>
                <a:spLocks noAdjustHandles="1" noChangeArrowheads="1" noChangeAspect="1" noChangeShapeType="1" noEditPoints="1" noGrp="1" noMove="1" noResize="1" noRot="1" noTextEdit="1"/>
              </p:cNvSpPr>
              <p:nvPr>
                <p:ph idx="1"/>
              </p:nvPr>
            </p:nvSpPr>
            <p:spPr>
              <a:blipFill>
                <a:blip r:embed="rId2"/>
                <a:stretch>
                  <a:fillRect l="-121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5AFB704-CD10-7A60-6AD9-10F66220599F}"/>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3E1BAF47-B0EC-3F5D-F186-78084D210641}"/>
              </a:ext>
            </a:extLst>
          </p:cNvPr>
          <p:cNvSpPr>
            <a:spLocks noGrp="1"/>
          </p:cNvSpPr>
          <p:nvPr>
            <p:ph idx="12" sz="quarter" type="sldNum"/>
          </p:nvPr>
        </p:nvSpPr>
        <p:spPr/>
        <p:txBody>
          <a:bodyPr/>
          <a:lstStyle/>
          <a:p>
            <a:fld id="{330EA680-D336-4FF7-8B7A-9848BB0A1C32}" type="slidenum">
              <a:rPr lang="en-US" smtClean="0">
                <a:solidFill>
                  <a:srgbClr val="000000"/>
                </a:solidFill>
              </a:rPr>
              <a:t>24</a:t>
            </a:fld>
            <a:endParaRPr dirty="0" lang="en-US"/>
          </a:p>
        </p:txBody>
      </p:sp>
    </p:spTree>
    <p:extLst>
      <p:ext uri="{BB962C8B-B14F-4D97-AF65-F5344CB8AC3E}">
        <p14:creationId xmlns:p14="http://schemas.microsoft.com/office/powerpoint/2010/main" val="576159731"/>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ECB27-8DEF-05F7-B7DC-8210AC31A12C}"/>
              </a:ext>
            </a:extLst>
          </p:cNvPr>
          <p:cNvSpPr>
            <a:spLocks noGrp="1"/>
          </p:cNvSpPr>
          <p:nvPr>
            <p:ph type="title"/>
          </p:nvPr>
        </p:nvSpPr>
        <p:spPr/>
        <p:txBody>
          <a:bodyPr/>
          <a:lstStyle/>
          <a:p>
            <a:r>
              <a:rPr dirty="0" lang="en-US"/>
              <a:t>Website Example </a:t>
            </a:r>
          </a:p>
        </p:txBody>
      </p:sp>
      <p:sp>
        <p:nvSpPr>
          <p:cNvPr id="3" name="Content Placeholder 2">
            <a:extLst>
              <a:ext uri="{FF2B5EF4-FFF2-40B4-BE49-F238E27FC236}">
                <a16:creationId xmlns:a16="http://schemas.microsoft.com/office/drawing/2014/main" id="{7BAA5475-0CA3-7DE5-19AF-78DC47088219}"/>
              </a:ext>
            </a:extLst>
          </p:cNvPr>
          <p:cNvSpPr>
            <a:spLocks noGrp="1"/>
          </p:cNvSpPr>
          <p:nvPr>
            <p:ph idx="1"/>
          </p:nvPr>
        </p:nvSpPr>
        <p:spPr>
          <a:xfrm>
            <a:off x="838199" y="1825625"/>
            <a:ext cx="10888133" cy="4351338"/>
          </a:xfrm>
        </p:spPr>
        <p:txBody>
          <a:bodyPr>
            <a:normAutofit/>
          </a:bodyPr>
          <a:lstStyle/>
          <a:p>
            <a:pPr indent="0" marL="0">
              <a:buNone/>
            </a:pPr>
            <a:r>
              <a:rPr dirty="0" lang="en-US"/>
              <a:t>The Acme Corporation website receives visits that follow a Poisson distribution with 𝜆 = 25 per minute. Let X = the number of visits that occur in </a:t>
            </a:r>
            <a:r>
              <a:rPr b="1" dirty="0" lang="en-US">
                <a:solidFill>
                  <a:srgbClr val="000000"/>
                </a:solidFill>
              </a:rPr>
              <a:t>half a minute</a:t>
            </a:r>
            <a:r>
              <a:rPr dirty="0" lang="en-US"/>
              <a:t>. </a:t>
            </a:r>
          </a:p>
          <a:p>
            <a:pPr indent="-514350" marL="514350">
              <a:buFont typeface="+mj-lt"/>
              <a:buAutoNum type="arabicPeriod"/>
            </a:pPr>
            <a:r>
              <a:rPr dirty="0" lang="en-US"/>
              <a:t>What is the probability that X=15 (that the site will receive exactly 15 visits in a 30-second window)? </a:t>
            </a:r>
            <a:br>
              <a:rPr dirty="0" lang="en-US"/>
            </a:br>
            <a:endParaRPr dirty="0" lang="en-US"/>
          </a:p>
          <a:p>
            <a:pPr indent="-514350" marL="514350">
              <a:buFont typeface="+mj-lt"/>
              <a:buAutoNum type="arabicPeriod"/>
            </a:pPr>
            <a:r>
              <a:rPr dirty="0" lang="en-US"/>
              <a:t>What is the probability that it will receive at most 10 visits? </a:t>
            </a:r>
            <a:br>
              <a:rPr dirty="0" lang="en-US"/>
            </a:br>
            <a:endParaRPr dirty="0" lang="en-US"/>
          </a:p>
          <a:p>
            <a:pPr indent="-514350" marL="514350">
              <a:buFont typeface="+mj-lt"/>
              <a:buAutoNum type="arabicPeriod"/>
            </a:pPr>
            <a:r>
              <a:rPr dirty="0" lang="en-US"/>
              <a:t>What is the probability that it will receive more than 20 visits? </a:t>
            </a:r>
          </a:p>
          <a:p>
            <a:pPr indent="0" marL="0">
              <a:buNone/>
            </a:pPr>
            <a:endParaRPr dirty="0" lang="en-US"/>
          </a:p>
        </p:txBody>
      </p:sp>
      <p:sp>
        <p:nvSpPr>
          <p:cNvPr id="4" name="Footer Placeholder 3">
            <a:extLst>
              <a:ext uri="{FF2B5EF4-FFF2-40B4-BE49-F238E27FC236}">
                <a16:creationId xmlns:a16="http://schemas.microsoft.com/office/drawing/2014/main" id="{3C6B2DCF-C02F-5656-069D-58D7721082F4}"/>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3884C304-7468-2BFF-1EB1-D5B4B61A7466}"/>
              </a:ext>
            </a:extLst>
          </p:cNvPr>
          <p:cNvSpPr>
            <a:spLocks noGrp="1"/>
          </p:cNvSpPr>
          <p:nvPr>
            <p:ph idx="12" sz="quarter" type="sldNum"/>
          </p:nvPr>
        </p:nvSpPr>
        <p:spPr/>
        <p:txBody>
          <a:bodyPr/>
          <a:lstStyle/>
          <a:p>
            <a:fld id="{330EA680-D336-4FF7-8B7A-9848BB0A1C32}" type="slidenum">
              <a:rPr lang="en-US" smtClean="0">
                <a:solidFill>
                  <a:srgbClr val="000000"/>
                </a:solidFill>
              </a:rPr>
              <a:t>25</a:t>
            </a:fld>
            <a:endParaRPr dirty="0" lang="en-US"/>
          </a:p>
        </p:txBody>
      </p:sp>
    </p:spTree>
    <p:extLst>
      <p:ext uri="{BB962C8B-B14F-4D97-AF65-F5344CB8AC3E}">
        <p14:creationId xmlns:p14="http://schemas.microsoft.com/office/powerpoint/2010/main" val="3090760166"/>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C8EC6-C573-7D7C-CAF6-7AE331C1EB81}"/>
              </a:ext>
            </a:extLst>
          </p:cNvPr>
          <p:cNvSpPr>
            <a:spLocks noGrp="1"/>
          </p:cNvSpPr>
          <p:nvPr>
            <p:ph type="title"/>
          </p:nvPr>
        </p:nvSpPr>
        <p:spPr/>
        <p:txBody>
          <a:bodyPr/>
          <a:lstStyle/>
          <a:p>
            <a:r>
              <a:rPr dirty="0" lang="en-US"/>
              <a:t>Water Example </a:t>
            </a:r>
          </a:p>
        </p:txBody>
      </p:sp>
      <p:sp>
        <p:nvSpPr>
          <p:cNvPr id="3" name="Content Placeholder 2">
            <a:extLst>
              <a:ext uri="{FF2B5EF4-FFF2-40B4-BE49-F238E27FC236}">
                <a16:creationId xmlns:a16="http://schemas.microsoft.com/office/drawing/2014/main" id="{F1F5E951-8D2E-0F11-D693-C7998D8E9E18}"/>
              </a:ext>
            </a:extLst>
          </p:cNvPr>
          <p:cNvSpPr>
            <a:spLocks noGrp="1"/>
          </p:cNvSpPr>
          <p:nvPr>
            <p:ph idx="1"/>
          </p:nvPr>
        </p:nvSpPr>
        <p:spPr>
          <a:xfrm>
            <a:off x="838200" y="1566333"/>
            <a:ext cx="10515600" cy="4610630"/>
          </a:xfrm>
        </p:spPr>
        <p:txBody>
          <a:bodyPr>
            <a:normAutofit lnSpcReduction="10000"/>
          </a:bodyPr>
          <a:lstStyle/>
          <a:p>
            <a:pPr indent="0" marL="0">
              <a:buNone/>
            </a:pPr>
            <a:r>
              <a:rPr dirty="0" lang="en-US"/>
              <a:t>We are counting the number of bacteria in local wastewater. The amount follows a Poisson distribution of 𝜆= 4 per microliter. </a:t>
            </a:r>
            <a:br>
              <a:rPr dirty="0" lang="en-US"/>
            </a:br>
            <a:endParaRPr dirty="0" lang="en-US"/>
          </a:p>
          <a:p>
            <a:pPr indent="-514350" marL="514350">
              <a:buFont typeface="+mj-lt"/>
              <a:buAutoNum type="arabicPeriod"/>
            </a:pPr>
            <a:r>
              <a:rPr dirty="0" lang="en-US"/>
              <a:t>If we draw 5 microliters, what is the probability that we will count exactly 10 bacteria? </a:t>
            </a:r>
          </a:p>
          <a:p>
            <a:pPr indent="-514350" marL="514350">
              <a:buFont typeface="+mj-lt"/>
              <a:buAutoNum type="arabicPeriod"/>
            </a:pPr>
            <a:r>
              <a:rPr dirty="0" lang="en-US"/>
              <a:t>If we draw 5 microliters, what is the probability that we will count fewer than 30 bacteria? </a:t>
            </a:r>
          </a:p>
          <a:p>
            <a:pPr indent="-514350" marL="514350">
              <a:buFont typeface="+mj-lt"/>
              <a:buAutoNum type="arabicPeriod"/>
            </a:pPr>
            <a:r>
              <a:rPr dirty="0" lang="en-US"/>
              <a:t>If we draw 5 microliters, what is the probability that we will count at least 20 bacteria?  </a:t>
            </a:r>
          </a:p>
          <a:p>
            <a:pPr indent="-514350" marL="514350">
              <a:buFont typeface="+mj-lt"/>
              <a:buAutoNum type="arabicPeriod"/>
            </a:pPr>
            <a:r>
              <a:rPr dirty="0" lang="en-US"/>
              <a:t>What are the mean and standard deviation of the Poisson random variable? </a:t>
            </a:r>
          </a:p>
        </p:txBody>
      </p:sp>
      <p:sp>
        <p:nvSpPr>
          <p:cNvPr id="4" name="Footer Placeholder 3">
            <a:extLst>
              <a:ext uri="{FF2B5EF4-FFF2-40B4-BE49-F238E27FC236}">
                <a16:creationId xmlns:a16="http://schemas.microsoft.com/office/drawing/2014/main" id="{5CBB5678-337B-FCE7-CAB8-83691713F2F9}"/>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2AEB7E61-0C8C-1E53-139F-5847D33C19AD}"/>
              </a:ext>
            </a:extLst>
          </p:cNvPr>
          <p:cNvSpPr>
            <a:spLocks noGrp="1"/>
          </p:cNvSpPr>
          <p:nvPr>
            <p:ph idx="12" sz="quarter" type="sldNum"/>
          </p:nvPr>
        </p:nvSpPr>
        <p:spPr/>
        <p:txBody>
          <a:bodyPr/>
          <a:lstStyle/>
          <a:p>
            <a:fld id="{330EA680-D336-4FF7-8B7A-9848BB0A1C32}" type="slidenum">
              <a:rPr lang="en-US" smtClean="0">
                <a:solidFill>
                  <a:srgbClr val="000000"/>
                </a:solidFill>
              </a:rPr>
              <a:t>26</a:t>
            </a:fld>
            <a:endParaRPr dirty="0" lang="en-US"/>
          </a:p>
        </p:txBody>
      </p:sp>
    </p:spTree>
    <p:extLst>
      <p:ext uri="{BB962C8B-B14F-4D97-AF65-F5344CB8AC3E}">
        <p14:creationId xmlns:p14="http://schemas.microsoft.com/office/powerpoint/2010/main" val="2428879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520</TotalTime>
  <Words>3177</Words>
  <Application>Microsoft Office PowerPoint</Application>
  <PresentationFormat>Widescreen</PresentationFormat>
  <Paragraphs>427</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Discrete Probability Distributions</vt:lpstr>
      <vt:lpstr>Benford’s Law – An Example Distribution </vt:lpstr>
      <vt:lpstr>Random Variables</vt:lpstr>
      <vt:lpstr>Probability Distribution </vt:lpstr>
      <vt:lpstr>Criteria for Probability Distributions </vt:lpstr>
      <vt:lpstr>Calculating Probabilities </vt:lpstr>
      <vt:lpstr>Describing a Population </vt:lpstr>
      <vt:lpstr>The Mean of a Discrete Random Variable </vt:lpstr>
      <vt:lpstr>The Law of Large Numbers for Means</vt:lpstr>
      <vt:lpstr>The Variance and Standard Deviation of a Discrete Random Variable </vt:lpstr>
      <vt:lpstr>Parameters of the Discrete Distribution of Classes </vt:lpstr>
      <vt:lpstr>Example: Roulette Wheel </vt:lpstr>
      <vt:lpstr>Example: Mining Business</vt:lpstr>
      <vt:lpstr>The Binomial Distribution </vt:lpstr>
      <vt:lpstr>Conditions for the Binomial Distribution </vt:lpstr>
      <vt:lpstr>Calculating Binomial Probabilities </vt:lpstr>
      <vt:lpstr>Binomials Using R </vt:lpstr>
      <vt:lpstr>The Mean, Variance, and Standard Deviation of a Binomial Random Variable</vt:lpstr>
      <vt:lpstr>Back to the Ice Cream Example </vt:lpstr>
      <vt:lpstr>Cumulative Binomial Probabilities </vt:lpstr>
      <vt:lpstr>The Poisson Distribution </vt:lpstr>
      <vt:lpstr>Criteria for the Poisson Distribution </vt:lpstr>
      <vt:lpstr>Using R</vt:lpstr>
      <vt:lpstr>Mean, Variance, and Standard Deviation of a Poisson Random Variable </vt:lpstr>
      <vt:lpstr>Website Example </vt:lpstr>
      <vt:lpstr>Water Example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2026-03-03T16:39:45Z</dcterms:created>
  <cp:lastModifiedBy>Bowen Cheek</cp:lastModifiedBy>
  <dcterms:modified xsi:type="dcterms:W3CDTF">2026-03-14T18:42:44Z</dcterms:modified>
  <cp:revision>13</cp:revision>
  <dc:title>Chapter 6 Teaching Notes</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panorama-manifest">
    <vt:lpwstr>{"dismissals":[{"targetId":{"value":9},"issueTypeIdentifier":"READING_ORDER_ISSUE"},{"targetId":{"value":146},"issueTypeIdentifier":"READING_ORDER_ISSUE"},{"targetId":{"value":422},"issueTypeIdentifier":"READING_ORDER_ISSUE"},{"targetId":{"value":670},"issueTypeIdentifier":"READING_ORDER_ISSUE"},{"targetId":{"value":724},"issueTypeIdentifier":"READING_ORDER_ISSUE"}],"remediatedIssues":[]}</vt:lpwstr>
  </property>
</Properties>
</file>