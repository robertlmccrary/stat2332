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custom-properties+xml" PartName="/docProps/custom.xml"/>
  <Override ContentType="application/vnd.ms-powerpoint.changesinfo+xml" PartName="/ppt/changesInfos/changesInfo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ms-powerpoint.revisioninfo+xml" PartName="/ppt/revisionInfo.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 Id="rId5"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7"/>
  </p:notesMasterIdLst>
  <p:sldIdLst>
    <p:sldId id="256" r:id="rId2"/>
    <p:sldId id="257" r:id="rId3"/>
    <p:sldId id="258" r:id="rId4"/>
    <p:sldId id="259" r:id="rId5"/>
    <p:sldId id="260" r:id="rId6"/>
    <p:sldId id="261" r:id="rId7"/>
    <p:sldId id="262" r:id="rId8"/>
    <p:sldId id="263" r:id="rId9"/>
    <p:sldId id="265" r:id="rId10"/>
    <p:sldId id="264"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C6BC6A-4E58-4295-B59D-51480931E56C}" v="84" dt="2026-04-15T17:09:19.3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434" autoAdjust="0"/>
    <p:restoredTop sz="96247" autoAdjust="0"/>
  </p:normalViewPr>
  <p:slideViewPr>
    <p:cSldViewPr snapToGrid="0">
      <p:cViewPr varScale="1">
        <p:scale>
          <a:sx n="111" d="100"/>
          <a:sy n="111" d="100"/>
        </p:scale>
        <p:origin x="1140" y="108"/>
      </p:cViewPr>
      <p:guideLst/>
    </p:cSldViewPr>
  </p:slideViewPr>
  <p:outlineViewPr>
    <p:cViewPr>
      <p:scale>
        <a:sx n="33" d="100"/>
        <a:sy n="33" d="100"/>
      </p:scale>
      <p:origin x="0" y="-3984"/>
    </p:cViewPr>
  </p:outlin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9.xml" Type="http://schemas.openxmlformats.org/officeDocument/2006/relationships/slide"/><Relationship Id="rId11" Target="slides/slide10.xml" Type="http://schemas.openxmlformats.org/officeDocument/2006/relationships/slide"/><Relationship Id="rId12" Target="slides/slide11.xml" Type="http://schemas.openxmlformats.org/officeDocument/2006/relationships/slide"/><Relationship Id="rId13" Target="slides/slide12.xml" Type="http://schemas.openxmlformats.org/officeDocument/2006/relationships/slide"/><Relationship Id="rId14" Target="slides/slide13.xml" Type="http://schemas.openxmlformats.org/officeDocument/2006/relationships/slide"/><Relationship Id="rId15" Target="slides/slide14.xml" Type="http://schemas.openxmlformats.org/officeDocument/2006/relationships/slide"/><Relationship Id="rId16" Target="slides/slide15.xml" Type="http://schemas.openxmlformats.org/officeDocument/2006/relationships/slide"/><Relationship Id="rId17" Target="slides/slide16.xml" Type="http://schemas.openxmlformats.org/officeDocument/2006/relationships/slide"/><Relationship Id="rId18" Target="slides/slide17.xml" Type="http://schemas.openxmlformats.org/officeDocument/2006/relationships/slide"/><Relationship Id="rId19" Target="slides/slide18.xml" Type="http://schemas.openxmlformats.org/officeDocument/2006/relationships/slide"/><Relationship Id="rId2" Target="slides/slide1.xml" Type="http://schemas.openxmlformats.org/officeDocument/2006/relationships/slide"/><Relationship Id="rId20" Target="slides/slide19.xml" Type="http://schemas.openxmlformats.org/officeDocument/2006/relationships/slide"/><Relationship Id="rId21" Target="slides/slide20.xml" Type="http://schemas.openxmlformats.org/officeDocument/2006/relationships/slide"/><Relationship Id="rId22" Target="slides/slide21.xml" Type="http://schemas.openxmlformats.org/officeDocument/2006/relationships/slide"/><Relationship Id="rId23" Target="slides/slide22.xml" Type="http://schemas.openxmlformats.org/officeDocument/2006/relationships/slide"/><Relationship Id="rId24" Target="slides/slide23.xml" Type="http://schemas.openxmlformats.org/officeDocument/2006/relationships/slide"/><Relationship Id="rId25" Target="slides/slide24.xml" Type="http://schemas.openxmlformats.org/officeDocument/2006/relationships/slide"/><Relationship Id="rId26" Target="slides/slide25.xml" Type="http://schemas.openxmlformats.org/officeDocument/2006/relationships/slide"/><Relationship Id="rId27" Target="slides/slide26.xml" Type="http://schemas.openxmlformats.org/officeDocument/2006/relationships/slide"/><Relationship Id="rId28" Target="slides/slide27.xml" Type="http://schemas.openxmlformats.org/officeDocument/2006/relationships/slide"/><Relationship Id="rId29" Target="slides/slide28.xml" Type="http://schemas.openxmlformats.org/officeDocument/2006/relationships/slide"/><Relationship Id="rId3" Target="slides/slide2.xml" Type="http://schemas.openxmlformats.org/officeDocument/2006/relationships/slide"/><Relationship Id="rId30" Target="slides/slide29.xml" Type="http://schemas.openxmlformats.org/officeDocument/2006/relationships/slide"/><Relationship Id="rId31" Target="slides/slide30.xml" Type="http://schemas.openxmlformats.org/officeDocument/2006/relationships/slide"/><Relationship Id="rId32" Target="slides/slide31.xml" Type="http://schemas.openxmlformats.org/officeDocument/2006/relationships/slide"/><Relationship Id="rId33" Target="slides/slide32.xml" Type="http://schemas.openxmlformats.org/officeDocument/2006/relationships/slide"/><Relationship Id="rId34" Target="slides/slide33.xml" Type="http://schemas.openxmlformats.org/officeDocument/2006/relationships/slide"/><Relationship Id="rId35" Target="slides/slide34.xml" Type="http://schemas.openxmlformats.org/officeDocument/2006/relationships/slide"/><Relationship Id="rId36" Target="slides/slide35.xml" Type="http://schemas.openxmlformats.org/officeDocument/2006/relationships/slide"/><Relationship Id="rId37" Target="notesMasters/notesMaster1.xml" Type="http://schemas.openxmlformats.org/officeDocument/2006/relationships/notesMaster"/><Relationship Id="rId38" Target="presProps.xml" Type="http://schemas.openxmlformats.org/officeDocument/2006/relationships/presProps"/><Relationship Id="rId39" Target="viewProps.xml" Type="http://schemas.openxmlformats.org/officeDocument/2006/relationships/viewProps"/><Relationship Id="rId4" Target="slides/slide3.xml" Type="http://schemas.openxmlformats.org/officeDocument/2006/relationships/slide"/><Relationship Id="rId40" Target="theme/theme1.xml" Type="http://schemas.openxmlformats.org/officeDocument/2006/relationships/theme"/><Relationship Id="rId41" Target="tableStyles.xml" Type="http://schemas.openxmlformats.org/officeDocument/2006/relationships/tableStyles"/><Relationship Id="rId42" Target="changesInfos/changesInfo1.xml" Type="http://schemas.microsoft.com/office/2016/11/relationships/changesInfo"/><Relationship Id="rId43" Target="revisionInfo.xml" Type="http://schemas.microsoft.com/office/2015/10/relationships/revisionInfo"/><Relationship Id="rId5" Target="slides/slide4.xml" Type="http://schemas.openxmlformats.org/officeDocument/2006/relationships/slide"/><Relationship Id="rId6" Target="slides/slide5.xml" Type="http://schemas.openxmlformats.org/officeDocument/2006/relationships/slide"/><Relationship Id="rId7" Target="slides/slide6.xml" Type="http://schemas.openxmlformats.org/officeDocument/2006/relationships/slide"/><Relationship Id="rId8" Target="slides/slide7.xml" Type="http://schemas.openxmlformats.org/officeDocument/2006/relationships/slide"/><Relationship Id="rId9" Target="slides/slide8.xml" Type="http://schemas.openxmlformats.org/officeDocument/2006/relationships/slide"/></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wen Cheek" userId="S::meldrid8@kennesaw.edu::8fca192e-0677-4b46-9386-7af871cc0c0f" providerId="AD" clId="Web-{2D21E8B7-1FA1-CF7E-25B8-A37EEA53074E}"/>
    <pc:docChg chg="modSld">
      <pc:chgData name="Bowen Cheek" userId="S::meldrid8@kennesaw.edu::8fca192e-0677-4b46-9386-7af871cc0c0f" providerId="AD" clId="Web-{2D21E8B7-1FA1-CF7E-25B8-A37EEA53074E}" dt="2026-04-13T13:48:39.571" v="270"/>
      <pc:docMkLst>
        <pc:docMk/>
      </pc:docMkLst>
      <pc:sldChg chg="addSp">
        <pc:chgData name="Bowen Cheek" userId="S::meldrid8@kennesaw.edu::8fca192e-0677-4b46-9386-7af871cc0c0f" providerId="AD" clId="Web-{2D21E8B7-1FA1-CF7E-25B8-A37EEA53074E}" dt="2026-04-13T13:12:38.595" v="1"/>
        <pc:sldMkLst>
          <pc:docMk/>
          <pc:sldMk cId="3759419079" sldId="269"/>
        </pc:sldMkLst>
      </pc:sldChg>
      <pc:sldChg chg="addSp">
        <pc:chgData name="Bowen Cheek" userId="S::meldrid8@kennesaw.edu::8fca192e-0677-4b46-9386-7af871cc0c0f" providerId="AD" clId="Web-{2D21E8B7-1FA1-CF7E-25B8-A37EEA53074E}" dt="2026-04-13T13:22:03.906" v="14"/>
        <pc:sldMkLst>
          <pc:docMk/>
          <pc:sldMk cId="248131457" sldId="270"/>
        </pc:sldMkLst>
      </pc:sldChg>
      <pc:sldChg chg="addSp">
        <pc:chgData name="Bowen Cheek" userId="S::meldrid8@kennesaw.edu::8fca192e-0677-4b46-9386-7af871cc0c0f" providerId="AD" clId="Web-{2D21E8B7-1FA1-CF7E-25B8-A37EEA53074E}" dt="2026-04-13T13:24:53.952" v="37"/>
        <pc:sldMkLst>
          <pc:docMk/>
          <pc:sldMk cId="513707281" sldId="271"/>
        </pc:sldMkLst>
      </pc:sldChg>
      <pc:sldChg chg="addSp">
        <pc:chgData name="Bowen Cheek" userId="S::meldrid8@kennesaw.edu::8fca192e-0677-4b46-9386-7af871cc0c0f" providerId="AD" clId="Web-{2D21E8B7-1FA1-CF7E-25B8-A37EEA53074E}" dt="2026-04-13T13:26:23.515" v="70"/>
        <pc:sldMkLst>
          <pc:docMk/>
          <pc:sldMk cId="1015789680" sldId="272"/>
        </pc:sldMkLst>
      </pc:sldChg>
      <pc:sldChg chg="addSp delSp">
        <pc:chgData name="Bowen Cheek" userId="S::meldrid8@kennesaw.edu::8fca192e-0677-4b46-9386-7af871cc0c0f" providerId="AD" clId="Web-{2D21E8B7-1FA1-CF7E-25B8-A37EEA53074E}" dt="2026-04-13T13:28:45.732" v="130"/>
        <pc:sldMkLst>
          <pc:docMk/>
          <pc:sldMk cId="2462776229" sldId="273"/>
        </pc:sldMkLst>
      </pc:sldChg>
      <pc:sldChg chg="addSp">
        <pc:chgData name="Bowen Cheek" userId="S::meldrid8@kennesaw.edu::8fca192e-0677-4b46-9386-7af871cc0c0f" providerId="AD" clId="Web-{2D21E8B7-1FA1-CF7E-25B8-A37EEA53074E}" dt="2026-04-13T13:40:03.433" v="170"/>
        <pc:sldMkLst>
          <pc:docMk/>
          <pc:sldMk cId="3535549150" sldId="275"/>
        </pc:sldMkLst>
      </pc:sldChg>
      <pc:sldChg chg="addSp">
        <pc:chgData name="Bowen Cheek" userId="S::meldrid8@kennesaw.edu::8fca192e-0677-4b46-9386-7af871cc0c0f" providerId="AD" clId="Web-{2D21E8B7-1FA1-CF7E-25B8-A37EEA53074E}" dt="2026-04-13T13:41:56.917" v="202"/>
        <pc:sldMkLst>
          <pc:docMk/>
          <pc:sldMk cId="1587643347" sldId="276"/>
        </pc:sldMkLst>
      </pc:sldChg>
      <pc:sldChg chg="addSp">
        <pc:chgData name="Bowen Cheek" userId="S::meldrid8@kennesaw.edu::8fca192e-0677-4b46-9386-7af871cc0c0f" providerId="AD" clId="Web-{2D21E8B7-1FA1-CF7E-25B8-A37EEA53074E}" dt="2026-04-13T13:43:56.948" v="229"/>
        <pc:sldMkLst>
          <pc:docMk/>
          <pc:sldMk cId="3328676455" sldId="277"/>
        </pc:sldMkLst>
      </pc:sldChg>
      <pc:sldChg chg="addSp">
        <pc:chgData name="Bowen Cheek" userId="S::meldrid8@kennesaw.edu::8fca192e-0677-4b46-9386-7af871cc0c0f" providerId="AD" clId="Web-{2D21E8B7-1FA1-CF7E-25B8-A37EEA53074E}" dt="2026-04-13T13:48:39.571" v="270"/>
        <pc:sldMkLst>
          <pc:docMk/>
          <pc:sldMk cId="3453013724" sldId="278"/>
        </pc:sldMkLst>
      </pc:sldChg>
    </pc:docChg>
  </pc:docChgLst>
  <pc:docChgLst>
    <pc:chgData name="Bowen Cheek" userId="8fca192e-0677-4b46-9386-7af871cc0c0f" providerId="ADAL" clId="{A7C2DF13-9E9B-41A5-8CD9-30DC2F6668C6}"/>
    <pc:docChg chg="modSld">
      <pc:chgData name="Bowen Cheek" userId="8fca192e-0677-4b46-9386-7af871cc0c0f" providerId="ADAL" clId="{A7C2DF13-9E9B-41A5-8CD9-30DC2F6668C6}" dt="2026-04-15T16:51:04.064" v="649"/>
      <pc:docMkLst>
        <pc:docMk/>
      </pc:docMkLst>
      <pc:sldChg chg="addSp delSp modSp mod">
        <pc:chgData name="Bowen Cheek" userId="8fca192e-0677-4b46-9386-7af871cc0c0f" providerId="ADAL" clId="{A7C2DF13-9E9B-41A5-8CD9-30DC2F6668C6}" dt="2026-04-15T16:21:33.213" v="374"/>
        <pc:sldMkLst>
          <pc:docMk/>
          <pc:sldMk cId="3453013724" sldId="278"/>
        </pc:sldMkLst>
        <pc:grpChg chg="del mod">
          <ac:chgData name="Bowen Cheek" userId="8fca192e-0677-4b46-9386-7af871cc0c0f" providerId="ADAL" clId="{A7C2DF13-9E9B-41A5-8CD9-30DC2F6668C6}" dt="2026-04-15T16:11:38.312" v="368"/>
          <ac:grpSpMkLst>
            <pc:docMk/>
            <pc:sldMk cId="3453013724" sldId="278"/>
            <ac:grpSpMk id="35" creationId="{BBE78649-65DC-9E85-678D-5FB5B47FF7FE}"/>
          </ac:grpSpMkLst>
        </pc:grpChg>
        <pc:grpChg chg="del mod">
          <ac:chgData name="Bowen Cheek" userId="8fca192e-0677-4b46-9386-7af871cc0c0f" providerId="ADAL" clId="{A7C2DF13-9E9B-41A5-8CD9-30DC2F6668C6}" dt="2026-04-15T16:11:38.312" v="368"/>
          <ac:grpSpMkLst>
            <pc:docMk/>
            <pc:sldMk cId="3453013724" sldId="278"/>
            <ac:grpSpMk id="36" creationId="{D79FE604-7326-CC8E-ADC0-6FE969245FE8}"/>
          </ac:grpSpMkLst>
        </pc:grpChg>
        <pc:grpChg chg="mod">
          <ac:chgData name="Bowen Cheek" userId="8fca192e-0677-4b46-9386-7af871cc0c0f" providerId="ADAL" clId="{A7C2DF13-9E9B-41A5-8CD9-30DC2F6668C6}" dt="2026-04-15T16:11:38.312" v="368"/>
          <ac:grpSpMkLst>
            <pc:docMk/>
            <pc:sldMk cId="3453013724" sldId="278"/>
            <ac:grpSpMk id="37" creationId="{AAE8ED18-D37A-CB54-2814-58A95C037427}"/>
          </ac:grpSpMkLst>
        </pc:grpChg>
        <pc:grpChg chg="mod">
          <ac:chgData name="Bowen Cheek" userId="8fca192e-0677-4b46-9386-7af871cc0c0f" providerId="ADAL" clId="{A7C2DF13-9E9B-41A5-8CD9-30DC2F6668C6}" dt="2026-04-15T16:21:33.213" v="374"/>
          <ac:grpSpMkLst>
            <pc:docMk/>
            <pc:sldMk cId="3453013724" sldId="278"/>
            <ac:grpSpMk id="43" creationId="{B116846B-71A8-EB4E-2E3F-2BF989C75F76}"/>
          </ac:grpSpMkLst>
        </pc:grpChg>
        <pc:grpChg chg="del mod">
          <ac:chgData name="Bowen Cheek" userId="8fca192e-0677-4b46-9386-7af871cc0c0f" providerId="ADAL" clId="{A7C2DF13-9E9B-41A5-8CD9-30DC2F6668C6}" dt="2026-04-15T13:06:21.318" v="32"/>
          <ac:grpSpMkLst>
            <pc:docMk/>
            <pc:sldMk cId="3453013724" sldId="278"/>
            <ac:grpSpMk id="2051" creationId="{F652E877-4B43-3622-08A0-622C3C0207AE}"/>
          </ac:grpSpMkLst>
        </pc:grpChg>
        <pc:grpChg chg="del mod">
          <ac:chgData name="Bowen Cheek" userId="8fca192e-0677-4b46-9386-7af871cc0c0f" providerId="ADAL" clId="{A7C2DF13-9E9B-41A5-8CD9-30DC2F6668C6}" dt="2026-04-15T13:06:21.318" v="32"/>
          <ac:grpSpMkLst>
            <pc:docMk/>
            <pc:sldMk cId="3453013724" sldId="278"/>
            <ac:grpSpMk id="2066" creationId="{D839244B-4C54-F4E1-C331-8C2D3235572C}"/>
          </ac:grpSpMkLst>
        </pc:grpChg>
        <pc:grpChg chg="del mod">
          <ac:chgData name="Bowen Cheek" userId="8fca192e-0677-4b46-9386-7af871cc0c0f" providerId="ADAL" clId="{A7C2DF13-9E9B-41A5-8CD9-30DC2F6668C6}" dt="2026-04-15T13:06:36.067" v="34"/>
          <ac:grpSpMkLst>
            <pc:docMk/>
            <pc:sldMk cId="3453013724" sldId="278"/>
            <ac:grpSpMk id="2069" creationId="{75127D9A-DDB9-6BD4-E32C-DAC2AF80D8E8}"/>
          </ac:grpSpMkLst>
        </pc:grpChg>
        <pc:grpChg chg="mod">
          <ac:chgData name="Bowen Cheek" userId="8fca192e-0677-4b46-9386-7af871cc0c0f" providerId="ADAL" clId="{A7C2DF13-9E9B-41A5-8CD9-30DC2F6668C6}" dt="2026-04-15T13:06:36.067" v="34"/>
          <ac:grpSpMkLst>
            <pc:docMk/>
            <pc:sldMk cId="3453013724" sldId="278"/>
            <ac:grpSpMk id="2071" creationId="{9EA0A8AE-4ED2-014A-C612-1CA32D81F033}"/>
          </ac:grpSpMkLst>
        </pc:grpChg>
        <pc:inkChg chg="add">
          <ac:chgData name="Bowen Cheek" userId="8fca192e-0677-4b46-9386-7af871cc0c0f" providerId="ADAL" clId="{A7C2DF13-9E9B-41A5-8CD9-30DC2F6668C6}" dt="2026-04-15T16:11:19.193" v="338" actId="9405"/>
          <ac:inkMkLst>
            <pc:docMk/>
            <pc:sldMk cId="3453013724" sldId="278"/>
            <ac:inkMk id="3" creationId="{17B88F87-E1D9-A3D5-571B-F017A528334A}"/>
          </ac:inkMkLst>
        </pc:inkChg>
        <pc:inkChg chg="add mod">
          <ac:chgData name="Bowen Cheek" userId="8fca192e-0677-4b46-9386-7af871cc0c0f" providerId="ADAL" clId="{A7C2DF13-9E9B-41A5-8CD9-30DC2F6668C6}" dt="2026-04-15T16:11:38.312" v="368"/>
          <ac:inkMkLst>
            <pc:docMk/>
            <pc:sldMk cId="3453013724" sldId="278"/>
            <ac:inkMk id="6" creationId="{CA7D6BDC-65E0-3586-2AA8-D2B4373B1354}"/>
          </ac:inkMkLst>
        </pc:inkChg>
        <pc:inkChg chg="add">
          <ac:chgData name="Bowen Cheek" userId="8fca192e-0677-4b46-9386-7af871cc0c0f" providerId="ADAL" clId="{A7C2DF13-9E9B-41A5-8CD9-30DC2F6668C6}" dt="2026-04-15T16:11:21.100" v="340" actId="9405"/>
          <ac:inkMkLst>
            <pc:docMk/>
            <pc:sldMk cId="3453013724" sldId="278"/>
            <ac:inkMk id="7" creationId="{78CBCB83-E1CC-6951-9BEE-F126C986FA6F}"/>
          </ac:inkMkLst>
        </pc:inkChg>
        <pc:inkChg chg="add">
          <ac:chgData name="Bowen Cheek" userId="8fca192e-0677-4b46-9386-7af871cc0c0f" providerId="ADAL" clId="{A7C2DF13-9E9B-41A5-8CD9-30DC2F6668C6}" dt="2026-04-15T16:11:22.274" v="341" actId="9405"/>
          <ac:inkMkLst>
            <pc:docMk/>
            <pc:sldMk cId="3453013724" sldId="278"/>
            <ac:inkMk id="8" creationId="{9C1D0DAC-01E1-0DE1-6ED8-3C96723D6DDA}"/>
          </ac:inkMkLst>
        </pc:inkChg>
        <pc:inkChg chg="add">
          <ac:chgData name="Bowen Cheek" userId="8fca192e-0677-4b46-9386-7af871cc0c0f" providerId="ADAL" clId="{A7C2DF13-9E9B-41A5-8CD9-30DC2F6668C6}" dt="2026-04-15T16:11:23.037" v="342" actId="9405"/>
          <ac:inkMkLst>
            <pc:docMk/>
            <pc:sldMk cId="3453013724" sldId="278"/>
            <ac:inkMk id="9" creationId="{2A095398-E71B-C163-4588-26F76C754CB1}"/>
          </ac:inkMkLst>
        </pc:inkChg>
        <pc:inkChg chg="add">
          <ac:chgData name="Bowen Cheek" userId="8fca192e-0677-4b46-9386-7af871cc0c0f" providerId="ADAL" clId="{A7C2DF13-9E9B-41A5-8CD9-30DC2F6668C6}" dt="2026-04-15T16:11:23.675" v="343" actId="9405"/>
          <ac:inkMkLst>
            <pc:docMk/>
            <pc:sldMk cId="3453013724" sldId="278"/>
            <ac:inkMk id="10" creationId="{47F99AD2-FDDB-EB63-CD1D-7A6D28F471F5}"/>
          </ac:inkMkLst>
        </pc:inkChg>
        <pc:inkChg chg="add mod">
          <ac:chgData name="Bowen Cheek" userId="8fca192e-0677-4b46-9386-7af871cc0c0f" providerId="ADAL" clId="{A7C2DF13-9E9B-41A5-8CD9-30DC2F6668C6}" dt="2026-04-15T16:11:38.312" v="368"/>
          <ac:inkMkLst>
            <pc:docMk/>
            <pc:sldMk cId="3453013724" sldId="278"/>
            <ac:inkMk id="11" creationId="{1D3526D0-DE25-7FE1-487C-8ADC65E76970}"/>
          </ac:inkMkLst>
        </pc:inkChg>
        <pc:inkChg chg="add">
          <ac:chgData name="Bowen Cheek" userId="8fca192e-0677-4b46-9386-7af871cc0c0f" providerId="ADAL" clId="{A7C2DF13-9E9B-41A5-8CD9-30DC2F6668C6}" dt="2026-04-15T16:11:25.011" v="345" actId="9405"/>
          <ac:inkMkLst>
            <pc:docMk/>
            <pc:sldMk cId="3453013724" sldId="278"/>
            <ac:inkMk id="12" creationId="{B4D30D1E-340E-29F2-1FBE-4DA5F9375151}"/>
          </ac:inkMkLst>
        </pc:inkChg>
        <pc:inkChg chg="add mod">
          <ac:chgData name="Bowen Cheek" userId="8fca192e-0677-4b46-9386-7af871cc0c0f" providerId="ADAL" clId="{A7C2DF13-9E9B-41A5-8CD9-30DC2F6668C6}" dt="2026-04-15T16:11:38.312" v="368"/>
          <ac:inkMkLst>
            <pc:docMk/>
            <pc:sldMk cId="3453013724" sldId="278"/>
            <ac:inkMk id="13" creationId="{4E9ACCBC-4C5E-BCF7-DE7F-9BE1706A9140}"/>
          </ac:inkMkLst>
        </pc:inkChg>
        <pc:inkChg chg="add">
          <ac:chgData name="Bowen Cheek" userId="8fca192e-0677-4b46-9386-7af871cc0c0f" providerId="ADAL" clId="{A7C2DF13-9E9B-41A5-8CD9-30DC2F6668C6}" dt="2026-04-15T16:11:25.629" v="347" actId="9405"/>
          <ac:inkMkLst>
            <pc:docMk/>
            <pc:sldMk cId="3453013724" sldId="278"/>
            <ac:inkMk id="14" creationId="{E59A44B0-7225-E531-321B-84D4B537F594}"/>
          </ac:inkMkLst>
        </pc:inkChg>
        <pc:inkChg chg="add">
          <ac:chgData name="Bowen Cheek" userId="8fca192e-0677-4b46-9386-7af871cc0c0f" providerId="ADAL" clId="{A7C2DF13-9E9B-41A5-8CD9-30DC2F6668C6}" dt="2026-04-15T16:11:26.199" v="348" actId="9405"/>
          <ac:inkMkLst>
            <pc:docMk/>
            <pc:sldMk cId="3453013724" sldId="278"/>
            <ac:inkMk id="15" creationId="{54CA8E2E-76CA-804F-5095-F0A9C91BF184}"/>
          </ac:inkMkLst>
        </pc:inkChg>
        <pc:inkChg chg="add mod">
          <ac:chgData name="Bowen Cheek" userId="8fca192e-0677-4b46-9386-7af871cc0c0f" providerId="ADAL" clId="{A7C2DF13-9E9B-41A5-8CD9-30DC2F6668C6}" dt="2026-04-15T16:11:38.312" v="368"/>
          <ac:inkMkLst>
            <pc:docMk/>
            <pc:sldMk cId="3453013724" sldId="278"/>
            <ac:inkMk id="16" creationId="{4C4C4D31-799A-2580-40E9-4398DF2B40C4}"/>
          </ac:inkMkLst>
        </pc:inkChg>
        <pc:inkChg chg="add">
          <ac:chgData name="Bowen Cheek" userId="8fca192e-0677-4b46-9386-7af871cc0c0f" providerId="ADAL" clId="{A7C2DF13-9E9B-41A5-8CD9-30DC2F6668C6}" dt="2026-04-15T16:11:26.839" v="350" actId="9405"/>
          <ac:inkMkLst>
            <pc:docMk/>
            <pc:sldMk cId="3453013724" sldId="278"/>
            <ac:inkMk id="17" creationId="{2AB40E4A-1E20-C380-A767-F20A852355B0}"/>
          </ac:inkMkLst>
        </pc:inkChg>
        <pc:inkChg chg="add">
          <ac:chgData name="Bowen Cheek" userId="8fca192e-0677-4b46-9386-7af871cc0c0f" providerId="ADAL" clId="{A7C2DF13-9E9B-41A5-8CD9-30DC2F6668C6}" dt="2026-04-15T16:11:27.602" v="351" actId="9405"/>
          <ac:inkMkLst>
            <pc:docMk/>
            <pc:sldMk cId="3453013724" sldId="278"/>
            <ac:inkMk id="18" creationId="{A2C8A966-D041-28A6-FEC2-36C8892EA5B9}"/>
          </ac:inkMkLst>
        </pc:inkChg>
        <pc:inkChg chg="add">
          <ac:chgData name="Bowen Cheek" userId="8fca192e-0677-4b46-9386-7af871cc0c0f" providerId="ADAL" clId="{A7C2DF13-9E9B-41A5-8CD9-30DC2F6668C6}" dt="2026-04-15T16:11:28.029" v="352" actId="9405"/>
          <ac:inkMkLst>
            <pc:docMk/>
            <pc:sldMk cId="3453013724" sldId="278"/>
            <ac:inkMk id="19" creationId="{4C91EB3A-019A-7B72-DFF6-B629AC5F9772}"/>
          </ac:inkMkLst>
        </pc:inkChg>
        <pc:inkChg chg="add">
          <ac:chgData name="Bowen Cheek" userId="8fca192e-0677-4b46-9386-7af871cc0c0f" providerId="ADAL" clId="{A7C2DF13-9E9B-41A5-8CD9-30DC2F6668C6}" dt="2026-04-15T16:11:28.870" v="353" actId="9405"/>
          <ac:inkMkLst>
            <pc:docMk/>
            <pc:sldMk cId="3453013724" sldId="278"/>
            <ac:inkMk id="20" creationId="{17C3084C-123B-B7B3-B975-02F87BE1486D}"/>
          </ac:inkMkLst>
        </pc:inkChg>
        <pc:inkChg chg="add">
          <ac:chgData name="Bowen Cheek" userId="8fca192e-0677-4b46-9386-7af871cc0c0f" providerId="ADAL" clId="{A7C2DF13-9E9B-41A5-8CD9-30DC2F6668C6}" dt="2026-04-15T16:11:30.669" v="354" actId="9405"/>
          <ac:inkMkLst>
            <pc:docMk/>
            <pc:sldMk cId="3453013724" sldId="278"/>
            <ac:inkMk id="21" creationId="{94372908-9629-96E6-A1F7-9C32BEE77E85}"/>
          </ac:inkMkLst>
        </pc:inkChg>
        <pc:inkChg chg="add">
          <ac:chgData name="Bowen Cheek" userId="8fca192e-0677-4b46-9386-7af871cc0c0f" providerId="ADAL" clId="{A7C2DF13-9E9B-41A5-8CD9-30DC2F6668C6}" dt="2026-04-15T16:11:30.875" v="355" actId="9405"/>
          <ac:inkMkLst>
            <pc:docMk/>
            <pc:sldMk cId="3453013724" sldId="278"/>
            <ac:inkMk id="22" creationId="{9EBB913C-6BCD-47CB-1EC0-02A2BEF182F2}"/>
          </ac:inkMkLst>
        </pc:inkChg>
        <pc:inkChg chg="add mod">
          <ac:chgData name="Bowen Cheek" userId="8fca192e-0677-4b46-9386-7af871cc0c0f" providerId="ADAL" clId="{A7C2DF13-9E9B-41A5-8CD9-30DC2F6668C6}" dt="2026-04-15T16:11:38.312" v="368"/>
          <ac:inkMkLst>
            <pc:docMk/>
            <pc:sldMk cId="3453013724" sldId="278"/>
            <ac:inkMk id="23" creationId="{BA740AD1-2849-4FA9-3930-9F9D85C727A0}"/>
          </ac:inkMkLst>
        </pc:inkChg>
        <pc:inkChg chg="add">
          <ac:chgData name="Bowen Cheek" userId="8fca192e-0677-4b46-9386-7af871cc0c0f" providerId="ADAL" clId="{A7C2DF13-9E9B-41A5-8CD9-30DC2F6668C6}" dt="2026-04-15T16:11:32.481" v="357" actId="9405"/>
          <ac:inkMkLst>
            <pc:docMk/>
            <pc:sldMk cId="3453013724" sldId="278"/>
            <ac:inkMk id="24" creationId="{740B4528-7299-DA4E-7936-93FCC6029690}"/>
          </ac:inkMkLst>
        </pc:inkChg>
        <pc:inkChg chg="add">
          <ac:chgData name="Bowen Cheek" userId="8fca192e-0677-4b46-9386-7af871cc0c0f" providerId="ADAL" clId="{A7C2DF13-9E9B-41A5-8CD9-30DC2F6668C6}" dt="2026-04-15T16:11:33.116" v="358" actId="9405"/>
          <ac:inkMkLst>
            <pc:docMk/>
            <pc:sldMk cId="3453013724" sldId="278"/>
            <ac:inkMk id="25" creationId="{26D43EC5-7C03-D875-7DC7-4E2E86D6CA0D}"/>
          </ac:inkMkLst>
        </pc:inkChg>
        <pc:inkChg chg="add mod">
          <ac:chgData name="Bowen Cheek" userId="8fca192e-0677-4b46-9386-7af871cc0c0f" providerId="ADAL" clId="{A7C2DF13-9E9B-41A5-8CD9-30DC2F6668C6}" dt="2026-04-15T16:11:38.312" v="368"/>
          <ac:inkMkLst>
            <pc:docMk/>
            <pc:sldMk cId="3453013724" sldId="278"/>
            <ac:inkMk id="26" creationId="{0E2BBC30-DFA7-51E0-426F-000AC02E37ED}"/>
          </ac:inkMkLst>
        </pc:inkChg>
        <pc:inkChg chg="add">
          <ac:chgData name="Bowen Cheek" userId="8fca192e-0677-4b46-9386-7af871cc0c0f" providerId="ADAL" clId="{A7C2DF13-9E9B-41A5-8CD9-30DC2F6668C6}" dt="2026-04-15T16:11:34.196" v="360" actId="9405"/>
          <ac:inkMkLst>
            <pc:docMk/>
            <pc:sldMk cId="3453013724" sldId="278"/>
            <ac:inkMk id="27" creationId="{9338FD82-2260-DCEB-F4DA-80BFB788BD05}"/>
          </ac:inkMkLst>
        </pc:inkChg>
        <pc:inkChg chg="add">
          <ac:chgData name="Bowen Cheek" userId="8fca192e-0677-4b46-9386-7af871cc0c0f" providerId="ADAL" clId="{A7C2DF13-9E9B-41A5-8CD9-30DC2F6668C6}" dt="2026-04-15T16:11:34.625" v="361" actId="9405"/>
          <ac:inkMkLst>
            <pc:docMk/>
            <pc:sldMk cId="3453013724" sldId="278"/>
            <ac:inkMk id="28" creationId="{6C5FB302-66EF-63AC-385D-D6641D9977C1}"/>
          </ac:inkMkLst>
        </pc:inkChg>
        <pc:inkChg chg="add">
          <ac:chgData name="Bowen Cheek" userId="8fca192e-0677-4b46-9386-7af871cc0c0f" providerId="ADAL" clId="{A7C2DF13-9E9B-41A5-8CD9-30DC2F6668C6}" dt="2026-04-15T16:11:34.784" v="362" actId="9405"/>
          <ac:inkMkLst>
            <pc:docMk/>
            <pc:sldMk cId="3453013724" sldId="278"/>
            <ac:inkMk id="29" creationId="{28B4627C-FEBD-9F18-D1BA-FDF543663758}"/>
          </ac:inkMkLst>
        </pc:inkChg>
        <pc:inkChg chg="add">
          <ac:chgData name="Bowen Cheek" userId="8fca192e-0677-4b46-9386-7af871cc0c0f" providerId="ADAL" clId="{A7C2DF13-9E9B-41A5-8CD9-30DC2F6668C6}" dt="2026-04-15T16:11:35.530" v="363" actId="9405"/>
          <ac:inkMkLst>
            <pc:docMk/>
            <pc:sldMk cId="3453013724" sldId="278"/>
            <ac:inkMk id="30" creationId="{C5047890-ADB1-D0C0-612D-78437D586B61}"/>
          </ac:inkMkLst>
        </pc:inkChg>
        <pc:inkChg chg="add">
          <ac:chgData name="Bowen Cheek" userId="8fca192e-0677-4b46-9386-7af871cc0c0f" providerId="ADAL" clId="{A7C2DF13-9E9B-41A5-8CD9-30DC2F6668C6}" dt="2026-04-15T16:11:35.799" v="364" actId="9405"/>
          <ac:inkMkLst>
            <pc:docMk/>
            <pc:sldMk cId="3453013724" sldId="278"/>
            <ac:inkMk id="31" creationId="{75678707-E9D9-2DE1-CA48-652B6C1CFBA7}"/>
          </ac:inkMkLst>
        </pc:inkChg>
        <pc:inkChg chg="add">
          <ac:chgData name="Bowen Cheek" userId="8fca192e-0677-4b46-9386-7af871cc0c0f" providerId="ADAL" clId="{A7C2DF13-9E9B-41A5-8CD9-30DC2F6668C6}" dt="2026-04-15T16:11:36.532" v="365" actId="9405"/>
          <ac:inkMkLst>
            <pc:docMk/>
            <pc:sldMk cId="3453013724" sldId="278"/>
            <ac:inkMk id="32" creationId="{B7AF748C-4F1B-0A72-7B7B-D29B9B131D86}"/>
          </ac:inkMkLst>
        </pc:inkChg>
        <pc:inkChg chg="add">
          <ac:chgData name="Bowen Cheek" userId="8fca192e-0677-4b46-9386-7af871cc0c0f" providerId="ADAL" clId="{A7C2DF13-9E9B-41A5-8CD9-30DC2F6668C6}" dt="2026-04-15T16:11:36.880" v="366" actId="9405"/>
          <ac:inkMkLst>
            <pc:docMk/>
            <pc:sldMk cId="3453013724" sldId="278"/>
            <ac:inkMk id="33" creationId="{D9623B73-139F-1C27-DDBA-FF46E4DB704D}"/>
          </ac:inkMkLst>
        </pc:inkChg>
        <pc:inkChg chg="add mod">
          <ac:chgData name="Bowen Cheek" userId="8fca192e-0677-4b46-9386-7af871cc0c0f" providerId="ADAL" clId="{A7C2DF13-9E9B-41A5-8CD9-30DC2F6668C6}" dt="2026-04-15T16:11:38.312" v="368"/>
          <ac:inkMkLst>
            <pc:docMk/>
            <pc:sldMk cId="3453013724" sldId="278"/>
            <ac:inkMk id="34" creationId="{36A44812-AFFE-8A4B-F30A-53AA32EBA62C}"/>
          </ac:inkMkLst>
        </pc:inkChg>
        <pc:inkChg chg="add mod">
          <ac:chgData name="Bowen Cheek" userId="8fca192e-0677-4b46-9386-7af871cc0c0f" providerId="ADAL" clId="{A7C2DF13-9E9B-41A5-8CD9-30DC2F6668C6}" dt="2026-04-15T16:21:33.213" v="374"/>
          <ac:inkMkLst>
            <pc:docMk/>
            <pc:sldMk cId="3453013724" sldId="278"/>
            <ac:inkMk id="38" creationId="{E5A46B97-F59F-7F07-C15E-C32AE041D4E7}"/>
          </ac:inkMkLst>
        </pc:inkChg>
        <pc:inkChg chg="add mod">
          <ac:chgData name="Bowen Cheek" userId="8fca192e-0677-4b46-9386-7af871cc0c0f" providerId="ADAL" clId="{A7C2DF13-9E9B-41A5-8CD9-30DC2F6668C6}" dt="2026-04-15T16:21:33.213" v="374"/>
          <ac:inkMkLst>
            <pc:docMk/>
            <pc:sldMk cId="3453013724" sldId="278"/>
            <ac:inkMk id="39" creationId="{8DBD7013-897F-AB10-9B5E-21C191CA99A2}"/>
          </ac:inkMkLst>
        </pc:inkChg>
        <pc:inkChg chg="add mod">
          <ac:chgData name="Bowen Cheek" userId="8fca192e-0677-4b46-9386-7af871cc0c0f" providerId="ADAL" clId="{A7C2DF13-9E9B-41A5-8CD9-30DC2F6668C6}" dt="2026-04-15T16:21:33.213" v="374"/>
          <ac:inkMkLst>
            <pc:docMk/>
            <pc:sldMk cId="3453013724" sldId="278"/>
            <ac:inkMk id="40" creationId="{787815E0-2F6F-6134-95F9-A71213B22222}"/>
          </ac:inkMkLst>
        </pc:inkChg>
        <pc:inkChg chg="add mod">
          <ac:chgData name="Bowen Cheek" userId="8fca192e-0677-4b46-9386-7af871cc0c0f" providerId="ADAL" clId="{A7C2DF13-9E9B-41A5-8CD9-30DC2F6668C6}" dt="2026-04-15T16:21:33.213" v="374"/>
          <ac:inkMkLst>
            <pc:docMk/>
            <pc:sldMk cId="3453013724" sldId="278"/>
            <ac:inkMk id="41" creationId="{3B6CD701-FC24-1517-4C98-7EEC47FC79A2}"/>
          </ac:inkMkLst>
        </pc:inkChg>
        <pc:inkChg chg="add mod">
          <ac:chgData name="Bowen Cheek" userId="8fca192e-0677-4b46-9386-7af871cc0c0f" providerId="ADAL" clId="{A7C2DF13-9E9B-41A5-8CD9-30DC2F6668C6}" dt="2026-04-15T16:21:33.213" v="374"/>
          <ac:inkMkLst>
            <pc:docMk/>
            <pc:sldMk cId="3453013724" sldId="278"/>
            <ac:inkMk id="42" creationId="{80CC22C4-48BC-98DD-19AF-315258D17E10}"/>
          </ac:inkMkLst>
        </pc:inkChg>
        <pc:inkChg chg="add mod">
          <ac:chgData name="Bowen Cheek" userId="8fca192e-0677-4b46-9386-7af871cc0c0f" providerId="ADAL" clId="{A7C2DF13-9E9B-41A5-8CD9-30DC2F6668C6}" dt="2026-04-15T13:06:36.067" v="34"/>
          <ac:inkMkLst>
            <pc:docMk/>
            <pc:sldMk cId="3453013724" sldId="278"/>
            <ac:inkMk id="52" creationId="{A91D4373-B1FA-3816-F09E-084E593D992D}"/>
          </ac:inkMkLst>
        </pc:inkChg>
        <pc:inkChg chg="add mod">
          <ac:chgData name="Bowen Cheek" userId="8fca192e-0677-4b46-9386-7af871cc0c0f" providerId="ADAL" clId="{A7C2DF13-9E9B-41A5-8CD9-30DC2F6668C6}" dt="2026-04-15T13:06:36.067" v="34"/>
          <ac:inkMkLst>
            <pc:docMk/>
            <pc:sldMk cId="3453013724" sldId="278"/>
            <ac:inkMk id="53" creationId="{8464966F-3D5E-6A74-A5C0-333C6F76C3D8}"/>
          </ac:inkMkLst>
        </pc:inkChg>
        <pc:inkChg chg="add">
          <ac:chgData name="Bowen Cheek" userId="8fca192e-0677-4b46-9386-7af871cc0c0f" providerId="ADAL" clId="{A7C2DF13-9E9B-41A5-8CD9-30DC2F6668C6}" dt="2026-04-15T12:56:21.556" v="2" actId="9405"/>
          <ac:inkMkLst>
            <pc:docMk/>
            <pc:sldMk cId="3453013724" sldId="278"/>
            <ac:inkMk id="54" creationId="{82B07306-F616-6898-B270-3DE790E4F717}"/>
          </ac:inkMkLst>
        </pc:inkChg>
        <pc:inkChg chg="add mod">
          <ac:chgData name="Bowen Cheek" userId="8fca192e-0677-4b46-9386-7af871cc0c0f" providerId="ADAL" clId="{A7C2DF13-9E9B-41A5-8CD9-30DC2F6668C6}" dt="2026-04-15T12:56:29.472" v="14"/>
          <ac:inkMkLst>
            <pc:docMk/>
            <pc:sldMk cId="3453013724" sldId="278"/>
            <ac:inkMk id="55" creationId="{D0AE5886-9971-929D-7BFE-09EF3138EF0E}"/>
          </ac:inkMkLst>
        </pc:inkChg>
        <pc:inkChg chg="add mod">
          <ac:chgData name="Bowen Cheek" userId="8fca192e-0677-4b46-9386-7af871cc0c0f" providerId="ADAL" clId="{A7C2DF13-9E9B-41A5-8CD9-30DC2F6668C6}" dt="2026-04-15T12:56:29.472" v="14"/>
          <ac:inkMkLst>
            <pc:docMk/>
            <pc:sldMk cId="3453013724" sldId="278"/>
            <ac:inkMk id="56" creationId="{1265CE57-92E8-537D-97EE-D558C2D234C8}"/>
          </ac:inkMkLst>
        </pc:inkChg>
        <pc:inkChg chg="add">
          <ac:chgData name="Bowen Cheek" userId="8fca192e-0677-4b46-9386-7af871cc0c0f" providerId="ADAL" clId="{A7C2DF13-9E9B-41A5-8CD9-30DC2F6668C6}" dt="2026-04-15T12:56:25.340" v="5" actId="9405"/>
          <ac:inkMkLst>
            <pc:docMk/>
            <pc:sldMk cId="3453013724" sldId="278"/>
            <ac:inkMk id="57" creationId="{764557D7-1D4E-FA5C-18AB-B7B4C435BD9C}"/>
          </ac:inkMkLst>
        </pc:inkChg>
        <pc:inkChg chg="add">
          <ac:chgData name="Bowen Cheek" userId="8fca192e-0677-4b46-9386-7af871cc0c0f" providerId="ADAL" clId="{A7C2DF13-9E9B-41A5-8CD9-30DC2F6668C6}" dt="2026-04-15T12:56:25.816" v="6" actId="9405"/>
          <ac:inkMkLst>
            <pc:docMk/>
            <pc:sldMk cId="3453013724" sldId="278"/>
            <ac:inkMk id="58" creationId="{1D1CF240-73B8-92BF-7BF1-2692EA069456}"/>
          </ac:inkMkLst>
        </pc:inkChg>
        <pc:inkChg chg="add mod">
          <ac:chgData name="Bowen Cheek" userId="8fca192e-0677-4b46-9386-7af871cc0c0f" providerId="ADAL" clId="{A7C2DF13-9E9B-41A5-8CD9-30DC2F6668C6}" dt="2026-04-15T12:56:29.472" v="14"/>
          <ac:inkMkLst>
            <pc:docMk/>
            <pc:sldMk cId="3453013724" sldId="278"/>
            <ac:inkMk id="59" creationId="{0145911C-EA34-6990-535A-07AF19DE6F83}"/>
          </ac:inkMkLst>
        </pc:inkChg>
        <pc:inkChg chg="add mod">
          <ac:chgData name="Bowen Cheek" userId="8fca192e-0677-4b46-9386-7af871cc0c0f" providerId="ADAL" clId="{A7C2DF13-9E9B-41A5-8CD9-30DC2F6668C6}" dt="2026-04-15T13:06:36.067" v="34"/>
          <ac:inkMkLst>
            <pc:docMk/>
            <pc:sldMk cId="3453013724" sldId="278"/>
            <ac:inkMk id="60" creationId="{EE96EECD-880D-6602-3798-77987E900D8A}"/>
          </ac:inkMkLst>
        </pc:inkChg>
        <pc:inkChg chg="add mod">
          <ac:chgData name="Bowen Cheek" userId="8fca192e-0677-4b46-9386-7af871cc0c0f" providerId="ADAL" clId="{A7C2DF13-9E9B-41A5-8CD9-30DC2F6668C6}" dt="2026-04-15T12:56:29.472" v="14"/>
          <ac:inkMkLst>
            <pc:docMk/>
            <pc:sldMk cId="3453013724" sldId="278"/>
            <ac:inkMk id="61" creationId="{EAB56C8C-505D-8DEE-D13B-36172700CC0A}"/>
          </ac:inkMkLst>
        </pc:inkChg>
        <pc:inkChg chg="add mod">
          <ac:chgData name="Bowen Cheek" userId="8fca192e-0677-4b46-9386-7af871cc0c0f" providerId="ADAL" clId="{A7C2DF13-9E9B-41A5-8CD9-30DC2F6668C6}" dt="2026-04-15T12:56:29.472" v="14"/>
          <ac:inkMkLst>
            <pc:docMk/>
            <pc:sldMk cId="3453013724" sldId="278"/>
            <ac:inkMk id="62" creationId="{035B7BB8-75F2-00A9-3238-ADDB7DBB2937}"/>
          </ac:inkMkLst>
        </pc:inkChg>
        <pc:inkChg chg="add mod">
          <ac:chgData name="Bowen Cheek" userId="8fca192e-0677-4b46-9386-7af871cc0c0f" providerId="ADAL" clId="{A7C2DF13-9E9B-41A5-8CD9-30DC2F6668C6}" dt="2026-04-15T13:06:36.067" v="34"/>
          <ac:inkMkLst>
            <pc:docMk/>
            <pc:sldMk cId="3453013724" sldId="278"/>
            <ac:inkMk id="63" creationId="{97680241-1257-1F45-184C-D29EDC44C668}"/>
          </ac:inkMkLst>
        </pc:inkChg>
        <pc:inkChg chg="add mod">
          <ac:chgData name="Bowen Cheek" userId="8fca192e-0677-4b46-9386-7af871cc0c0f" providerId="ADAL" clId="{A7C2DF13-9E9B-41A5-8CD9-30DC2F6668C6}" dt="2026-04-15T12:56:29.472" v="14"/>
          <ac:inkMkLst>
            <pc:docMk/>
            <pc:sldMk cId="3453013724" sldId="278"/>
            <ac:inkMk id="2048" creationId="{82D235BD-06C0-137E-5753-1409E873360B}"/>
          </ac:inkMkLst>
        </pc:inkChg>
        <pc:inkChg chg="add">
          <ac:chgData name="Bowen Cheek" userId="8fca192e-0677-4b46-9386-7af871cc0c0f" providerId="ADAL" clId="{A7C2DF13-9E9B-41A5-8CD9-30DC2F6668C6}" dt="2026-04-15T12:56:28.640" v="13" actId="9405"/>
          <ac:inkMkLst>
            <pc:docMk/>
            <pc:sldMk cId="3453013724" sldId="278"/>
            <ac:inkMk id="2049" creationId="{218811C3-503E-D5E0-8184-F59B4F4BD86B}"/>
          </ac:inkMkLst>
        </pc:inkChg>
        <pc:inkChg chg="add mod">
          <ac:chgData name="Bowen Cheek" userId="8fca192e-0677-4b46-9386-7af871cc0c0f" providerId="ADAL" clId="{A7C2DF13-9E9B-41A5-8CD9-30DC2F6668C6}" dt="2026-04-15T13:06:36.067" v="34"/>
          <ac:inkMkLst>
            <pc:docMk/>
            <pc:sldMk cId="3453013724" sldId="278"/>
            <ac:inkMk id="2052" creationId="{F787F9DF-F9AE-8218-D3D0-7082DEB87953}"/>
          </ac:inkMkLst>
        </pc:inkChg>
        <pc:inkChg chg="add mod">
          <ac:chgData name="Bowen Cheek" userId="8fca192e-0677-4b46-9386-7af871cc0c0f" providerId="ADAL" clId="{A7C2DF13-9E9B-41A5-8CD9-30DC2F6668C6}" dt="2026-04-15T13:06:36.067" v="34"/>
          <ac:inkMkLst>
            <pc:docMk/>
            <pc:sldMk cId="3453013724" sldId="278"/>
            <ac:inkMk id="2053" creationId="{314E22F8-24E7-0244-D30A-111B6ED4C9D4}"/>
          </ac:inkMkLst>
        </pc:inkChg>
        <pc:inkChg chg="add mod">
          <ac:chgData name="Bowen Cheek" userId="8fca192e-0677-4b46-9386-7af871cc0c0f" providerId="ADAL" clId="{A7C2DF13-9E9B-41A5-8CD9-30DC2F6668C6}" dt="2026-04-15T12:56:37.262" v="29"/>
          <ac:inkMkLst>
            <pc:docMk/>
            <pc:sldMk cId="3453013724" sldId="278"/>
            <ac:inkMk id="2054" creationId="{E40590A7-9991-121A-667C-60654B9A57C0}"/>
          </ac:inkMkLst>
        </pc:inkChg>
        <pc:inkChg chg="add mod">
          <ac:chgData name="Bowen Cheek" userId="8fca192e-0677-4b46-9386-7af871cc0c0f" providerId="ADAL" clId="{A7C2DF13-9E9B-41A5-8CD9-30DC2F6668C6}" dt="2026-04-15T12:56:37.262" v="29"/>
          <ac:inkMkLst>
            <pc:docMk/>
            <pc:sldMk cId="3453013724" sldId="278"/>
            <ac:inkMk id="2055" creationId="{6F640EDD-4E35-DD7A-EE76-E17EFB83F8A3}"/>
          </ac:inkMkLst>
        </pc:inkChg>
        <pc:inkChg chg="add mod">
          <ac:chgData name="Bowen Cheek" userId="8fca192e-0677-4b46-9386-7af871cc0c0f" providerId="ADAL" clId="{A7C2DF13-9E9B-41A5-8CD9-30DC2F6668C6}" dt="2026-04-15T12:56:37.262" v="29"/>
          <ac:inkMkLst>
            <pc:docMk/>
            <pc:sldMk cId="3453013724" sldId="278"/>
            <ac:inkMk id="2056" creationId="{74A1A1A6-B82F-0942-E5EE-40FEA81913DE}"/>
          </ac:inkMkLst>
        </pc:inkChg>
        <pc:inkChg chg="add">
          <ac:chgData name="Bowen Cheek" userId="8fca192e-0677-4b46-9386-7af871cc0c0f" providerId="ADAL" clId="{A7C2DF13-9E9B-41A5-8CD9-30DC2F6668C6}" dt="2026-04-15T12:56:33.890" v="20" actId="9405"/>
          <ac:inkMkLst>
            <pc:docMk/>
            <pc:sldMk cId="3453013724" sldId="278"/>
            <ac:inkMk id="2057" creationId="{5AC89D40-1562-FFD3-BD6F-6A98EBACCE01}"/>
          </ac:inkMkLst>
        </pc:inkChg>
        <pc:inkChg chg="add mod">
          <ac:chgData name="Bowen Cheek" userId="8fca192e-0677-4b46-9386-7af871cc0c0f" providerId="ADAL" clId="{A7C2DF13-9E9B-41A5-8CD9-30DC2F6668C6}" dt="2026-04-15T12:56:37.262" v="29"/>
          <ac:inkMkLst>
            <pc:docMk/>
            <pc:sldMk cId="3453013724" sldId="278"/>
            <ac:inkMk id="2058" creationId="{26F18F0A-EEAF-A113-66FD-6062610C6C3E}"/>
          </ac:inkMkLst>
        </pc:inkChg>
        <pc:inkChg chg="add">
          <ac:chgData name="Bowen Cheek" userId="8fca192e-0677-4b46-9386-7af871cc0c0f" providerId="ADAL" clId="{A7C2DF13-9E9B-41A5-8CD9-30DC2F6668C6}" dt="2026-04-15T12:56:34.429" v="22" actId="9405"/>
          <ac:inkMkLst>
            <pc:docMk/>
            <pc:sldMk cId="3453013724" sldId="278"/>
            <ac:inkMk id="2059" creationId="{95F70B75-C346-323E-32AF-B07D1EFDDB93}"/>
          </ac:inkMkLst>
        </pc:inkChg>
        <pc:inkChg chg="add mod">
          <ac:chgData name="Bowen Cheek" userId="8fca192e-0677-4b46-9386-7af871cc0c0f" providerId="ADAL" clId="{A7C2DF13-9E9B-41A5-8CD9-30DC2F6668C6}" dt="2026-04-15T12:56:37.262" v="29"/>
          <ac:inkMkLst>
            <pc:docMk/>
            <pc:sldMk cId="3453013724" sldId="278"/>
            <ac:inkMk id="2060" creationId="{4D3D374C-FAAB-EAB8-972F-5B9A9B70FF81}"/>
          </ac:inkMkLst>
        </pc:inkChg>
        <pc:inkChg chg="add mod">
          <ac:chgData name="Bowen Cheek" userId="8fca192e-0677-4b46-9386-7af871cc0c0f" providerId="ADAL" clId="{A7C2DF13-9E9B-41A5-8CD9-30DC2F6668C6}" dt="2026-04-15T12:56:37.262" v="29"/>
          <ac:inkMkLst>
            <pc:docMk/>
            <pc:sldMk cId="3453013724" sldId="278"/>
            <ac:inkMk id="2061" creationId="{32D48D0B-7340-C35F-BAEB-C51A0D36960B}"/>
          </ac:inkMkLst>
        </pc:inkChg>
        <pc:inkChg chg="add">
          <ac:chgData name="Bowen Cheek" userId="8fca192e-0677-4b46-9386-7af871cc0c0f" providerId="ADAL" clId="{A7C2DF13-9E9B-41A5-8CD9-30DC2F6668C6}" dt="2026-04-15T12:56:35.284" v="25" actId="9405"/>
          <ac:inkMkLst>
            <pc:docMk/>
            <pc:sldMk cId="3453013724" sldId="278"/>
            <ac:inkMk id="2062" creationId="{D5EFA10F-FC09-754B-06D9-22A5A195AEA3}"/>
          </ac:inkMkLst>
        </pc:inkChg>
        <pc:inkChg chg="add">
          <ac:chgData name="Bowen Cheek" userId="8fca192e-0677-4b46-9386-7af871cc0c0f" providerId="ADAL" clId="{A7C2DF13-9E9B-41A5-8CD9-30DC2F6668C6}" dt="2026-04-15T12:56:35.857" v="26" actId="9405"/>
          <ac:inkMkLst>
            <pc:docMk/>
            <pc:sldMk cId="3453013724" sldId="278"/>
            <ac:inkMk id="2063" creationId="{E10D8EDF-ACB5-4751-F642-287728E42A49}"/>
          </ac:inkMkLst>
        </pc:inkChg>
        <pc:inkChg chg="add">
          <ac:chgData name="Bowen Cheek" userId="8fca192e-0677-4b46-9386-7af871cc0c0f" providerId="ADAL" clId="{A7C2DF13-9E9B-41A5-8CD9-30DC2F6668C6}" dt="2026-04-15T12:56:36.127" v="27" actId="9405"/>
          <ac:inkMkLst>
            <pc:docMk/>
            <pc:sldMk cId="3453013724" sldId="278"/>
            <ac:inkMk id="2064" creationId="{C04E8803-59BD-EF3C-E873-E5F49B25A797}"/>
          </ac:inkMkLst>
        </pc:inkChg>
        <pc:inkChg chg="add mod">
          <ac:chgData name="Bowen Cheek" userId="8fca192e-0677-4b46-9386-7af871cc0c0f" providerId="ADAL" clId="{A7C2DF13-9E9B-41A5-8CD9-30DC2F6668C6}" dt="2026-04-15T12:56:37.262" v="29"/>
          <ac:inkMkLst>
            <pc:docMk/>
            <pc:sldMk cId="3453013724" sldId="278"/>
            <ac:inkMk id="2065" creationId="{12066B70-0EA0-8A24-2903-6A30AEEE358D}"/>
          </ac:inkMkLst>
        </pc:inkChg>
        <pc:inkChg chg="add">
          <ac:chgData name="Bowen Cheek" userId="8fca192e-0677-4b46-9386-7af871cc0c0f" providerId="ADAL" clId="{A7C2DF13-9E9B-41A5-8CD9-30DC2F6668C6}" dt="2026-04-15T13:06:18.363" v="30" actId="9405"/>
          <ac:inkMkLst>
            <pc:docMk/>
            <pc:sldMk cId="3453013724" sldId="278"/>
            <ac:inkMk id="2067" creationId="{B51CDFDF-15E7-62F6-40F1-67478E7C51EF}"/>
          </ac:inkMkLst>
        </pc:inkChg>
        <pc:inkChg chg="add mod">
          <ac:chgData name="Bowen Cheek" userId="8fca192e-0677-4b46-9386-7af871cc0c0f" providerId="ADAL" clId="{A7C2DF13-9E9B-41A5-8CD9-30DC2F6668C6}" dt="2026-04-15T13:06:36.067" v="34"/>
          <ac:inkMkLst>
            <pc:docMk/>
            <pc:sldMk cId="3453013724" sldId="278"/>
            <ac:inkMk id="2068" creationId="{424804C9-E34F-382D-3608-042689FB21F0}"/>
          </ac:inkMkLst>
        </pc:inkChg>
        <pc:inkChg chg="add mod">
          <ac:chgData name="Bowen Cheek" userId="8fca192e-0677-4b46-9386-7af871cc0c0f" providerId="ADAL" clId="{A7C2DF13-9E9B-41A5-8CD9-30DC2F6668C6}" dt="2026-04-15T13:06:36.067" v="34"/>
          <ac:inkMkLst>
            <pc:docMk/>
            <pc:sldMk cId="3453013724" sldId="278"/>
            <ac:inkMk id="2070" creationId="{63969282-6A95-5F5E-4BC2-1C5DC150E47E}"/>
          </ac:inkMkLst>
        </pc:inkChg>
      </pc:sldChg>
      <pc:sldChg chg="addSp delSp modSp mod">
        <pc:chgData name="Bowen Cheek" userId="8fca192e-0677-4b46-9386-7af871cc0c0f" providerId="ADAL" clId="{A7C2DF13-9E9B-41A5-8CD9-30DC2F6668C6}" dt="2026-04-15T16:30:55.927" v="476" actId="9405"/>
        <pc:sldMkLst>
          <pc:docMk/>
          <pc:sldMk cId="3751135715" sldId="279"/>
        </pc:sldMkLst>
        <pc:grpChg chg="mod">
          <ac:chgData name="Bowen Cheek" userId="8fca192e-0677-4b46-9386-7af871cc0c0f" providerId="ADAL" clId="{A7C2DF13-9E9B-41A5-8CD9-30DC2F6668C6}" dt="2026-04-15T16:22:38.437" v="379"/>
          <ac:grpSpMkLst>
            <pc:docMk/>
            <pc:sldMk cId="3751135715" sldId="279"/>
            <ac:grpSpMk id="10" creationId="{ECF2E4CD-94C4-5452-C26E-21CAB7823B3B}"/>
          </ac:grpSpMkLst>
        </pc:grpChg>
        <pc:grpChg chg="mod">
          <ac:chgData name="Bowen Cheek" userId="8fca192e-0677-4b46-9386-7af871cc0c0f" providerId="ADAL" clId="{A7C2DF13-9E9B-41A5-8CD9-30DC2F6668C6}" dt="2026-04-15T13:07:09.994" v="41"/>
          <ac:grpSpMkLst>
            <pc:docMk/>
            <pc:sldMk cId="3751135715" sldId="279"/>
            <ac:grpSpMk id="12" creationId="{D01948F2-D6B6-C606-6E26-7035C4E842AC}"/>
          </ac:grpSpMkLst>
        </pc:grpChg>
        <pc:grpChg chg="del mod">
          <ac:chgData name="Bowen Cheek" userId="8fca192e-0677-4b46-9386-7af871cc0c0f" providerId="ADAL" clId="{A7C2DF13-9E9B-41A5-8CD9-30DC2F6668C6}" dt="2026-04-15T13:08:14.501" v="56"/>
          <ac:grpSpMkLst>
            <pc:docMk/>
            <pc:sldMk cId="3751135715" sldId="279"/>
            <ac:grpSpMk id="15" creationId="{656EF1A3-5116-937D-CC94-472E407A3ACB}"/>
          </ac:grpSpMkLst>
        </pc:grpChg>
        <pc:grpChg chg="del mod">
          <ac:chgData name="Bowen Cheek" userId="8fca192e-0677-4b46-9386-7af871cc0c0f" providerId="ADAL" clId="{A7C2DF13-9E9B-41A5-8CD9-30DC2F6668C6}" dt="2026-04-15T16:23:54.272" v="399"/>
          <ac:grpSpMkLst>
            <pc:docMk/>
            <pc:sldMk cId="3751135715" sldId="279"/>
            <ac:grpSpMk id="25" creationId="{095F2B60-A629-56CB-37B5-63C2CF7CAB94}"/>
          </ac:grpSpMkLst>
        </pc:grpChg>
        <pc:grpChg chg="del mod">
          <ac:chgData name="Bowen Cheek" userId="8fca192e-0677-4b46-9386-7af871cc0c0f" providerId="ADAL" clId="{A7C2DF13-9E9B-41A5-8CD9-30DC2F6668C6}" dt="2026-04-15T16:23:54.272" v="399"/>
          <ac:grpSpMkLst>
            <pc:docMk/>
            <pc:sldMk cId="3751135715" sldId="279"/>
            <ac:grpSpMk id="26" creationId="{24D8B784-15B6-6D35-6D4D-8F2316C8BA18}"/>
          </ac:grpSpMkLst>
        </pc:grpChg>
        <pc:grpChg chg="del mod">
          <ac:chgData name="Bowen Cheek" userId="8fca192e-0677-4b46-9386-7af871cc0c0f" providerId="ADAL" clId="{A7C2DF13-9E9B-41A5-8CD9-30DC2F6668C6}" dt="2026-04-15T13:08:17.707" v="58"/>
          <ac:grpSpMkLst>
            <pc:docMk/>
            <pc:sldMk cId="3751135715" sldId="279"/>
            <ac:grpSpMk id="27" creationId="{58D3137A-1A57-8159-2951-74D31BA4C7A1}"/>
          </ac:grpSpMkLst>
        </pc:grpChg>
        <pc:grpChg chg="del mod">
          <ac:chgData name="Bowen Cheek" userId="8fca192e-0677-4b46-9386-7af871cc0c0f" providerId="ADAL" clId="{A7C2DF13-9E9B-41A5-8CD9-30DC2F6668C6}" dt="2026-04-15T13:08:21.559" v="66"/>
          <ac:grpSpMkLst>
            <pc:docMk/>
            <pc:sldMk cId="3751135715" sldId="279"/>
            <ac:grpSpMk id="29" creationId="{05D812F7-2435-EB47-A90C-DFCD78F669F5}"/>
          </ac:grpSpMkLst>
        </pc:grpChg>
        <pc:grpChg chg="del mod">
          <ac:chgData name="Bowen Cheek" userId="8fca192e-0677-4b46-9386-7af871cc0c0f" providerId="ADAL" clId="{A7C2DF13-9E9B-41A5-8CD9-30DC2F6668C6}" dt="2026-04-15T16:23:54.272" v="399"/>
          <ac:grpSpMkLst>
            <pc:docMk/>
            <pc:sldMk cId="3751135715" sldId="279"/>
            <ac:grpSpMk id="31" creationId="{A165EE8E-D376-DB27-250D-2679C4D0555C}"/>
          </ac:grpSpMkLst>
        </pc:grpChg>
        <pc:grpChg chg="del mod">
          <ac:chgData name="Bowen Cheek" userId="8fca192e-0677-4b46-9386-7af871cc0c0f" providerId="ADAL" clId="{A7C2DF13-9E9B-41A5-8CD9-30DC2F6668C6}" dt="2026-04-15T16:24:04.124" v="402"/>
          <ac:grpSpMkLst>
            <pc:docMk/>
            <pc:sldMk cId="3751135715" sldId="279"/>
            <ac:grpSpMk id="32" creationId="{50530BB4-10BC-3AE6-32F8-53C61B256001}"/>
          </ac:grpSpMkLst>
        </pc:grpChg>
        <pc:grpChg chg="mod">
          <ac:chgData name="Bowen Cheek" userId="8fca192e-0677-4b46-9386-7af871cc0c0f" providerId="ADAL" clId="{A7C2DF13-9E9B-41A5-8CD9-30DC2F6668C6}" dt="2026-04-15T16:24:04.124" v="402"/>
          <ac:grpSpMkLst>
            <pc:docMk/>
            <pc:sldMk cId="3751135715" sldId="279"/>
            <ac:grpSpMk id="35" creationId="{AFE94882-F331-FC28-A10B-148FE78E4AA5}"/>
          </ac:grpSpMkLst>
        </pc:grpChg>
        <pc:grpChg chg="mod">
          <ac:chgData name="Bowen Cheek" userId="8fca192e-0677-4b46-9386-7af871cc0c0f" providerId="ADAL" clId="{A7C2DF13-9E9B-41A5-8CD9-30DC2F6668C6}" dt="2026-04-15T13:08:21.559" v="66"/>
          <ac:grpSpMkLst>
            <pc:docMk/>
            <pc:sldMk cId="3751135715" sldId="279"/>
            <ac:grpSpMk id="37" creationId="{63838D67-A402-9720-3790-26BC40BC3F5E}"/>
          </ac:grpSpMkLst>
        </pc:grpChg>
        <pc:grpChg chg="del mod">
          <ac:chgData name="Bowen Cheek" userId="8fca192e-0677-4b46-9386-7af871cc0c0f" providerId="ADAL" clId="{A7C2DF13-9E9B-41A5-8CD9-30DC2F6668C6}" dt="2026-04-15T16:24:52.150" v="415"/>
          <ac:grpSpMkLst>
            <pc:docMk/>
            <pc:sldMk cId="3751135715" sldId="279"/>
            <ac:grpSpMk id="39" creationId="{64CAD0EE-AE80-DA63-7F10-18D3E1C965E8}"/>
          </ac:grpSpMkLst>
        </pc:grpChg>
        <pc:grpChg chg="del mod">
          <ac:chgData name="Bowen Cheek" userId="8fca192e-0677-4b46-9386-7af871cc0c0f" providerId="ADAL" clId="{A7C2DF13-9E9B-41A5-8CD9-30DC2F6668C6}" dt="2026-04-15T13:08:50.129" v="79"/>
          <ac:grpSpMkLst>
            <pc:docMk/>
            <pc:sldMk cId="3751135715" sldId="279"/>
            <ac:grpSpMk id="41" creationId="{8E52E4C2-B96B-814F-8116-DEF14355366A}"/>
          </ac:grpSpMkLst>
        </pc:grpChg>
        <pc:grpChg chg="del mod">
          <ac:chgData name="Bowen Cheek" userId="8fca192e-0677-4b46-9386-7af871cc0c0f" providerId="ADAL" clId="{A7C2DF13-9E9B-41A5-8CD9-30DC2F6668C6}" dt="2026-04-15T16:24:52.150" v="415"/>
          <ac:grpSpMkLst>
            <pc:docMk/>
            <pc:sldMk cId="3751135715" sldId="279"/>
            <ac:grpSpMk id="43" creationId="{FCAAA1FD-917C-E2AB-7C21-B34E56A17B69}"/>
          </ac:grpSpMkLst>
        </pc:grpChg>
        <pc:grpChg chg="del mod">
          <ac:chgData name="Bowen Cheek" userId="8fca192e-0677-4b46-9386-7af871cc0c0f" providerId="ADAL" clId="{A7C2DF13-9E9B-41A5-8CD9-30DC2F6668C6}" dt="2026-04-15T13:08:50.129" v="79"/>
          <ac:grpSpMkLst>
            <pc:docMk/>
            <pc:sldMk cId="3751135715" sldId="279"/>
            <ac:grpSpMk id="45" creationId="{2ED0F324-4E95-B44B-7C7A-3631ECC99E3F}"/>
          </ac:grpSpMkLst>
        </pc:grpChg>
        <pc:grpChg chg="mod">
          <ac:chgData name="Bowen Cheek" userId="8fca192e-0677-4b46-9386-7af871cc0c0f" providerId="ADAL" clId="{A7C2DF13-9E9B-41A5-8CD9-30DC2F6668C6}" dt="2026-04-15T16:24:52.150" v="415"/>
          <ac:grpSpMkLst>
            <pc:docMk/>
            <pc:sldMk cId="3751135715" sldId="279"/>
            <ac:grpSpMk id="48" creationId="{E7D796BB-6B0A-3D41-E433-FAF9AE8C4ECC}"/>
          </ac:grpSpMkLst>
        </pc:grpChg>
        <pc:grpChg chg="mod">
          <ac:chgData name="Bowen Cheek" userId="8fca192e-0677-4b46-9386-7af871cc0c0f" providerId="ADAL" clId="{A7C2DF13-9E9B-41A5-8CD9-30DC2F6668C6}" dt="2026-04-15T13:08:50.129" v="79"/>
          <ac:grpSpMkLst>
            <pc:docMk/>
            <pc:sldMk cId="3751135715" sldId="279"/>
            <ac:grpSpMk id="50" creationId="{FC1B6E52-267B-B3B1-47DF-D7019D2B743A}"/>
          </ac:grpSpMkLst>
        </pc:grpChg>
        <pc:grpChg chg="mod">
          <ac:chgData name="Bowen Cheek" userId="8fca192e-0677-4b46-9386-7af871cc0c0f" providerId="ADAL" clId="{A7C2DF13-9E9B-41A5-8CD9-30DC2F6668C6}" dt="2026-04-15T13:10:16.259" v="83"/>
          <ac:grpSpMkLst>
            <pc:docMk/>
            <pc:sldMk cId="3751135715" sldId="279"/>
            <ac:grpSpMk id="54" creationId="{5EF13DC9-A62E-312E-5072-B1431840671B}"/>
          </ac:grpSpMkLst>
        </pc:grpChg>
        <pc:grpChg chg="mod">
          <ac:chgData name="Bowen Cheek" userId="8fca192e-0677-4b46-9386-7af871cc0c0f" providerId="ADAL" clId="{A7C2DF13-9E9B-41A5-8CD9-30DC2F6668C6}" dt="2026-04-15T16:28:17.106" v="422"/>
          <ac:grpSpMkLst>
            <pc:docMk/>
            <pc:sldMk cId="3751135715" sldId="279"/>
            <ac:grpSpMk id="55" creationId="{EF044064-9BD0-1091-6FBB-E302708A5CFF}"/>
          </ac:grpSpMkLst>
        </pc:grpChg>
        <pc:grpChg chg="mod">
          <ac:chgData name="Bowen Cheek" userId="8fca192e-0677-4b46-9386-7af871cc0c0f" providerId="ADAL" clId="{A7C2DF13-9E9B-41A5-8CD9-30DC2F6668C6}" dt="2026-04-15T16:28:17.106" v="422"/>
          <ac:grpSpMkLst>
            <pc:docMk/>
            <pc:sldMk cId="3751135715" sldId="279"/>
            <ac:grpSpMk id="56" creationId="{8B997C65-64F1-175D-763A-8CE2D9DBAD70}"/>
          </ac:grpSpMkLst>
        </pc:grpChg>
        <pc:grpChg chg="mod">
          <ac:chgData name="Bowen Cheek" userId="8fca192e-0677-4b46-9386-7af871cc0c0f" providerId="ADAL" clId="{A7C2DF13-9E9B-41A5-8CD9-30DC2F6668C6}" dt="2026-04-15T13:10:18.790" v="88"/>
          <ac:grpSpMkLst>
            <pc:docMk/>
            <pc:sldMk cId="3751135715" sldId="279"/>
            <ac:grpSpMk id="59" creationId="{CB4B1219-EDB6-F01D-2382-4F387FBD1A7C}"/>
          </ac:grpSpMkLst>
        </pc:grpChg>
        <pc:grpChg chg="mod">
          <ac:chgData name="Bowen Cheek" userId="8fca192e-0677-4b46-9386-7af871cc0c0f" providerId="ADAL" clId="{A7C2DF13-9E9B-41A5-8CD9-30DC2F6668C6}" dt="2026-04-15T16:28:18.555" v="426"/>
          <ac:grpSpMkLst>
            <pc:docMk/>
            <pc:sldMk cId="3751135715" sldId="279"/>
            <ac:grpSpMk id="60" creationId="{8E23C38E-97EB-FD8C-20E3-D092EDAF8C68}"/>
          </ac:grpSpMkLst>
        </pc:grpChg>
        <pc:grpChg chg="mod">
          <ac:chgData name="Bowen Cheek" userId="8fca192e-0677-4b46-9386-7af871cc0c0f" providerId="ADAL" clId="{A7C2DF13-9E9B-41A5-8CD9-30DC2F6668C6}" dt="2026-04-15T13:10:24.074" v="100"/>
          <ac:grpSpMkLst>
            <pc:docMk/>
            <pc:sldMk cId="3751135715" sldId="279"/>
            <ac:grpSpMk id="71" creationId="{46645B9E-62E2-BB03-1448-0CBD020B5AF1}"/>
          </ac:grpSpMkLst>
        </pc:grpChg>
        <pc:grpChg chg="del mod">
          <ac:chgData name="Bowen Cheek" userId="8fca192e-0677-4b46-9386-7af871cc0c0f" providerId="ADAL" clId="{A7C2DF13-9E9B-41A5-8CD9-30DC2F6668C6}" dt="2026-04-15T16:28:26.648" v="437"/>
          <ac:grpSpMkLst>
            <pc:docMk/>
            <pc:sldMk cId="3751135715" sldId="279"/>
            <ac:grpSpMk id="71" creationId="{92F8F8D3-4145-493F-4492-732F7530CC2B}"/>
          </ac:grpSpMkLst>
        </pc:grpChg>
        <pc:grpChg chg="mod">
          <ac:chgData name="Bowen Cheek" userId="8fca192e-0677-4b46-9386-7af871cc0c0f" providerId="ADAL" clId="{A7C2DF13-9E9B-41A5-8CD9-30DC2F6668C6}" dt="2026-04-15T16:28:26.648" v="437"/>
          <ac:grpSpMkLst>
            <pc:docMk/>
            <pc:sldMk cId="3751135715" sldId="279"/>
            <ac:grpSpMk id="72" creationId="{43BFB094-2BE3-BC93-2E65-242A73838365}"/>
          </ac:grpSpMkLst>
        </pc:grpChg>
        <pc:grpChg chg="mod">
          <ac:chgData name="Bowen Cheek" userId="8fca192e-0677-4b46-9386-7af871cc0c0f" providerId="ADAL" clId="{A7C2DF13-9E9B-41A5-8CD9-30DC2F6668C6}" dt="2026-04-15T16:29:46.719" v="445"/>
          <ac:grpSpMkLst>
            <pc:docMk/>
            <pc:sldMk cId="3751135715" sldId="279"/>
            <ac:grpSpMk id="80" creationId="{9DBC79FD-2C98-F485-00F0-C29941639E8A}"/>
          </ac:grpSpMkLst>
        </pc:grpChg>
        <pc:grpChg chg="mod">
          <ac:chgData name="Bowen Cheek" userId="8fca192e-0677-4b46-9386-7af871cc0c0f" providerId="ADAL" clId="{A7C2DF13-9E9B-41A5-8CD9-30DC2F6668C6}" dt="2026-04-15T16:30:27.242" v="459"/>
          <ac:grpSpMkLst>
            <pc:docMk/>
            <pc:sldMk cId="3751135715" sldId="279"/>
            <ac:grpSpMk id="94" creationId="{A4581163-4EDC-F414-5A71-9EAF565764E4}"/>
          </ac:grpSpMkLst>
        </pc:grpChg>
        <pc:grpChg chg="del mod">
          <ac:chgData name="Bowen Cheek" userId="8fca192e-0677-4b46-9386-7af871cc0c0f" providerId="ADAL" clId="{A7C2DF13-9E9B-41A5-8CD9-30DC2F6668C6}" dt="2026-04-15T13:16:31.065" v="185"/>
          <ac:grpSpMkLst>
            <pc:docMk/>
            <pc:sldMk cId="3751135715" sldId="279"/>
            <ac:grpSpMk id="103" creationId="{42B60BB2-E9DC-F127-302C-D270E0370E26}"/>
          </ac:grpSpMkLst>
        </pc:grpChg>
        <pc:grpChg chg="del mod">
          <ac:chgData name="Bowen Cheek" userId="8fca192e-0677-4b46-9386-7af871cc0c0f" providerId="ADAL" clId="{A7C2DF13-9E9B-41A5-8CD9-30DC2F6668C6}" dt="2026-04-15T13:16:31.065" v="185"/>
          <ac:grpSpMkLst>
            <pc:docMk/>
            <pc:sldMk cId="3751135715" sldId="279"/>
            <ac:grpSpMk id="104" creationId="{2164848F-FE96-2843-46FC-9BE98D9B9301}"/>
          </ac:grpSpMkLst>
        </pc:grpChg>
        <pc:grpChg chg="del mod">
          <ac:chgData name="Bowen Cheek" userId="8fca192e-0677-4b46-9386-7af871cc0c0f" providerId="ADAL" clId="{A7C2DF13-9E9B-41A5-8CD9-30DC2F6668C6}" dt="2026-04-15T13:16:31.065" v="185"/>
          <ac:grpSpMkLst>
            <pc:docMk/>
            <pc:sldMk cId="3751135715" sldId="279"/>
            <ac:grpSpMk id="105" creationId="{B2281091-017E-D58D-E984-C226E7A07407}"/>
          </ac:grpSpMkLst>
        </pc:grpChg>
        <pc:grpChg chg="del mod">
          <ac:chgData name="Bowen Cheek" userId="8fca192e-0677-4b46-9386-7af871cc0c0f" providerId="ADAL" clId="{A7C2DF13-9E9B-41A5-8CD9-30DC2F6668C6}" dt="2026-04-15T13:16:31.065" v="185"/>
          <ac:grpSpMkLst>
            <pc:docMk/>
            <pc:sldMk cId="3751135715" sldId="279"/>
            <ac:grpSpMk id="106" creationId="{92AAB077-6A6E-EF34-4AEC-1ED8D102511B}"/>
          </ac:grpSpMkLst>
        </pc:grpChg>
        <pc:grpChg chg="mod">
          <ac:chgData name="Bowen Cheek" userId="8fca192e-0677-4b46-9386-7af871cc0c0f" providerId="ADAL" clId="{A7C2DF13-9E9B-41A5-8CD9-30DC2F6668C6}" dt="2026-04-15T13:10:41.004" v="132"/>
          <ac:grpSpMkLst>
            <pc:docMk/>
            <pc:sldMk cId="3751135715" sldId="279"/>
            <ac:grpSpMk id="107" creationId="{2FE469C5-FD63-E98F-E15D-E35379CC5BF2}"/>
          </ac:grpSpMkLst>
        </pc:grpChg>
        <pc:grpChg chg="mod">
          <ac:chgData name="Bowen Cheek" userId="8fca192e-0677-4b46-9386-7af871cc0c0f" providerId="ADAL" clId="{A7C2DF13-9E9B-41A5-8CD9-30DC2F6668C6}" dt="2026-04-15T16:30:34.524" v="475"/>
          <ac:grpSpMkLst>
            <pc:docMk/>
            <pc:sldMk cId="3751135715" sldId="279"/>
            <ac:grpSpMk id="110" creationId="{D7DE2718-B48E-9A7B-DC9F-C6A1CF6B8557}"/>
          </ac:grpSpMkLst>
        </pc:grpChg>
        <pc:grpChg chg="mod">
          <ac:chgData name="Bowen Cheek" userId="8fca192e-0677-4b46-9386-7af871cc0c0f" providerId="ADAL" clId="{A7C2DF13-9E9B-41A5-8CD9-30DC2F6668C6}" dt="2026-04-15T13:14:27.497" v="142"/>
          <ac:grpSpMkLst>
            <pc:docMk/>
            <pc:sldMk cId="3751135715" sldId="279"/>
            <ac:grpSpMk id="117" creationId="{225F818E-0847-0A11-AE11-0425A9A53961}"/>
          </ac:grpSpMkLst>
        </pc:grpChg>
        <pc:grpChg chg="del mod">
          <ac:chgData name="Bowen Cheek" userId="8fca192e-0677-4b46-9386-7af871cc0c0f" providerId="ADAL" clId="{A7C2DF13-9E9B-41A5-8CD9-30DC2F6668C6}" dt="2026-04-15T13:15:06.264" v="157"/>
          <ac:grpSpMkLst>
            <pc:docMk/>
            <pc:sldMk cId="3751135715" sldId="279"/>
            <ac:grpSpMk id="120" creationId="{EB11D6AA-BDBA-2CA5-6C6E-B4956B82972A}"/>
          </ac:grpSpMkLst>
        </pc:grpChg>
        <pc:grpChg chg="mod">
          <ac:chgData name="Bowen Cheek" userId="8fca192e-0677-4b46-9386-7af871cc0c0f" providerId="ADAL" clId="{A7C2DF13-9E9B-41A5-8CD9-30DC2F6668C6}" dt="2026-04-15T13:15:06.264" v="157"/>
          <ac:grpSpMkLst>
            <pc:docMk/>
            <pc:sldMk cId="3751135715" sldId="279"/>
            <ac:grpSpMk id="132" creationId="{49979746-94B1-A4DC-B338-CD30EB9F6A77}"/>
          </ac:grpSpMkLst>
        </pc:grpChg>
        <pc:grpChg chg="del mod">
          <ac:chgData name="Bowen Cheek" userId="8fca192e-0677-4b46-9386-7af871cc0c0f" providerId="ADAL" clId="{A7C2DF13-9E9B-41A5-8CD9-30DC2F6668C6}" dt="2026-04-15T13:15:19.963" v="162"/>
          <ac:grpSpMkLst>
            <pc:docMk/>
            <pc:sldMk cId="3751135715" sldId="279"/>
            <ac:grpSpMk id="135" creationId="{1DEC08E8-7903-8ADC-C2B2-978953682A23}"/>
          </ac:grpSpMkLst>
        </pc:grpChg>
        <pc:grpChg chg="mod">
          <ac:chgData name="Bowen Cheek" userId="8fca192e-0677-4b46-9386-7af871cc0c0f" providerId="ADAL" clId="{A7C2DF13-9E9B-41A5-8CD9-30DC2F6668C6}" dt="2026-04-15T13:15:19.963" v="162"/>
          <ac:grpSpMkLst>
            <pc:docMk/>
            <pc:sldMk cId="3751135715" sldId="279"/>
            <ac:grpSpMk id="137" creationId="{3BE7A2A3-A34D-BE88-F1E0-7D00F80EE4FC}"/>
          </ac:grpSpMkLst>
        </pc:grpChg>
        <pc:grpChg chg="mod">
          <ac:chgData name="Bowen Cheek" userId="8fca192e-0677-4b46-9386-7af871cc0c0f" providerId="ADAL" clId="{A7C2DF13-9E9B-41A5-8CD9-30DC2F6668C6}" dt="2026-04-15T13:15:34.796" v="182"/>
          <ac:grpSpMkLst>
            <pc:docMk/>
            <pc:sldMk cId="3751135715" sldId="279"/>
            <ac:grpSpMk id="157" creationId="{B5972B09-0611-4398-0894-394C10613DAF}"/>
          </ac:grpSpMkLst>
        </pc:grpChg>
        <pc:grpChg chg="mod">
          <ac:chgData name="Bowen Cheek" userId="8fca192e-0677-4b46-9386-7af871cc0c0f" providerId="ADAL" clId="{A7C2DF13-9E9B-41A5-8CD9-30DC2F6668C6}" dt="2026-04-15T13:15:34.796" v="182"/>
          <ac:grpSpMkLst>
            <pc:docMk/>
            <pc:sldMk cId="3751135715" sldId="279"/>
            <ac:grpSpMk id="158" creationId="{B55D7A90-358F-0797-8073-914D798923AB}"/>
          </ac:grpSpMkLst>
        </pc:grpChg>
        <pc:grpChg chg="mod">
          <ac:chgData name="Bowen Cheek" userId="8fca192e-0677-4b46-9386-7af871cc0c0f" providerId="ADAL" clId="{A7C2DF13-9E9B-41A5-8CD9-30DC2F6668C6}" dt="2026-04-15T13:16:31.065" v="185"/>
          <ac:grpSpMkLst>
            <pc:docMk/>
            <pc:sldMk cId="3751135715" sldId="279"/>
            <ac:grpSpMk id="161" creationId="{88CCEED3-9CFA-D40D-E8CF-0379717DD8D0}"/>
          </ac:grpSpMkLst>
        </pc:grpChg>
        <pc:grpChg chg="mod">
          <ac:chgData name="Bowen Cheek" userId="8fca192e-0677-4b46-9386-7af871cc0c0f" providerId="ADAL" clId="{A7C2DF13-9E9B-41A5-8CD9-30DC2F6668C6}" dt="2026-04-15T13:16:31.065" v="185"/>
          <ac:grpSpMkLst>
            <pc:docMk/>
            <pc:sldMk cId="3751135715" sldId="279"/>
            <ac:grpSpMk id="162" creationId="{0E24429A-DF3C-8994-E108-59B343F99FAE}"/>
          </ac:grpSpMkLst>
        </pc:grpChg>
        <pc:inkChg chg="add">
          <ac:chgData name="Bowen Cheek" userId="8fca192e-0677-4b46-9386-7af871cc0c0f" providerId="ADAL" clId="{A7C2DF13-9E9B-41A5-8CD9-30DC2F6668C6}" dt="2026-04-15T13:07:05.903" v="35" actId="9405"/>
          <ac:inkMkLst>
            <pc:docMk/>
            <pc:sldMk cId="3751135715" sldId="279"/>
            <ac:inkMk id="6" creationId="{18CA3CF2-DF56-BCEF-F020-F09D6B1CA085}"/>
          </ac:inkMkLst>
        </pc:inkChg>
        <pc:inkChg chg="add mod">
          <ac:chgData name="Bowen Cheek" userId="8fca192e-0677-4b46-9386-7af871cc0c0f" providerId="ADAL" clId="{A7C2DF13-9E9B-41A5-8CD9-30DC2F6668C6}" dt="2026-04-15T16:22:38.437" v="379"/>
          <ac:inkMkLst>
            <pc:docMk/>
            <pc:sldMk cId="3751135715" sldId="279"/>
            <ac:inkMk id="6" creationId="{C2E313BE-7D7E-EBCD-CF8B-7E73BC70A81C}"/>
          </ac:inkMkLst>
        </pc:inkChg>
        <pc:inkChg chg="add mod">
          <ac:chgData name="Bowen Cheek" userId="8fca192e-0677-4b46-9386-7af871cc0c0f" providerId="ADAL" clId="{A7C2DF13-9E9B-41A5-8CD9-30DC2F6668C6}" dt="2026-04-15T13:07:09.994" v="41"/>
          <ac:inkMkLst>
            <pc:docMk/>
            <pc:sldMk cId="3751135715" sldId="279"/>
            <ac:inkMk id="7" creationId="{0C99283D-1EF8-119C-8AC5-D56C92FD8606}"/>
          </ac:inkMkLst>
        </pc:inkChg>
        <pc:inkChg chg="add mod">
          <ac:chgData name="Bowen Cheek" userId="8fca192e-0677-4b46-9386-7af871cc0c0f" providerId="ADAL" clId="{A7C2DF13-9E9B-41A5-8CD9-30DC2F6668C6}" dt="2026-04-15T16:22:38.437" v="379"/>
          <ac:inkMkLst>
            <pc:docMk/>
            <pc:sldMk cId="3751135715" sldId="279"/>
            <ac:inkMk id="7" creationId="{4F601D1D-0FAD-AD7D-FAED-F233685C7318}"/>
          </ac:inkMkLst>
        </pc:inkChg>
        <pc:inkChg chg="add mod">
          <ac:chgData name="Bowen Cheek" userId="8fca192e-0677-4b46-9386-7af871cc0c0f" providerId="ADAL" clId="{A7C2DF13-9E9B-41A5-8CD9-30DC2F6668C6}" dt="2026-04-15T16:22:38.437" v="379"/>
          <ac:inkMkLst>
            <pc:docMk/>
            <pc:sldMk cId="3751135715" sldId="279"/>
            <ac:inkMk id="8" creationId="{4B40939E-9891-DF57-9FBF-F1429B1C40D9}"/>
          </ac:inkMkLst>
        </pc:inkChg>
        <pc:inkChg chg="add mod">
          <ac:chgData name="Bowen Cheek" userId="8fca192e-0677-4b46-9386-7af871cc0c0f" providerId="ADAL" clId="{A7C2DF13-9E9B-41A5-8CD9-30DC2F6668C6}" dt="2026-04-15T13:07:09.994" v="41"/>
          <ac:inkMkLst>
            <pc:docMk/>
            <pc:sldMk cId="3751135715" sldId="279"/>
            <ac:inkMk id="8" creationId="{5A3076F5-77ED-3B32-10FB-19F5F91914E1}"/>
          </ac:inkMkLst>
        </pc:inkChg>
        <pc:inkChg chg="add mod">
          <ac:chgData name="Bowen Cheek" userId="8fca192e-0677-4b46-9386-7af871cc0c0f" providerId="ADAL" clId="{A7C2DF13-9E9B-41A5-8CD9-30DC2F6668C6}" dt="2026-04-15T13:07:09.994" v="41"/>
          <ac:inkMkLst>
            <pc:docMk/>
            <pc:sldMk cId="3751135715" sldId="279"/>
            <ac:inkMk id="9" creationId="{4D9D7A7B-0825-E806-6609-C4462E95CC6B}"/>
          </ac:inkMkLst>
        </pc:inkChg>
        <pc:inkChg chg="add mod">
          <ac:chgData name="Bowen Cheek" userId="8fca192e-0677-4b46-9386-7af871cc0c0f" providerId="ADAL" clId="{A7C2DF13-9E9B-41A5-8CD9-30DC2F6668C6}" dt="2026-04-15T16:22:38.437" v="379"/>
          <ac:inkMkLst>
            <pc:docMk/>
            <pc:sldMk cId="3751135715" sldId="279"/>
            <ac:inkMk id="9" creationId="{96D838B4-8F62-7C2E-F6CA-A1338762C0D6}"/>
          </ac:inkMkLst>
        </pc:inkChg>
        <pc:inkChg chg="add mod">
          <ac:chgData name="Bowen Cheek" userId="8fca192e-0677-4b46-9386-7af871cc0c0f" providerId="ADAL" clId="{A7C2DF13-9E9B-41A5-8CD9-30DC2F6668C6}" dt="2026-04-15T13:07:09.994" v="41"/>
          <ac:inkMkLst>
            <pc:docMk/>
            <pc:sldMk cId="3751135715" sldId="279"/>
            <ac:inkMk id="10" creationId="{BCBF24EB-629B-2B1C-47DC-22DAA754BAD1}"/>
          </ac:inkMkLst>
        </pc:inkChg>
        <pc:inkChg chg="add mod">
          <ac:chgData name="Bowen Cheek" userId="8fca192e-0677-4b46-9386-7af871cc0c0f" providerId="ADAL" clId="{A7C2DF13-9E9B-41A5-8CD9-30DC2F6668C6}" dt="2026-04-15T13:07:09.994" v="41"/>
          <ac:inkMkLst>
            <pc:docMk/>
            <pc:sldMk cId="3751135715" sldId="279"/>
            <ac:inkMk id="11" creationId="{3D2C8270-79B5-DBB8-4A59-3A7F7B0CC9A3}"/>
          </ac:inkMkLst>
        </pc:inkChg>
        <pc:inkChg chg="add">
          <ac:chgData name="Bowen Cheek" userId="8fca192e-0677-4b46-9386-7af871cc0c0f" providerId="ADAL" clId="{A7C2DF13-9E9B-41A5-8CD9-30DC2F6668C6}" dt="2026-04-15T16:22:38.453" v="380" actId="9405"/>
          <ac:inkMkLst>
            <pc:docMk/>
            <pc:sldMk cId="3751135715" sldId="279"/>
            <ac:inkMk id="11" creationId="{F58938CC-D67D-3B3B-1466-BFC1458A02FA}"/>
          </ac:inkMkLst>
        </pc:inkChg>
        <pc:inkChg chg="add mod">
          <ac:chgData name="Bowen Cheek" userId="8fca192e-0677-4b46-9386-7af871cc0c0f" providerId="ADAL" clId="{A7C2DF13-9E9B-41A5-8CD9-30DC2F6668C6}" dt="2026-04-15T16:24:04.124" v="402"/>
          <ac:inkMkLst>
            <pc:docMk/>
            <pc:sldMk cId="3751135715" sldId="279"/>
            <ac:inkMk id="12" creationId="{41E8495C-C9B7-A911-A7E6-1A325C533188}"/>
          </ac:inkMkLst>
        </pc:inkChg>
        <pc:inkChg chg="add mod">
          <ac:chgData name="Bowen Cheek" userId="8fca192e-0677-4b46-9386-7af871cc0c0f" providerId="ADAL" clId="{A7C2DF13-9E9B-41A5-8CD9-30DC2F6668C6}" dt="2026-04-15T16:23:52.308" v="394"/>
          <ac:inkMkLst>
            <pc:docMk/>
            <pc:sldMk cId="3751135715" sldId="279"/>
            <ac:inkMk id="13" creationId="{502596D9-11DB-F699-3BD4-D22DD1D4A552}"/>
          </ac:inkMkLst>
        </pc:inkChg>
        <pc:inkChg chg="add mod">
          <ac:chgData name="Bowen Cheek" userId="8fca192e-0677-4b46-9386-7af871cc0c0f" providerId="ADAL" clId="{A7C2DF13-9E9B-41A5-8CD9-30DC2F6668C6}" dt="2026-04-15T13:08:21.559" v="66"/>
          <ac:inkMkLst>
            <pc:docMk/>
            <pc:sldMk cId="3751135715" sldId="279"/>
            <ac:inkMk id="13" creationId="{C7AE5C32-7F62-27B6-AE8B-6DA8BF39891F}"/>
          </ac:inkMkLst>
        </pc:inkChg>
        <pc:inkChg chg="add mod">
          <ac:chgData name="Bowen Cheek" userId="8fca192e-0677-4b46-9386-7af871cc0c0f" providerId="ADAL" clId="{A7C2DF13-9E9B-41A5-8CD9-30DC2F6668C6}" dt="2026-04-15T16:24:04.124" v="402"/>
          <ac:inkMkLst>
            <pc:docMk/>
            <pc:sldMk cId="3751135715" sldId="279"/>
            <ac:inkMk id="14" creationId="{3E74A8E7-9AA4-C9E3-50F1-CF915D8A019D}"/>
          </ac:inkMkLst>
        </pc:inkChg>
        <pc:inkChg chg="add mod">
          <ac:chgData name="Bowen Cheek" userId="8fca192e-0677-4b46-9386-7af871cc0c0f" providerId="ADAL" clId="{A7C2DF13-9E9B-41A5-8CD9-30DC2F6668C6}" dt="2026-04-15T13:08:17.707" v="58"/>
          <ac:inkMkLst>
            <pc:docMk/>
            <pc:sldMk cId="3751135715" sldId="279"/>
            <ac:inkMk id="14" creationId="{A084D2EE-4D0C-E0F6-F3DC-6C5A80431C07}"/>
          </ac:inkMkLst>
        </pc:inkChg>
        <pc:inkChg chg="add mod">
          <ac:chgData name="Bowen Cheek" userId="8fca192e-0677-4b46-9386-7af871cc0c0f" providerId="ADAL" clId="{A7C2DF13-9E9B-41A5-8CD9-30DC2F6668C6}" dt="2026-04-15T16:24:04.124" v="402"/>
          <ac:inkMkLst>
            <pc:docMk/>
            <pc:sldMk cId="3751135715" sldId="279"/>
            <ac:inkMk id="15" creationId="{C6FEA261-6A79-4ECA-0923-002AA9E4B43F}"/>
          </ac:inkMkLst>
        </pc:inkChg>
        <pc:inkChg chg="add mod">
          <ac:chgData name="Bowen Cheek" userId="8fca192e-0677-4b46-9386-7af871cc0c0f" providerId="ADAL" clId="{A7C2DF13-9E9B-41A5-8CD9-30DC2F6668C6}" dt="2026-04-15T13:08:17.707" v="58"/>
          <ac:inkMkLst>
            <pc:docMk/>
            <pc:sldMk cId="3751135715" sldId="279"/>
            <ac:inkMk id="16" creationId="{5B54E9C1-F162-9AB3-36E4-109F53181D39}"/>
          </ac:inkMkLst>
        </pc:inkChg>
        <pc:inkChg chg="add mod">
          <ac:chgData name="Bowen Cheek" userId="8fca192e-0677-4b46-9386-7af871cc0c0f" providerId="ADAL" clId="{A7C2DF13-9E9B-41A5-8CD9-30DC2F6668C6}" dt="2026-04-15T16:23:54.272" v="399"/>
          <ac:inkMkLst>
            <pc:docMk/>
            <pc:sldMk cId="3751135715" sldId="279"/>
            <ac:inkMk id="16" creationId="{9BEF8A9C-281B-5F53-F961-88A5C791A96E}"/>
          </ac:inkMkLst>
        </pc:inkChg>
        <pc:inkChg chg="add mod">
          <ac:chgData name="Bowen Cheek" userId="8fca192e-0677-4b46-9386-7af871cc0c0f" providerId="ADAL" clId="{A7C2DF13-9E9B-41A5-8CD9-30DC2F6668C6}" dt="2026-04-15T13:08:17.707" v="58"/>
          <ac:inkMkLst>
            <pc:docMk/>
            <pc:sldMk cId="3751135715" sldId="279"/>
            <ac:inkMk id="17" creationId="{8A09F2C9-C7B3-099D-DB7D-DB19C3832F2A}"/>
          </ac:inkMkLst>
        </pc:inkChg>
        <pc:inkChg chg="add">
          <ac:chgData name="Bowen Cheek" userId="8fca192e-0677-4b46-9386-7af871cc0c0f" providerId="ADAL" clId="{A7C2DF13-9E9B-41A5-8CD9-30DC2F6668C6}" dt="2026-04-15T16:23:48.842" v="386" actId="9405"/>
          <ac:inkMkLst>
            <pc:docMk/>
            <pc:sldMk cId="3751135715" sldId="279"/>
            <ac:inkMk id="17" creationId="{C0F93096-0277-20E4-E360-2DA4D8ECE7BB}"/>
          </ac:inkMkLst>
        </pc:inkChg>
        <pc:inkChg chg="add mod">
          <ac:chgData name="Bowen Cheek" userId="8fca192e-0677-4b46-9386-7af871cc0c0f" providerId="ADAL" clId="{A7C2DF13-9E9B-41A5-8CD9-30DC2F6668C6}" dt="2026-04-15T13:08:21.559" v="66"/>
          <ac:inkMkLst>
            <pc:docMk/>
            <pc:sldMk cId="3751135715" sldId="279"/>
            <ac:inkMk id="18" creationId="{71E1E4F3-47BC-35B7-96A3-C9B604BEEA3A}"/>
          </ac:inkMkLst>
        </pc:inkChg>
        <pc:inkChg chg="add mod">
          <ac:chgData name="Bowen Cheek" userId="8fca192e-0677-4b46-9386-7af871cc0c0f" providerId="ADAL" clId="{A7C2DF13-9E9B-41A5-8CD9-30DC2F6668C6}" dt="2026-04-15T16:23:52.308" v="394"/>
          <ac:inkMkLst>
            <pc:docMk/>
            <pc:sldMk cId="3751135715" sldId="279"/>
            <ac:inkMk id="18" creationId="{E2823C6C-CF7B-0C67-2B18-47CEA5DE5077}"/>
          </ac:inkMkLst>
        </pc:inkChg>
        <pc:inkChg chg="add mod">
          <ac:chgData name="Bowen Cheek" userId="8fca192e-0677-4b46-9386-7af871cc0c0f" providerId="ADAL" clId="{A7C2DF13-9E9B-41A5-8CD9-30DC2F6668C6}" dt="2026-04-15T13:08:21.559" v="66"/>
          <ac:inkMkLst>
            <pc:docMk/>
            <pc:sldMk cId="3751135715" sldId="279"/>
            <ac:inkMk id="19" creationId="{D61D157F-19C5-37C4-E37A-08462B440BFE}"/>
          </ac:inkMkLst>
        </pc:inkChg>
        <pc:inkChg chg="add mod">
          <ac:chgData name="Bowen Cheek" userId="8fca192e-0677-4b46-9386-7af871cc0c0f" providerId="ADAL" clId="{A7C2DF13-9E9B-41A5-8CD9-30DC2F6668C6}" dt="2026-04-15T16:24:04.124" v="402"/>
          <ac:inkMkLst>
            <pc:docMk/>
            <pc:sldMk cId="3751135715" sldId="279"/>
            <ac:inkMk id="19" creationId="{F5FA978F-1DD5-8376-394D-CD5192DF318F}"/>
          </ac:inkMkLst>
        </pc:inkChg>
        <pc:inkChg chg="add mod">
          <ac:chgData name="Bowen Cheek" userId="8fca192e-0677-4b46-9386-7af871cc0c0f" providerId="ADAL" clId="{A7C2DF13-9E9B-41A5-8CD9-30DC2F6668C6}" dt="2026-04-15T13:08:21.559" v="66"/>
          <ac:inkMkLst>
            <pc:docMk/>
            <pc:sldMk cId="3751135715" sldId="279"/>
            <ac:inkMk id="20" creationId="{548CE5E5-681E-F9D4-B101-FC98CF0B746A}"/>
          </ac:inkMkLst>
        </pc:inkChg>
        <pc:inkChg chg="add mod">
          <ac:chgData name="Bowen Cheek" userId="8fca192e-0677-4b46-9386-7af871cc0c0f" providerId="ADAL" clId="{A7C2DF13-9E9B-41A5-8CD9-30DC2F6668C6}" dt="2026-04-15T16:24:04.124" v="402"/>
          <ac:inkMkLst>
            <pc:docMk/>
            <pc:sldMk cId="3751135715" sldId="279"/>
            <ac:inkMk id="20" creationId="{E6AB45BA-382E-E1FC-5B6F-87F2E35588D5}"/>
          </ac:inkMkLst>
        </pc:inkChg>
        <pc:inkChg chg="add">
          <ac:chgData name="Bowen Cheek" userId="8fca192e-0677-4b46-9386-7af871cc0c0f" providerId="ADAL" clId="{A7C2DF13-9E9B-41A5-8CD9-30DC2F6668C6}" dt="2026-04-15T13:08:11.539" v="50" actId="9405"/>
          <ac:inkMkLst>
            <pc:docMk/>
            <pc:sldMk cId="3751135715" sldId="279"/>
            <ac:inkMk id="21" creationId="{17DD8F95-2429-86BC-181F-B958652C0817}"/>
          </ac:inkMkLst>
        </pc:inkChg>
        <pc:inkChg chg="add mod">
          <ac:chgData name="Bowen Cheek" userId="8fca192e-0677-4b46-9386-7af871cc0c0f" providerId="ADAL" clId="{A7C2DF13-9E9B-41A5-8CD9-30DC2F6668C6}" dt="2026-04-15T16:24:04.124" v="402"/>
          <ac:inkMkLst>
            <pc:docMk/>
            <pc:sldMk cId="3751135715" sldId="279"/>
            <ac:inkMk id="21" creationId="{CEB7612C-44AC-B977-C816-A62D13F5C39E}"/>
          </ac:inkMkLst>
        </pc:inkChg>
        <pc:inkChg chg="add mod">
          <ac:chgData name="Bowen Cheek" userId="8fca192e-0677-4b46-9386-7af871cc0c0f" providerId="ADAL" clId="{A7C2DF13-9E9B-41A5-8CD9-30DC2F6668C6}" dt="2026-04-15T16:24:04.124" v="402"/>
          <ac:inkMkLst>
            <pc:docMk/>
            <pc:sldMk cId="3751135715" sldId="279"/>
            <ac:inkMk id="22" creationId="{8EC0FD0F-3D13-3843-C3D6-5F8C4CAB0600}"/>
          </ac:inkMkLst>
        </pc:inkChg>
        <pc:inkChg chg="add">
          <ac:chgData name="Bowen Cheek" userId="8fca192e-0677-4b46-9386-7af871cc0c0f" providerId="ADAL" clId="{A7C2DF13-9E9B-41A5-8CD9-30DC2F6668C6}" dt="2026-04-15T13:08:11.918" v="51" actId="9405"/>
          <ac:inkMkLst>
            <pc:docMk/>
            <pc:sldMk cId="3751135715" sldId="279"/>
            <ac:inkMk id="22" creationId="{F1AF7F7F-E8E0-F65C-CB03-87AF62DFF757}"/>
          </ac:inkMkLst>
        </pc:inkChg>
        <pc:inkChg chg="add">
          <ac:chgData name="Bowen Cheek" userId="8fca192e-0677-4b46-9386-7af871cc0c0f" providerId="ADAL" clId="{A7C2DF13-9E9B-41A5-8CD9-30DC2F6668C6}" dt="2026-04-15T16:23:50.814" v="392" actId="9405"/>
          <ac:inkMkLst>
            <pc:docMk/>
            <pc:sldMk cId="3751135715" sldId="279"/>
            <ac:inkMk id="23" creationId="{0722E3F0-DC76-56C1-19C9-E50C932BD873}"/>
          </ac:inkMkLst>
        </pc:inkChg>
        <pc:inkChg chg="add mod">
          <ac:chgData name="Bowen Cheek" userId="8fca192e-0677-4b46-9386-7af871cc0c0f" providerId="ADAL" clId="{A7C2DF13-9E9B-41A5-8CD9-30DC2F6668C6}" dt="2026-04-15T13:08:21.559" v="66"/>
          <ac:inkMkLst>
            <pc:docMk/>
            <pc:sldMk cId="3751135715" sldId="279"/>
            <ac:inkMk id="23" creationId="{A06ECBD8-D48B-BB3C-6EC3-6527D7255D4B}"/>
          </ac:inkMkLst>
        </pc:inkChg>
        <pc:inkChg chg="add">
          <ac:chgData name="Bowen Cheek" userId="8fca192e-0677-4b46-9386-7af871cc0c0f" providerId="ADAL" clId="{A7C2DF13-9E9B-41A5-8CD9-30DC2F6668C6}" dt="2026-04-15T13:08:12.337" v="53" actId="9405"/>
          <ac:inkMkLst>
            <pc:docMk/>
            <pc:sldMk cId="3751135715" sldId="279"/>
            <ac:inkMk id="24" creationId="{2076714D-E323-C076-B4FC-F944567360D1}"/>
          </ac:inkMkLst>
        </pc:inkChg>
        <pc:inkChg chg="add">
          <ac:chgData name="Bowen Cheek" userId="8fca192e-0677-4b46-9386-7af871cc0c0f" providerId="ADAL" clId="{A7C2DF13-9E9B-41A5-8CD9-30DC2F6668C6}" dt="2026-04-15T16:23:51.386" v="393" actId="9405"/>
          <ac:inkMkLst>
            <pc:docMk/>
            <pc:sldMk cId="3751135715" sldId="279"/>
            <ac:inkMk id="24" creationId="{92AAA108-2B04-9404-50BB-163326D16838}"/>
          </ac:inkMkLst>
        </pc:inkChg>
        <pc:inkChg chg="add">
          <ac:chgData name="Bowen Cheek" userId="8fca192e-0677-4b46-9386-7af871cc0c0f" providerId="ADAL" clId="{A7C2DF13-9E9B-41A5-8CD9-30DC2F6668C6}" dt="2026-04-15T13:08:13.097" v="54" actId="9405"/>
          <ac:inkMkLst>
            <pc:docMk/>
            <pc:sldMk cId="3751135715" sldId="279"/>
            <ac:inkMk id="25" creationId="{9BFAE16E-7AED-A539-6DF9-BD2C38A0109C}"/>
          </ac:inkMkLst>
        </pc:inkChg>
        <pc:inkChg chg="add mod">
          <ac:chgData name="Bowen Cheek" userId="8fca192e-0677-4b46-9386-7af871cc0c0f" providerId="ADAL" clId="{A7C2DF13-9E9B-41A5-8CD9-30DC2F6668C6}" dt="2026-04-15T13:08:17.707" v="58"/>
          <ac:inkMkLst>
            <pc:docMk/>
            <pc:sldMk cId="3751135715" sldId="279"/>
            <ac:inkMk id="26" creationId="{42DDB793-442E-1A8A-3B50-09F2D79D703B}"/>
          </ac:inkMkLst>
        </pc:inkChg>
        <pc:inkChg chg="add">
          <ac:chgData name="Bowen Cheek" userId="8fca192e-0677-4b46-9386-7af871cc0c0f" providerId="ADAL" clId="{A7C2DF13-9E9B-41A5-8CD9-30DC2F6668C6}" dt="2026-04-15T16:23:52.324" v="395" actId="9405"/>
          <ac:inkMkLst>
            <pc:docMk/>
            <pc:sldMk cId="3751135715" sldId="279"/>
            <ac:inkMk id="27" creationId="{B39A1622-5F61-C99A-AC4D-9370484D043A}"/>
          </ac:inkMkLst>
        </pc:inkChg>
        <pc:inkChg chg="add">
          <ac:chgData name="Bowen Cheek" userId="8fca192e-0677-4b46-9386-7af871cc0c0f" providerId="ADAL" clId="{A7C2DF13-9E9B-41A5-8CD9-30DC2F6668C6}" dt="2026-04-15T13:08:16.770" v="57" actId="9405"/>
          <ac:inkMkLst>
            <pc:docMk/>
            <pc:sldMk cId="3751135715" sldId="279"/>
            <ac:inkMk id="28" creationId="{6BCF00E8-C13F-91A0-3C65-2E362C92FB9F}"/>
          </ac:inkMkLst>
        </pc:inkChg>
        <pc:inkChg chg="add mod">
          <ac:chgData name="Bowen Cheek" userId="8fca192e-0677-4b46-9386-7af871cc0c0f" providerId="ADAL" clId="{A7C2DF13-9E9B-41A5-8CD9-30DC2F6668C6}" dt="2026-04-15T16:23:54.272" v="399"/>
          <ac:inkMkLst>
            <pc:docMk/>
            <pc:sldMk cId="3751135715" sldId="279"/>
            <ac:inkMk id="28" creationId="{A8BA490A-B23C-C87F-7128-DB53DC0D2D88}"/>
          </ac:inkMkLst>
        </pc:inkChg>
        <pc:inkChg chg="add mod">
          <ac:chgData name="Bowen Cheek" userId="8fca192e-0677-4b46-9386-7af871cc0c0f" providerId="ADAL" clId="{A7C2DF13-9E9B-41A5-8CD9-30DC2F6668C6}" dt="2026-04-15T16:24:04.124" v="402"/>
          <ac:inkMkLst>
            <pc:docMk/>
            <pc:sldMk cId="3751135715" sldId="279"/>
            <ac:inkMk id="29" creationId="{08C751F7-5619-30D1-2FD2-78F3554BDB02}"/>
          </ac:inkMkLst>
        </pc:inkChg>
        <pc:inkChg chg="add mod">
          <ac:chgData name="Bowen Cheek" userId="8fca192e-0677-4b46-9386-7af871cc0c0f" providerId="ADAL" clId="{A7C2DF13-9E9B-41A5-8CD9-30DC2F6668C6}" dt="2026-04-15T16:23:54.272" v="399"/>
          <ac:inkMkLst>
            <pc:docMk/>
            <pc:sldMk cId="3751135715" sldId="279"/>
            <ac:inkMk id="30" creationId="{487E0FA5-E486-B8D3-8F35-FD1B9AA7260B}"/>
          </ac:inkMkLst>
        </pc:inkChg>
        <pc:inkChg chg="add">
          <ac:chgData name="Bowen Cheek" userId="8fca192e-0677-4b46-9386-7af871cc0c0f" providerId="ADAL" clId="{A7C2DF13-9E9B-41A5-8CD9-30DC2F6668C6}" dt="2026-04-15T13:08:18.614" v="59" actId="9405"/>
          <ac:inkMkLst>
            <pc:docMk/>
            <pc:sldMk cId="3751135715" sldId="279"/>
            <ac:inkMk id="30" creationId="{EB1C39F2-546F-45D9-92FE-9B5DC80A93BC}"/>
          </ac:inkMkLst>
        </pc:inkChg>
        <pc:inkChg chg="add">
          <ac:chgData name="Bowen Cheek" userId="8fca192e-0677-4b46-9386-7af871cc0c0f" providerId="ADAL" clId="{A7C2DF13-9E9B-41A5-8CD9-30DC2F6668C6}" dt="2026-04-15T13:08:18.804" v="60" actId="9405"/>
          <ac:inkMkLst>
            <pc:docMk/>
            <pc:sldMk cId="3751135715" sldId="279"/>
            <ac:inkMk id="31" creationId="{1B8157FB-04CA-B5F5-95F3-FD65111B14F1}"/>
          </ac:inkMkLst>
        </pc:inkChg>
        <pc:inkChg chg="add mod">
          <ac:chgData name="Bowen Cheek" userId="8fca192e-0677-4b46-9386-7af871cc0c0f" providerId="ADAL" clId="{A7C2DF13-9E9B-41A5-8CD9-30DC2F6668C6}" dt="2026-04-15T13:08:21.559" v="66"/>
          <ac:inkMkLst>
            <pc:docMk/>
            <pc:sldMk cId="3751135715" sldId="279"/>
            <ac:inkMk id="32" creationId="{BC0ACB89-2633-739A-B83B-3968E9CAA2A7}"/>
          </ac:inkMkLst>
        </pc:inkChg>
        <pc:inkChg chg="add">
          <ac:chgData name="Bowen Cheek" userId="8fca192e-0677-4b46-9386-7af871cc0c0f" providerId="ADAL" clId="{A7C2DF13-9E9B-41A5-8CD9-30DC2F6668C6}" dt="2026-04-15T16:24:02.525" v="400" actId="9405"/>
          <ac:inkMkLst>
            <pc:docMk/>
            <pc:sldMk cId="3751135715" sldId="279"/>
            <ac:inkMk id="33" creationId="{8B5AF535-8B5F-2E29-B7EF-89AA41ADEED1}"/>
          </ac:inkMkLst>
        </pc:inkChg>
        <pc:inkChg chg="add">
          <ac:chgData name="Bowen Cheek" userId="8fca192e-0677-4b46-9386-7af871cc0c0f" providerId="ADAL" clId="{A7C2DF13-9E9B-41A5-8CD9-30DC2F6668C6}" dt="2026-04-15T13:08:19.707" v="62" actId="9405"/>
          <ac:inkMkLst>
            <pc:docMk/>
            <pc:sldMk cId="3751135715" sldId="279"/>
            <ac:inkMk id="33" creationId="{A7706E9E-59A5-15D6-3969-E946A40C4A20}"/>
          </ac:inkMkLst>
        </pc:inkChg>
        <pc:inkChg chg="add">
          <ac:chgData name="Bowen Cheek" userId="8fca192e-0677-4b46-9386-7af871cc0c0f" providerId="ADAL" clId="{A7C2DF13-9E9B-41A5-8CD9-30DC2F6668C6}" dt="2026-04-15T16:24:03.193" v="401" actId="9405"/>
          <ac:inkMkLst>
            <pc:docMk/>
            <pc:sldMk cId="3751135715" sldId="279"/>
            <ac:inkMk id="34" creationId="{24E46687-C42E-1ED4-6DA1-88F640098B24}"/>
          </ac:inkMkLst>
        </pc:inkChg>
        <pc:inkChg chg="add">
          <ac:chgData name="Bowen Cheek" userId="8fca192e-0677-4b46-9386-7af871cc0c0f" providerId="ADAL" clId="{A7C2DF13-9E9B-41A5-8CD9-30DC2F6668C6}" dt="2026-04-15T13:08:20.552" v="63" actId="9405"/>
          <ac:inkMkLst>
            <pc:docMk/>
            <pc:sldMk cId="3751135715" sldId="279"/>
            <ac:inkMk id="34" creationId="{AF39A38B-8A83-B5B3-B1CE-322DEA81E77F}"/>
          </ac:inkMkLst>
        </pc:inkChg>
        <pc:inkChg chg="add mod">
          <ac:chgData name="Bowen Cheek" userId="8fca192e-0677-4b46-9386-7af871cc0c0f" providerId="ADAL" clId="{A7C2DF13-9E9B-41A5-8CD9-30DC2F6668C6}" dt="2026-04-15T13:08:21.559" v="66"/>
          <ac:inkMkLst>
            <pc:docMk/>
            <pc:sldMk cId="3751135715" sldId="279"/>
            <ac:inkMk id="35" creationId="{3A324DAD-ADC4-4AC0-D2BA-88FC7098F5AC}"/>
          </ac:inkMkLst>
        </pc:inkChg>
        <pc:inkChg chg="add mod">
          <ac:chgData name="Bowen Cheek" userId="8fca192e-0677-4b46-9386-7af871cc0c0f" providerId="ADAL" clId="{A7C2DF13-9E9B-41A5-8CD9-30DC2F6668C6}" dt="2026-04-15T13:08:21.559" v="66"/>
          <ac:inkMkLst>
            <pc:docMk/>
            <pc:sldMk cId="3751135715" sldId="279"/>
            <ac:inkMk id="36" creationId="{B3292011-239F-2AC4-A5C2-E7BDD4D27071}"/>
          </ac:inkMkLst>
        </pc:inkChg>
        <pc:inkChg chg="add mod">
          <ac:chgData name="Bowen Cheek" userId="8fca192e-0677-4b46-9386-7af871cc0c0f" providerId="ADAL" clId="{A7C2DF13-9E9B-41A5-8CD9-30DC2F6668C6}" dt="2026-04-15T16:24:52.150" v="415"/>
          <ac:inkMkLst>
            <pc:docMk/>
            <pc:sldMk cId="3751135715" sldId="279"/>
            <ac:inkMk id="36" creationId="{B7469639-69AC-90C1-DE7F-7FC4C19DF1CA}"/>
          </ac:inkMkLst>
        </pc:inkChg>
        <pc:inkChg chg="add mod">
          <ac:chgData name="Bowen Cheek" userId="8fca192e-0677-4b46-9386-7af871cc0c0f" providerId="ADAL" clId="{A7C2DF13-9E9B-41A5-8CD9-30DC2F6668C6}" dt="2026-04-15T16:24:52.150" v="415"/>
          <ac:inkMkLst>
            <pc:docMk/>
            <pc:sldMk cId="3751135715" sldId="279"/>
            <ac:inkMk id="37" creationId="{690F9859-3CD5-4B2D-8C7A-DA5DFDBEAEFE}"/>
          </ac:inkMkLst>
        </pc:inkChg>
        <pc:inkChg chg="add mod">
          <ac:chgData name="Bowen Cheek" userId="8fca192e-0677-4b46-9386-7af871cc0c0f" providerId="ADAL" clId="{A7C2DF13-9E9B-41A5-8CD9-30DC2F6668C6}" dt="2026-04-15T16:24:44.301" v="406"/>
          <ac:inkMkLst>
            <pc:docMk/>
            <pc:sldMk cId="3751135715" sldId="279"/>
            <ac:inkMk id="38" creationId="{8B4AF183-97CA-3053-3A38-E263B660B0B7}"/>
          </ac:inkMkLst>
        </pc:inkChg>
        <pc:inkChg chg="add mod">
          <ac:chgData name="Bowen Cheek" userId="8fca192e-0677-4b46-9386-7af871cc0c0f" providerId="ADAL" clId="{A7C2DF13-9E9B-41A5-8CD9-30DC2F6668C6}" dt="2026-04-15T13:08:42.577" v="70"/>
          <ac:inkMkLst>
            <pc:docMk/>
            <pc:sldMk cId="3751135715" sldId="279"/>
            <ac:inkMk id="38" creationId="{F244492E-E723-274E-FC61-8AA1A1A9FF13}"/>
          </ac:inkMkLst>
        </pc:inkChg>
        <pc:inkChg chg="add mod">
          <ac:chgData name="Bowen Cheek" userId="8fca192e-0677-4b46-9386-7af871cc0c0f" providerId="ADAL" clId="{A7C2DF13-9E9B-41A5-8CD9-30DC2F6668C6}" dt="2026-04-15T13:08:50.129" v="79"/>
          <ac:inkMkLst>
            <pc:docMk/>
            <pc:sldMk cId="3751135715" sldId="279"/>
            <ac:inkMk id="39" creationId="{E3E59971-D99C-3F84-7E5C-8AE7DB367D84}"/>
          </ac:inkMkLst>
        </pc:inkChg>
        <pc:inkChg chg="add mod">
          <ac:chgData name="Bowen Cheek" userId="8fca192e-0677-4b46-9386-7af871cc0c0f" providerId="ADAL" clId="{A7C2DF13-9E9B-41A5-8CD9-30DC2F6668C6}" dt="2026-04-15T13:08:50.129" v="79"/>
          <ac:inkMkLst>
            <pc:docMk/>
            <pc:sldMk cId="3751135715" sldId="279"/>
            <ac:inkMk id="40" creationId="{5CB3FCEF-9C37-80D2-125F-D1051FD66AFD}"/>
          </ac:inkMkLst>
        </pc:inkChg>
        <pc:inkChg chg="add mod">
          <ac:chgData name="Bowen Cheek" userId="8fca192e-0677-4b46-9386-7af871cc0c0f" providerId="ADAL" clId="{A7C2DF13-9E9B-41A5-8CD9-30DC2F6668C6}" dt="2026-04-15T16:24:47.112" v="410"/>
          <ac:inkMkLst>
            <pc:docMk/>
            <pc:sldMk cId="3751135715" sldId="279"/>
            <ac:inkMk id="40" creationId="{A0DFD887-A6DB-9022-8C15-DED48F5F560F}"/>
          </ac:inkMkLst>
        </pc:inkChg>
        <pc:inkChg chg="add mod">
          <ac:chgData name="Bowen Cheek" userId="8fca192e-0677-4b46-9386-7af871cc0c0f" providerId="ADAL" clId="{A7C2DF13-9E9B-41A5-8CD9-30DC2F6668C6}" dt="2026-04-15T16:24:47.112" v="410"/>
          <ac:inkMkLst>
            <pc:docMk/>
            <pc:sldMk cId="3751135715" sldId="279"/>
            <ac:inkMk id="41" creationId="{77DFA14C-9D98-7E88-65AA-818D75BAADA9}"/>
          </ac:inkMkLst>
        </pc:inkChg>
        <pc:inkChg chg="add mod">
          <ac:chgData name="Bowen Cheek" userId="8fca192e-0677-4b46-9386-7af871cc0c0f" providerId="ADAL" clId="{A7C2DF13-9E9B-41A5-8CD9-30DC2F6668C6}" dt="2026-04-15T16:24:52.150" v="415"/>
          <ac:inkMkLst>
            <pc:docMk/>
            <pc:sldMk cId="3751135715" sldId="279"/>
            <ac:inkMk id="42" creationId="{0CFE2336-5240-44DA-7F87-36B6B1A7D660}"/>
          </ac:inkMkLst>
        </pc:inkChg>
        <pc:inkChg chg="add mod">
          <ac:chgData name="Bowen Cheek" userId="8fca192e-0677-4b46-9386-7af871cc0c0f" providerId="ADAL" clId="{A7C2DF13-9E9B-41A5-8CD9-30DC2F6668C6}" dt="2026-04-15T13:08:50.129" v="79"/>
          <ac:inkMkLst>
            <pc:docMk/>
            <pc:sldMk cId="3751135715" sldId="279"/>
            <ac:inkMk id="42" creationId="{8EDFFA22-D0D1-C439-145B-30E6B131A652}"/>
          </ac:inkMkLst>
        </pc:inkChg>
        <pc:inkChg chg="add mod">
          <ac:chgData name="Bowen Cheek" userId="8fca192e-0677-4b46-9386-7af871cc0c0f" providerId="ADAL" clId="{A7C2DF13-9E9B-41A5-8CD9-30DC2F6668C6}" dt="2026-04-15T13:08:50.129" v="79"/>
          <ac:inkMkLst>
            <pc:docMk/>
            <pc:sldMk cId="3751135715" sldId="279"/>
            <ac:inkMk id="43" creationId="{3C517D90-F4F7-FBF7-69DD-FD48EC14B48F}"/>
          </ac:inkMkLst>
        </pc:inkChg>
        <pc:inkChg chg="add mod">
          <ac:chgData name="Bowen Cheek" userId="8fca192e-0677-4b46-9386-7af871cc0c0f" providerId="ADAL" clId="{A7C2DF13-9E9B-41A5-8CD9-30DC2F6668C6}" dt="2026-04-15T13:08:50.129" v="79"/>
          <ac:inkMkLst>
            <pc:docMk/>
            <pc:sldMk cId="3751135715" sldId="279"/>
            <ac:inkMk id="44" creationId="{CB968BBB-4844-9770-1798-A89766DCFA34}"/>
          </ac:inkMkLst>
        </pc:inkChg>
        <pc:inkChg chg="add mod">
          <ac:chgData name="Bowen Cheek" userId="8fca192e-0677-4b46-9386-7af871cc0c0f" providerId="ADAL" clId="{A7C2DF13-9E9B-41A5-8CD9-30DC2F6668C6}" dt="2026-04-15T16:24:52.150" v="415"/>
          <ac:inkMkLst>
            <pc:docMk/>
            <pc:sldMk cId="3751135715" sldId="279"/>
            <ac:inkMk id="44" creationId="{DD906DA7-CD5C-24D8-B624-B14C7EF8F092}"/>
          </ac:inkMkLst>
        </pc:inkChg>
        <pc:inkChg chg="add mod">
          <ac:chgData name="Bowen Cheek" userId="8fca192e-0677-4b46-9386-7af871cc0c0f" providerId="ADAL" clId="{A7C2DF13-9E9B-41A5-8CD9-30DC2F6668C6}" dt="2026-04-15T16:24:52.150" v="415"/>
          <ac:inkMkLst>
            <pc:docMk/>
            <pc:sldMk cId="3751135715" sldId="279"/>
            <ac:inkMk id="45" creationId="{C7E7CAFB-D931-EEAB-92FB-72A61F7DD642}"/>
          </ac:inkMkLst>
        </pc:inkChg>
        <pc:inkChg chg="add mod">
          <ac:chgData name="Bowen Cheek" userId="8fca192e-0677-4b46-9386-7af871cc0c0f" providerId="ADAL" clId="{A7C2DF13-9E9B-41A5-8CD9-30DC2F6668C6}" dt="2026-04-15T16:24:52.150" v="415"/>
          <ac:inkMkLst>
            <pc:docMk/>
            <pc:sldMk cId="3751135715" sldId="279"/>
            <ac:inkMk id="46" creationId="{65C48468-675B-DA3A-0601-5332ABA0EE13}"/>
          </ac:inkMkLst>
        </pc:inkChg>
        <pc:inkChg chg="add">
          <ac:chgData name="Bowen Cheek" userId="8fca192e-0677-4b46-9386-7af871cc0c0f" providerId="ADAL" clId="{A7C2DF13-9E9B-41A5-8CD9-30DC2F6668C6}" dt="2026-04-15T13:08:46.175" v="75" actId="9405"/>
          <ac:inkMkLst>
            <pc:docMk/>
            <pc:sldMk cId="3751135715" sldId="279"/>
            <ac:inkMk id="46" creationId="{83579170-8D07-AE27-D2E2-7DB8067CF8F7}"/>
          </ac:inkMkLst>
        </pc:inkChg>
        <pc:inkChg chg="add mod">
          <ac:chgData name="Bowen Cheek" userId="8fca192e-0677-4b46-9386-7af871cc0c0f" providerId="ADAL" clId="{A7C2DF13-9E9B-41A5-8CD9-30DC2F6668C6}" dt="2026-04-15T16:24:52.150" v="415"/>
          <ac:inkMkLst>
            <pc:docMk/>
            <pc:sldMk cId="3751135715" sldId="279"/>
            <ac:inkMk id="47" creationId="{49DBAC84-9632-E277-D5D9-BABC3255040D}"/>
          </ac:inkMkLst>
        </pc:inkChg>
        <pc:inkChg chg="add mod">
          <ac:chgData name="Bowen Cheek" userId="8fca192e-0677-4b46-9386-7af871cc0c0f" providerId="ADAL" clId="{A7C2DF13-9E9B-41A5-8CD9-30DC2F6668C6}" dt="2026-04-15T13:08:50.129" v="79"/>
          <ac:inkMkLst>
            <pc:docMk/>
            <pc:sldMk cId="3751135715" sldId="279"/>
            <ac:inkMk id="47" creationId="{76E22DE8-AFE5-0ECA-7CE1-FD50ECE6504E}"/>
          </ac:inkMkLst>
        </pc:inkChg>
        <pc:inkChg chg="add mod">
          <ac:chgData name="Bowen Cheek" userId="8fca192e-0677-4b46-9386-7af871cc0c0f" providerId="ADAL" clId="{A7C2DF13-9E9B-41A5-8CD9-30DC2F6668C6}" dt="2026-04-15T13:08:50.129" v="79"/>
          <ac:inkMkLst>
            <pc:docMk/>
            <pc:sldMk cId="3751135715" sldId="279"/>
            <ac:inkMk id="48" creationId="{6EBEC4E7-6BA7-C3BA-CA16-F703D86AB4BB}"/>
          </ac:inkMkLst>
        </pc:inkChg>
        <pc:inkChg chg="add">
          <ac:chgData name="Bowen Cheek" userId="8fca192e-0677-4b46-9386-7af871cc0c0f" providerId="ADAL" clId="{A7C2DF13-9E9B-41A5-8CD9-30DC2F6668C6}" dt="2026-04-15T16:25:35.414" v="416" actId="9405"/>
          <ac:inkMkLst>
            <pc:docMk/>
            <pc:sldMk cId="3751135715" sldId="279"/>
            <ac:inkMk id="49" creationId="{0F5E0BF9-AB58-DAD3-45BC-C6B0A2F3C918}"/>
          </ac:inkMkLst>
        </pc:inkChg>
        <pc:inkChg chg="add">
          <ac:chgData name="Bowen Cheek" userId="8fca192e-0677-4b46-9386-7af871cc0c0f" providerId="ADAL" clId="{A7C2DF13-9E9B-41A5-8CD9-30DC2F6668C6}" dt="2026-04-15T13:08:49.231" v="78" actId="9405"/>
          <ac:inkMkLst>
            <pc:docMk/>
            <pc:sldMk cId="3751135715" sldId="279"/>
            <ac:inkMk id="49" creationId="{784B1911-65DD-B7A1-E95A-426C96FE3521}"/>
          </ac:inkMkLst>
        </pc:inkChg>
        <pc:inkChg chg="add">
          <ac:chgData name="Bowen Cheek" userId="8fca192e-0677-4b46-9386-7af871cc0c0f" providerId="ADAL" clId="{A7C2DF13-9E9B-41A5-8CD9-30DC2F6668C6}" dt="2026-04-15T16:27:17.759" v="417" actId="9405"/>
          <ac:inkMkLst>
            <pc:docMk/>
            <pc:sldMk cId="3751135715" sldId="279"/>
            <ac:inkMk id="50" creationId="{1FC3B670-636D-652A-9242-C005E9F6183A}"/>
          </ac:inkMkLst>
        </pc:inkChg>
        <pc:inkChg chg="add mod">
          <ac:chgData name="Bowen Cheek" userId="8fca192e-0677-4b46-9386-7af871cc0c0f" providerId="ADAL" clId="{A7C2DF13-9E9B-41A5-8CD9-30DC2F6668C6}" dt="2026-04-15T16:28:17.106" v="422"/>
          <ac:inkMkLst>
            <pc:docMk/>
            <pc:sldMk cId="3751135715" sldId="279"/>
            <ac:inkMk id="51" creationId="{7752E6D0-FAD5-CA66-CD5D-48E1F7CFC7E2}"/>
          </ac:inkMkLst>
        </pc:inkChg>
        <pc:inkChg chg="add">
          <ac:chgData name="Bowen Cheek" userId="8fca192e-0677-4b46-9386-7af871cc0c0f" providerId="ADAL" clId="{A7C2DF13-9E9B-41A5-8CD9-30DC2F6668C6}" dt="2026-04-15T13:09:22.684" v="80" actId="9405"/>
          <ac:inkMkLst>
            <pc:docMk/>
            <pc:sldMk cId="3751135715" sldId="279"/>
            <ac:inkMk id="51" creationId="{B9DC3347-73AE-2DAA-8FA1-39B60A43D981}"/>
          </ac:inkMkLst>
        </pc:inkChg>
        <pc:inkChg chg="add mod">
          <ac:chgData name="Bowen Cheek" userId="8fca192e-0677-4b46-9386-7af871cc0c0f" providerId="ADAL" clId="{A7C2DF13-9E9B-41A5-8CD9-30DC2F6668C6}" dt="2026-04-15T16:28:17.106" v="422"/>
          <ac:inkMkLst>
            <pc:docMk/>
            <pc:sldMk cId="3751135715" sldId="279"/>
            <ac:inkMk id="52" creationId="{5217CB5F-95B8-91BE-6364-2BFF65FD26F6}"/>
          </ac:inkMkLst>
        </pc:inkChg>
        <pc:inkChg chg="add mod">
          <ac:chgData name="Bowen Cheek" userId="8fca192e-0677-4b46-9386-7af871cc0c0f" providerId="ADAL" clId="{A7C2DF13-9E9B-41A5-8CD9-30DC2F6668C6}" dt="2026-04-15T13:10:16.259" v="83"/>
          <ac:inkMkLst>
            <pc:docMk/>
            <pc:sldMk cId="3751135715" sldId="279"/>
            <ac:inkMk id="52" creationId="{8EDBBDDB-EAD2-01A7-7AC9-B87EE93FE390}"/>
          </ac:inkMkLst>
        </pc:inkChg>
        <pc:inkChg chg="add mod">
          <ac:chgData name="Bowen Cheek" userId="8fca192e-0677-4b46-9386-7af871cc0c0f" providerId="ADAL" clId="{A7C2DF13-9E9B-41A5-8CD9-30DC2F6668C6}" dt="2026-04-15T16:28:17.106" v="422"/>
          <ac:inkMkLst>
            <pc:docMk/>
            <pc:sldMk cId="3751135715" sldId="279"/>
            <ac:inkMk id="53" creationId="{5AFDD1D0-C895-43B8-3037-9CEC2D5EA632}"/>
          </ac:inkMkLst>
        </pc:inkChg>
        <pc:inkChg chg="add mod">
          <ac:chgData name="Bowen Cheek" userId="8fca192e-0677-4b46-9386-7af871cc0c0f" providerId="ADAL" clId="{A7C2DF13-9E9B-41A5-8CD9-30DC2F6668C6}" dt="2026-04-15T13:10:16.259" v="83"/>
          <ac:inkMkLst>
            <pc:docMk/>
            <pc:sldMk cId="3751135715" sldId="279"/>
            <ac:inkMk id="53" creationId="{AE7383AC-9988-DA85-AD09-72F45903EBBC}"/>
          </ac:inkMkLst>
        </pc:inkChg>
        <pc:inkChg chg="add mod">
          <ac:chgData name="Bowen Cheek" userId="8fca192e-0677-4b46-9386-7af871cc0c0f" providerId="ADAL" clId="{A7C2DF13-9E9B-41A5-8CD9-30DC2F6668C6}" dt="2026-04-15T16:28:17.106" v="422"/>
          <ac:inkMkLst>
            <pc:docMk/>
            <pc:sldMk cId="3751135715" sldId="279"/>
            <ac:inkMk id="54" creationId="{B85DD07E-14C7-AE9E-7F3D-963D7CE0F5B5}"/>
          </ac:inkMkLst>
        </pc:inkChg>
        <pc:inkChg chg="add">
          <ac:chgData name="Bowen Cheek" userId="8fca192e-0677-4b46-9386-7af871cc0c0f" providerId="ADAL" clId="{A7C2DF13-9E9B-41A5-8CD9-30DC2F6668C6}" dt="2026-04-15T13:10:16.845" v="84" actId="9405"/>
          <ac:inkMkLst>
            <pc:docMk/>
            <pc:sldMk cId="3751135715" sldId="279"/>
            <ac:inkMk id="55" creationId="{40328F9B-DF1A-405C-E30E-34E32AC7B594}"/>
          </ac:inkMkLst>
        </pc:inkChg>
        <pc:inkChg chg="add mod">
          <ac:chgData name="Bowen Cheek" userId="8fca192e-0677-4b46-9386-7af871cc0c0f" providerId="ADAL" clId="{A7C2DF13-9E9B-41A5-8CD9-30DC2F6668C6}" dt="2026-04-15T13:10:18.790" v="88"/>
          <ac:inkMkLst>
            <pc:docMk/>
            <pc:sldMk cId="3751135715" sldId="279"/>
            <ac:inkMk id="56" creationId="{9FAFAA16-C14F-9B20-3136-6A0A06C633E4}"/>
          </ac:inkMkLst>
        </pc:inkChg>
        <pc:inkChg chg="add mod">
          <ac:chgData name="Bowen Cheek" userId="8fca192e-0677-4b46-9386-7af871cc0c0f" providerId="ADAL" clId="{A7C2DF13-9E9B-41A5-8CD9-30DC2F6668C6}" dt="2026-04-15T16:28:18.555" v="426"/>
          <ac:inkMkLst>
            <pc:docMk/>
            <pc:sldMk cId="3751135715" sldId="279"/>
            <ac:inkMk id="57" creationId="{3C941134-466E-8B9E-2824-16B57B20A51C}"/>
          </ac:inkMkLst>
        </pc:inkChg>
        <pc:inkChg chg="add mod">
          <ac:chgData name="Bowen Cheek" userId="8fca192e-0677-4b46-9386-7af871cc0c0f" providerId="ADAL" clId="{A7C2DF13-9E9B-41A5-8CD9-30DC2F6668C6}" dt="2026-04-15T13:10:18.790" v="88"/>
          <ac:inkMkLst>
            <pc:docMk/>
            <pc:sldMk cId="3751135715" sldId="279"/>
            <ac:inkMk id="57" creationId="{B3245160-9FAC-5302-9551-8BCA5F98BA44}"/>
          </ac:inkMkLst>
        </pc:inkChg>
        <pc:inkChg chg="add mod">
          <ac:chgData name="Bowen Cheek" userId="8fca192e-0677-4b46-9386-7af871cc0c0f" providerId="ADAL" clId="{A7C2DF13-9E9B-41A5-8CD9-30DC2F6668C6}" dt="2026-04-15T16:28:18.555" v="426"/>
          <ac:inkMkLst>
            <pc:docMk/>
            <pc:sldMk cId="3751135715" sldId="279"/>
            <ac:inkMk id="58" creationId="{9F33F67D-45DC-A063-2CEB-DF8E948B37AC}"/>
          </ac:inkMkLst>
        </pc:inkChg>
        <pc:inkChg chg="add mod">
          <ac:chgData name="Bowen Cheek" userId="8fca192e-0677-4b46-9386-7af871cc0c0f" providerId="ADAL" clId="{A7C2DF13-9E9B-41A5-8CD9-30DC2F6668C6}" dt="2026-04-15T13:10:18.790" v="88"/>
          <ac:inkMkLst>
            <pc:docMk/>
            <pc:sldMk cId="3751135715" sldId="279"/>
            <ac:inkMk id="58" creationId="{B650A084-CF45-2335-B76C-5A7F16B40C7C}"/>
          </ac:inkMkLst>
        </pc:inkChg>
        <pc:inkChg chg="add mod">
          <ac:chgData name="Bowen Cheek" userId="8fca192e-0677-4b46-9386-7af871cc0c0f" providerId="ADAL" clId="{A7C2DF13-9E9B-41A5-8CD9-30DC2F6668C6}" dt="2026-04-15T16:28:18.555" v="426"/>
          <ac:inkMkLst>
            <pc:docMk/>
            <pc:sldMk cId="3751135715" sldId="279"/>
            <ac:inkMk id="59" creationId="{828C3C61-8DEF-18DD-A961-672CD278590D}"/>
          </ac:inkMkLst>
        </pc:inkChg>
        <pc:inkChg chg="add mod">
          <ac:chgData name="Bowen Cheek" userId="8fca192e-0677-4b46-9386-7af871cc0c0f" providerId="ADAL" clId="{A7C2DF13-9E9B-41A5-8CD9-30DC2F6668C6}" dt="2026-04-15T13:10:24.074" v="100"/>
          <ac:inkMkLst>
            <pc:docMk/>
            <pc:sldMk cId="3751135715" sldId="279"/>
            <ac:inkMk id="60" creationId="{00552482-10EB-F433-5F91-9F65BDF42F47}"/>
          </ac:inkMkLst>
        </pc:inkChg>
        <pc:inkChg chg="add mod">
          <ac:chgData name="Bowen Cheek" userId="8fca192e-0677-4b46-9386-7af871cc0c0f" providerId="ADAL" clId="{A7C2DF13-9E9B-41A5-8CD9-30DC2F6668C6}" dt="2026-04-15T16:28:26.648" v="437"/>
          <ac:inkMkLst>
            <pc:docMk/>
            <pc:sldMk cId="3751135715" sldId="279"/>
            <ac:inkMk id="61" creationId="{AF5AE9D3-6D1A-F425-FB7B-07F7140FB7FE}"/>
          </ac:inkMkLst>
        </pc:inkChg>
        <pc:inkChg chg="add mod">
          <ac:chgData name="Bowen Cheek" userId="8fca192e-0677-4b46-9386-7af871cc0c0f" providerId="ADAL" clId="{A7C2DF13-9E9B-41A5-8CD9-30DC2F6668C6}" dt="2026-04-15T13:10:24.074" v="100"/>
          <ac:inkMkLst>
            <pc:docMk/>
            <pc:sldMk cId="3751135715" sldId="279"/>
            <ac:inkMk id="61" creationId="{B7EB3771-EFC8-A54F-1F06-D345E888EBE5}"/>
          </ac:inkMkLst>
        </pc:inkChg>
        <pc:inkChg chg="add">
          <ac:chgData name="Bowen Cheek" userId="8fca192e-0677-4b46-9386-7af871cc0c0f" providerId="ADAL" clId="{A7C2DF13-9E9B-41A5-8CD9-30DC2F6668C6}" dt="2026-04-15T13:10:21.121" v="91" actId="9405"/>
          <ac:inkMkLst>
            <pc:docMk/>
            <pc:sldMk cId="3751135715" sldId="279"/>
            <ac:inkMk id="62" creationId="{83064D23-35DC-6DEF-7E1D-1B236E2C39E1}"/>
          </ac:inkMkLst>
        </pc:inkChg>
        <pc:inkChg chg="add mod">
          <ac:chgData name="Bowen Cheek" userId="8fca192e-0677-4b46-9386-7af871cc0c0f" providerId="ADAL" clId="{A7C2DF13-9E9B-41A5-8CD9-30DC2F6668C6}" dt="2026-04-15T16:28:26.648" v="437"/>
          <ac:inkMkLst>
            <pc:docMk/>
            <pc:sldMk cId="3751135715" sldId="279"/>
            <ac:inkMk id="62" creationId="{86495FC7-9EE3-E322-4612-7D9E0D662ACC}"/>
          </ac:inkMkLst>
        </pc:inkChg>
        <pc:inkChg chg="add">
          <ac:chgData name="Bowen Cheek" userId="8fca192e-0677-4b46-9386-7af871cc0c0f" providerId="ADAL" clId="{A7C2DF13-9E9B-41A5-8CD9-30DC2F6668C6}" dt="2026-04-15T16:28:23.348" v="429" actId="9405"/>
          <ac:inkMkLst>
            <pc:docMk/>
            <pc:sldMk cId="3751135715" sldId="279"/>
            <ac:inkMk id="63" creationId="{55A42646-4182-82B6-2601-F49527BFD231}"/>
          </ac:inkMkLst>
        </pc:inkChg>
        <pc:inkChg chg="add mod">
          <ac:chgData name="Bowen Cheek" userId="8fca192e-0677-4b46-9386-7af871cc0c0f" providerId="ADAL" clId="{A7C2DF13-9E9B-41A5-8CD9-30DC2F6668C6}" dt="2026-04-15T13:10:24.074" v="100"/>
          <ac:inkMkLst>
            <pc:docMk/>
            <pc:sldMk cId="3751135715" sldId="279"/>
            <ac:inkMk id="63" creationId="{BD4A5425-C3FA-53CE-1422-311E09CA415C}"/>
          </ac:inkMkLst>
        </pc:inkChg>
        <pc:inkChg chg="add mod">
          <ac:chgData name="Bowen Cheek" userId="8fca192e-0677-4b46-9386-7af871cc0c0f" providerId="ADAL" clId="{A7C2DF13-9E9B-41A5-8CD9-30DC2F6668C6}" dt="2026-04-15T16:28:26.648" v="437"/>
          <ac:inkMkLst>
            <pc:docMk/>
            <pc:sldMk cId="3751135715" sldId="279"/>
            <ac:inkMk id="64" creationId="{0B83FAAD-A856-46B6-545A-4DA7368C04F7}"/>
          </ac:inkMkLst>
        </pc:inkChg>
        <pc:inkChg chg="add mod">
          <ac:chgData name="Bowen Cheek" userId="8fca192e-0677-4b46-9386-7af871cc0c0f" providerId="ADAL" clId="{A7C2DF13-9E9B-41A5-8CD9-30DC2F6668C6}" dt="2026-04-15T13:10:24.074" v="100"/>
          <ac:inkMkLst>
            <pc:docMk/>
            <pc:sldMk cId="3751135715" sldId="279"/>
            <ac:inkMk id="64" creationId="{DE44DB89-4202-2492-96E7-D95EDC38C6BD}"/>
          </ac:inkMkLst>
        </pc:inkChg>
        <pc:inkChg chg="add mod">
          <ac:chgData name="Bowen Cheek" userId="8fca192e-0677-4b46-9386-7af871cc0c0f" providerId="ADAL" clId="{A7C2DF13-9E9B-41A5-8CD9-30DC2F6668C6}" dt="2026-04-15T13:10:24.074" v="100"/>
          <ac:inkMkLst>
            <pc:docMk/>
            <pc:sldMk cId="3751135715" sldId="279"/>
            <ac:inkMk id="65" creationId="{1CBDA1D3-8356-62CB-E1C8-685EF0F27042}"/>
          </ac:inkMkLst>
        </pc:inkChg>
        <pc:inkChg chg="add mod">
          <ac:chgData name="Bowen Cheek" userId="8fca192e-0677-4b46-9386-7af871cc0c0f" providerId="ADAL" clId="{A7C2DF13-9E9B-41A5-8CD9-30DC2F6668C6}" dt="2026-04-15T16:28:26.648" v="437"/>
          <ac:inkMkLst>
            <pc:docMk/>
            <pc:sldMk cId="3751135715" sldId="279"/>
            <ac:inkMk id="65" creationId="{78B08934-E9EC-C1AD-575F-BBC1DF515BF8}"/>
          </ac:inkMkLst>
        </pc:inkChg>
        <pc:inkChg chg="add mod">
          <ac:chgData name="Bowen Cheek" userId="8fca192e-0677-4b46-9386-7af871cc0c0f" providerId="ADAL" clId="{A7C2DF13-9E9B-41A5-8CD9-30DC2F6668C6}" dt="2026-04-15T13:10:24.074" v="100"/>
          <ac:inkMkLst>
            <pc:docMk/>
            <pc:sldMk cId="3751135715" sldId="279"/>
            <ac:inkMk id="66" creationId="{6442C4DA-739E-A184-CA36-A3480A8729DC}"/>
          </ac:inkMkLst>
        </pc:inkChg>
        <pc:inkChg chg="add mod">
          <ac:chgData name="Bowen Cheek" userId="8fca192e-0677-4b46-9386-7af871cc0c0f" providerId="ADAL" clId="{A7C2DF13-9E9B-41A5-8CD9-30DC2F6668C6}" dt="2026-04-15T16:28:26.648" v="437"/>
          <ac:inkMkLst>
            <pc:docMk/>
            <pc:sldMk cId="3751135715" sldId="279"/>
            <ac:inkMk id="66" creationId="{A3A399BE-1897-0628-3533-C6949A29CD72}"/>
          </ac:inkMkLst>
        </pc:inkChg>
        <pc:inkChg chg="add">
          <ac:chgData name="Bowen Cheek" userId="8fca192e-0677-4b46-9386-7af871cc0c0f" providerId="ADAL" clId="{A7C2DF13-9E9B-41A5-8CD9-30DC2F6668C6}" dt="2026-04-15T13:10:22.598" v="96" actId="9405"/>
          <ac:inkMkLst>
            <pc:docMk/>
            <pc:sldMk cId="3751135715" sldId="279"/>
            <ac:inkMk id="67" creationId="{344AE5D0-3E70-5D02-CEB2-31DE761F2262}"/>
          </ac:inkMkLst>
        </pc:inkChg>
        <pc:inkChg chg="add mod">
          <ac:chgData name="Bowen Cheek" userId="8fca192e-0677-4b46-9386-7af871cc0c0f" providerId="ADAL" clId="{A7C2DF13-9E9B-41A5-8CD9-30DC2F6668C6}" dt="2026-04-15T16:28:26.648" v="437"/>
          <ac:inkMkLst>
            <pc:docMk/>
            <pc:sldMk cId="3751135715" sldId="279"/>
            <ac:inkMk id="67" creationId="{A0E15DBC-4FDB-6E17-9CAE-49A248455A3C}"/>
          </ac:inkMkLst>
        </pc:inkChg>
        <pc:inkChg chg="add mod">
          <ac:chgData name="Bowen Cheek" userId="8fca192e-0677-4b46-9386-7af871cc0c0f" providerId="ADAL" clId="{A7C2DF13-9E9B-41A5-8CD9-30DC2F6668C6}" dt="2026-04-15T16:28:26.648" v="437"/>
          <ac:inkMkLst>
            <pc:docMk/>
            <pc:sldMk cId="3751135715" sldId="279"/>
            <ac:inkMk id="68" creationId="{1F2BD732-11E4-45F4-4BB6-6B4F26C48730}"/>
          </ac:inkMkLst>
        </pc:inkChg>
        <pc:inkChg chg="add mod">
          <ac:chgData name="Bowen Cheek" userId="8fca192e-0677-4b46-9386-7af871cc0c0f" providerId="ADAL" clId="{A7C2DF13-9E9B-41A5-8CD9-30DC2F6668C6}" dt="2026-04-15T13:10:24.074" v="100"/>
          <ac:inkMkLst>
            <pc:docMk/>
            <pc:sldMk cId="3751135715" sldId="279"/>
            <ac:inkMk id="68" creationId="{726A93A7-FF90-3123-FBB4-F2B0ACFED139}"/>
          </ac:inkMkLst>
        </pc:inkChg>
        <pc:inkChg chg="add mod">
          <ac:chgData name="Bowen Cheek" userId="8fca192e-0677-4b46-9386-7af871cc0c0f" providerId="ADAL" clId="{A7C2DF13-9E9B-41A5-8CD9-30DC2F6668C6}" dt="2026-04-15T16:28:26.648" v="437"/>
          <ac:inkMkLst>
            <pc:docMk/>
            <pc:sldMk cId="3751135715" sldId="279"/>
            <ac:inkMk id="69" creationId="{21158193-697C-FCFB-4103-D0B86D3468F8}"/>
          </ac:inkMkLst>
        </pc:inkChg>
        <pc:inkChg chg="add mod">
          <ac:chgData name="Bowen Cheek" userId="8fca192e-0677-4b46-9386-7af871cc0c0f" providerId="ADAL" clId="{A7C2DF13-9E9B-41A5-8CD9-30DC2F6668C6}" dt="2026-04-15T13:10:24.074" v="100"/>
          <ac:inkMkLst>
            <pc:docMk/>
            <pc:sldMk cId="3751135715" sldId="279"/>
            <ac:inkMk id="69" creationId="{26C752E7-6DA7-040A-6745-D7F2788BFF94}"/>
          </ac:inkMkLst>
        </pc:inkChg>
        <pc:inkChg chg="add mod">
          <ac:chgData name="Bowen Cheek" userId="8fca192e-0677-4b46-9386-7af871cc0c0f" providerId="ADAL" clId="{A7C2DF13-9E9B-41A5-8CD9-30DC2F6668C6}" dt="2026-04-15T13:10:24.074" v="100"/>
          <ac:inkMkLst>
            <pc:docMk/>
            <pc:sldMk cId="3751135715" sldId="279"/>
            <ac:inkMk id="70" creationId="{58F0E280-C471-8CC2-D3EA-33ED8A1B7379}"/>
          </ac:inkMkLst>
        </pc:inkChg>
        <pc:inkChg chg="add">
          <ac:chgData name="Bowen Cheek" userId="8fca192e-0677-4b46-9386-7af871cc0c0f" providerId="ADAL" clId="{A7C2DF13-9E9B-41A5-8CD9-30DC2F6668C6}" dt="2026-04-15T16:28:26.098" v="436" actId="9405"/>
          <ac:inkMkLst>
            <pc:docMk/>
            <pc:sldMk cId="3751135715" sldId="279"/>
            <ac:inkMk id="70" creationId="{8E6733DC-E365-D355-3152-A2078199B32F}"/>
          </ac:inkMkLst>
        </pc:inkChg>
        <pc:inkChg chg="add">
          <ac:chgData name="Bowen Cheek" userId="8fca192e-0677-4b46-9386-7af871cc0c0f" providerId="ADAL" clId="{A7C2DF13-9E9B-41A5-8CD9-30DC2F6668C6}" dt="2026-04-15T13:10:30.067" v="101" actId="9405"/>
          <ac:inkMkLst>
            <pc:docMk/>
            <pc:sldMk cId="3751135715" sldId="279"/>
            <ac:inkMk id="72" creationId="{3E91F8F0-7BD0-67F6-67A8-254C1B5AB08F}"/>
          </ac:inkMkLst>
        </pc:inkChg>
        <pc:inkChg chg="add mod">
          <ac:chgData name="Bowen Cheek" userId="8fca192e-0677-4b46-9386-7af871cc0c0f" providerId="ADAL" clId="{A7C2DF13-9E9B-41A5-8CD9-30DC2F6668C6}" dt="2026-04-15T16:29:46.719" v="445"/>
          <ac:inkMkLst>
            <pc:docMk/>
            <pc:sldMk cId="3751135715" sldId="279"/>
            <ac:inkMk id="73" creationId="{47FBB5B9-DEBB-38EF-F726-F93018F357AB}"/>
          </ac:inkMkLst>
        </pc:inkChg>
        <pc:inkChg chg="add">
          <ac:chgData name="Bowen Cheek" userId="8fca192e-0677-4b46-9386-7af871cc0c0f" providerId="ADAL" clId="{A7C2DF13-9E9B-41A5-8CD9-30DC2F6668C6}" dt="2026-04-15T13:10:30.513" v="102" actId="9405"/>
          <ac:inkMkLst>
            <pc:docMk/>
            <pc:sldMk cId="3751135715" sldId="279"/>
            <ac:inkMk id="73" creationId="{849565D6-F9B8-AB0D-9015-A81334DD7BFB}"/>
          </ac:inkMkLst>
        </pc:inkChg>
        <pc:inkChg chg="add mod">
          <ac:chgData name="Bowen Cheek" userId="8fca192e-0677-4b46-9386-7af871cc0c0f" providerId="ADAL" clId="{A7C2DF13-9E9B-41A5-8CD9-30DC2F6668C6}" dt="2026-04-15T13:10:41.004" v="132"/>
          <ac:inkMkLst>
            <pc:docMk/>
            <pc:sldMk cId="3751135715" sldId="279"/>
            <ac:inkMk id="74" creationId="{625E700D-2716-6293-1802-08F291242395}"/>
          </ac:inkMkLst>
        </pc:inkChg>
        <pc:inkChg chg="add mod">
          <ac:chgData name="Bowen Cheek" userId="8fca192e-0677-4b46-9386-7af871cc0c0f" providerId="ADAL" clId="{A7C2DF13-9E9B-41A5-8CD9-30DC2F6668C6}" dt="2026-04-15T16:29:46.719" v="445"/>
          <ac:inkMkLst>
            <pc:docMk/>
            <pc:sldMk cId="3751135715" sldId="279"/>
            <ac:inkMk id="74" creationId="{FBD5C34B-2FF6-40AD-171E-EAFEF9CDB62C}"/>
          </ac:inkMkLst>
        </pc:inkChg>
        <pc:inkChg chg="add mod">
          <ac:chgData name="Bowen Cheek" userId="8fca192e-0677-4b46-9386-7af871cc0c0f" providerId="ADAL" clId="{A7C2DF13-9E9B-41A5-8CD9-30DC2F6668C6}" dt="2026-04-15T16:29:46.719" v="445"/>
          <ac:inkMkLst>
            <pc:docMk/>
            <pc:sldMk cId="3751135715" sldId="279"/>
            <ac:inkMk id="75" creationId="{09827D6F-F39D-AE79-3C4B-2ECFE3A15E9F}"/>
          </ac:inkMkLst>
        </pc:inkChg>
        <pc:inkChg chg="add mod">
          <ac:chgData name="Bowen Cheek" userId="8fca192e-0677-4b46-9386-7af871cc0c0f" providerId="ADAL" clId="{A7C2DF13-9E9B-41A5-8CD9-30DC2F6668C6}" dt="2026-04-15T13:10:41.004" v="132"/>
          <ac:inkMkLst>
            <pc:docMk/>
            <pc:sldMk cId="3751135715" sldId="279"/>
            <ac:inkMk id="75" creationId="{1AD81542-91D0-E375-ACD2-7265229733A6}"/>
          </ac:inkMkLst>
        </pc:inkChg>
        <pc:inkChg chg="add">
          <ac:chgData name="Bowen Cheek" userId="8fca192e-0677-4b46-9386-7af871cc0c0f" providerId="ADAL" clId="{A7C2DF13-9E9B-41A5-8CD9-30DC2F6668C6}" dt="2026-04-15T13:10:31.910" v="105" actId="9405"/>
          <ac:inkMkLst>
            <pc:docMk/>
            <pc:sldMk cId="3751135715" sldId="279"/>
            <ac:inkMk id="76" creationId="{5E61B78C-DD11-1523-AFB4-251F6F101DE6}"/>
          </ac:inkMkLst>
        </pc:inkChg>
        <pc:inkChg chg="add mod">
          <ac:chgData name="Bowen Cheek" userId="8fca192e-0677-4b46-9386-7af871cc0c0f" providerId="ADAL" clId="{A7C2DF13-9E9B-41A5-8CD9-30DC2F6668C6}" dt="2026-04-15T16:29:46.719" v="445"/>
          <ac:inkMkLst>
            <pc:docMk/>
            <pc:sldMk cId="3751135715" sldId="279"/>
            <ac:inkMk id="76" creationId="{F74853C5-4662-A372-FCB3-2EFCD047165F}"/>
          </ac:inkMkLst>
        </pc:inkChg>
        <pc:inkChg chg="add">
          <ac:chgData name="Bowen Cheek" userId="8fca192e-0677-4b46-9386-7af871cc0c0f" providerId="ADAL" clId="{A7C2DF13-9E9B-41A5-8CD9-30DC2F6668C6}" dt="2026-04-15T13:10:32.530" v="106" actId="9405"/>
          <ac:inkMkLst>
            <pc:docMk/>
            <pc:sldMk cId="3751135715" sldId="279"/>
            <ac:inkMk id="77" creationId="{071DC9B1-59AC-83A6-AFC6-E104936916CE}"/>
          </ac:inkMkLst>
        </pc:inkChg>
        <pc:inkChg chg="add mod">
          <ac:chgData name="Bowen Cheek" userId="8fca192e-0677-4b46-9386-7af871cc0c0f" providerId="ADAL" clId="{A7C2DF13-9E9B-41A5-8CD9-30DC2F6668C6}" dt="2026-04-15T16:29:46.719" v="445"/>
          <ac:inkMkLst>
            <pc:docMk/>
            <pc:sldMk cId="3751135715" sldId="279"/>
            <ac:inkMk id="77" creationId="{1F95C4FF-B97E-9722-6B4E-1E3088D56091}"/>
          </ac:inkMkLst>
        </pc:inkChg>
        <pc:inkChg chg="add mod">
          <ac:chgData name="Bowen Cheek" userId="8fca192e-0677-4b46-9386-7af871cc0c0f" providerId="ADAL" clId="{A7C2DF13-9E9B-41A5-8CD9-30DC2F6668C6}" dt="2026-04-15T16:29:46.719" v="445"/>
          <ac:inkMkLst>
            <pc:docMk/>
            <pc:sldMk cId="3751135715" sldId="279"/>
            <ac:inkMk id="78" creationId="{3E65872A-934C-532B-0F72-2D41B50367A8}"/>
          </ac:inkMkLst>
        </pc:inkChg>
        <pc:inkChg chg="add">
          <ac:chgData name="Bowen Cheek" userId="8fca192e-0677-4b46-9386-7af871cc0c0f" providerId="ADAL" clId="{A7C2DF13-9E9B-41A5-8CD9-30DC2F6668C6}" dt="2026-04-15T13:10:32.960" v="107" actId="9405"/>
          <ac:inkMkLst>
            <pc:docMk/>
            <pc:sldMk cId="3751135715" sldId="279"/>
            <ac:inkMk id="78" creationId="{A8D67E1B-EA7C-367B-96ED-17C9B692D0E4}"/>
          </ac:inkMkLst>
        </pc:inkChg>
        <pc:inkChg chg="add">
          <ac:chgData name="Bowen Cheek" userId="8fca192e-0677-4b46-9386-7af871cc0c0f" providerId="ADAL" clId="{A7C2DF13-9E9B-41A5-8CD9-30DC2F6668C6}" dt="2026-04-15T13:10:33.388" v="108" actId="9405"/>
          <ac:inkMkLst>
            <pc:docMk/>
            <pc:sldMk cId="3751135715" sldId="279"/>
            <ac:inkMk id="79" creationId="{3DD20475-5BD3-0BC6-3C2B-823A50C49393}"/>
          </ac:inkMkLst>
        </pc:inkChg>
        <pc:inkChg chg="add mod">
          <ac:chgData name="Bowen Cheek" userId="8fca192e-0677-4b46-9386-7af871cc0c0f" providerId="ADAL" clId="{A7C2DF13-9E9B-41A5-8CD9-30DC2F6668C6}" dt="2026-04-15T16:29:46.719" v="445"/>
          <ac:inkMkLst>
            <pc:docMk/>
            <pc:sldMk cId="3751135715" sldId="279"/>
            <ac:inkMk id="79" creationId="{99C106E1-D13F-FF7C-4C1D-18F22497ABAF}"/>
          </ac:inkMkLst>
        </pc:inkChg>
        <pc:inkChg chg="add">
          <ac:chgData name="Bowen Cheek" userId="8fca192e-0677-4b46-9386-7af871cc0c0f" providerId="ADAL" clId="{A7C2DF13-9E9B-41A5-8CD9-30DC2F6668C6}" dt="2026-04-15T13:10:33.688" v="109" actId="9405"/>
          <ac:inkMkLst>
            <pc:docMk/>
            <pc:sldMk cId="3751135715" sldId="279"/>
            <ac:inkMk id="80" creationId="{A37BA466-5BCB-45BA-6403-4A2BAE294368}"/>
          </ac:inkMkLst>
        </pc:inkChg>
        <pc:inkChg chg="add">
          <ac:chgData name="Bowen Cheek" userId="8fca192e-0677-4b46-9386-7af871cc0c0f" providerId="ADAL" clId="{A7C2DF13-9E9B-41A5-8CD9-30DC2F6668C6}" dt="2026-04-15T13:10:34.051" v="110" actId="9405"/>
          <ac:inkMkLst>
            <pc:docMk/>
            <pc:sldMk cId="3751135715" sldId="279"/>
            <ac:inkMk id="81" creationId="{E2403BED-163B-4A5C-0A75-500D8BBDA9D4}"/>
          </ac:inkMkLst>
        </pc:inkChg>
        <pc:inkChg chg="add mod">
          <ac:chgData name="Bowen Cheek" userId="8fca192e-0677-4b46-9386-7af871cc0c0f" providerId="ADAL" clId="{A7C2DF13-9E9B-41A5-8CD9-30DC2F6668C6}" dt="2026-04-15T16:30:27.242" v="459"/>
          <ac:inkMkLst>
            <pc:docMk/>
            <pc:sldMk cId="3751135715" sldId="279"/>
            <ac:inkMk id="81" creationId="{FBF8F9F1-16DB-7E1E-A0E7-80CFB6A436EE}"/>
          </ac:inkMkLst>
        </pc:inkChg>
        <pc:inkChg chg="add">
          <ac:chgData name="Bowen Cheek" userId="8fca192e-0677-4b46-9386-7af871cc0c0f" providerId="ADAL" clId="{A7C2DF13-9E9B-41A5-8CD9-30DC2F6668C6}" dt="2026-04-15T16:30:22.494" v="447" actId="9405"/>
          <ac:inkMkLst>
            <pc:docMk/>
            <pc:sldMk cId="3751135715" sldId="279"/>
            <ac:inkMk id="82" creationId="{A7EA34E3-F140-5DCC-F6E5-FCB9548AC6EA}"/>
          </ac:inkMkLst>
        </pc:inkChg>
        <pc:inkChg chg="add">
          <ac:chgData name="Bowen Cheek" userId="8fca192e-0677-4b46-9386-7af871cc0c0f" providerId="ADAL" clId="{A7C2DF13-9E9B-41A5-8CD9-30DC2F6668C6}" dt="2026-04-15T13:10:34.320" v="111" actId="9405"/>
          <ac:inkMkLst>
            <pc:docMk/>
            <pc:sldMk cId="3751135715" sldId="279"/>
            <ac:inkMk id="82" creationId="{DB20C640-BA46-8427-A09E-2F44F758B949}"/>
          </ac:inkMkLst>
        </pc:inkChg>
        <pc:inkChg chg="add mod">
          <ac:chgData name="Bowen Cheek" userId="8fca192e-0677-4b46-9386-7af871cc0c0f" providerId="ADAL" clId="{A7C2DF13-9E9B-41A5-8CD9-30DC2F6668C6}" dt="2026-04-15T16:30:27.242" v="459"/>
          <ac:inkMkLst>
            <pc:docMk/>
            <pc:sldMk cId="3751135715" sldId="279"/>
            <ac:inkMk id="83" creationId="{689051BF-299B-7DBE-DE58-922E35DE64D1}"/>
          </ac:inkMkLst>
        </pc:inkChg>
        <pc:inkChg chg="add">
          <ac:chgData name="Bowen Cheek" userId="8fca192e-0677-4b46-9386-7af871cc0c0f" providerId="ADAL" clId="{A7C2DF13-9E9B-41A5-8CD9-30DC2F6668C6}" dt="2026-04-15T13:10:34.516" v="112" actId="9405"/>
          <ac:inkMkLst>
            <pc:docMk/>
            <pc:sldMk cId="3751135715" sldId="279"/>
            <ac:inkMk id="83" creationId="{D2707D32-9EB0-CBA3-FB7A-873F0DE9FE2D}"/>
          </ac:inkMkLst>
        </pc:inkChg>
        <pc:inkChg chg="add mod">
          <ac:chgData name="Bowen Cheek" userId="8fca192e-0677-4b46-9386-7af871cc0c0f" providerId="ADAL" clId="{A7C2DF13-9E9B-41A5-8CD9-30DC2F6668C6}" dt="2026-04-15T16:30:27.242" v="459"/>
          <ac:inkMkLst>
            <pc:docMk/>
            <pc:sldMk cId="3751135715" sldId="279"/>
            <ac:inkMk id="84" creationId="{62693855-0BD6-9E16-1DAB-7AA33519E18F}"/>
          </ac:inkMkLst>
        </pc:inkChg>
        <pc:inkChg chg="add">
          <ac:chgData name="Bowen Cheek" userId="8fca192e-0677-4b46-9386-7af871cc0c0f" providerId="ADAL" clId="{A7C2DF13-9E9B-41A5-8CD9-30DC2F6668C6}" dt="2026-04-15T13:10:34.835" v="113" actId="9405"/>
          <ac:inkMkLst>
            <pc:docMk/>
            <pc:sldMk cId="3751135715" sldId="279"/>
            <ac:inkMk id="84" creationId="{CBFDC7A6-0E1D-01AB-D823-710A6946BE77}"/>
          </ac:inkMkLst>
        </pc:inkChg>
        <pc:inkChg chg="add">
          <ac:chgData name="Bowen Cheek" userId="8fca192e-0677-4b46-9386-7af871cc0c0f" providerId="ADAL" clId="{A7C2DF13-9E9B-41A5-8CD9-30DC2F6668C6}" dt="2026-04-15T13:10:35.260" v="114" actId="9405"/>
          <ac:inkMkLst>
            <pc:docMk/>
            <pc:sldMk cId="3751135715" sldId="279"/>
            <ac:inkMk id="85" creationId="{287D1086-A52A-E64A-C410-E01005272420}"/>
          </ac:inkMkLst>
        </pc:inkChg>
        <pc:inkChg chg="add mod">
          <ac:chgData name="Bowen Cheek" userId="8fca192e-0677-4b46-9386-7af871cc0c0f" providerId="ADAL" clId="{A7C2DF13-9E9B-41A5-8CD9-30DC2F6668C6}" dt="2026-04-15T16:30:27.242" v="459"/>
          <ac:inkMkLst>
            <pc:docMk/>
            <pc:sldMk cId="3751135715" sldId="279"/>
            <ac:inkMk id="85" creationId="{5DA19EE6-58A8-7206-5783-5596ACDADAB9}"/>
          </ac:inkMkLst>
        </pc:inkChg>
        <pc:inkChg chg="add mod">
          <ac:chgData name="Bowen Cheek" userId="8fca192e-0677-4b46-9386-7af871cc0c0f" providerId="ADAL" clId="{A7C2DF13-9E9B-41A5-8CD9-30DC2F6668C6}" dt="2026-04-15T16:30:27.242" v="459"/>
          <ac:inkMkLst>
            <pc:docMk/>
            <pc:sldMk cId="3751135715" sldId="279"/>
            <ac:inkMk id="86" creationId="{B78E7DD3-8AB6-06B0-5559-73C6E80EF6EA}"/>
          </ac:inkMkLst>
        </pc:inkChg>
        <pc:inkChg chg="add">
          <ac:chgData name="Bowen Cheek" userId="8fca192e-0677-4b46-9386-7af871cc0c0f" providerId="ADAL" clId="{A7C2DF13-9E9B-41A5-8CD9-30DC2F6668C6}" dt="2026-04-15T13:10:35.450" v="115" actId="9405"/>
          <ac:inkMkLst>
            <pc:docMk/>
            <pc:sldMk cId="3751135715" sldId="279"/>
            <ac:inkMk id="86" creationId="{E58D2B05-5D60-3D78-F64F-445D5E457357}"/>
          </ac:inkMkLst>
        </pc:inkChg>
        <pc:inkChg chg="add mod">
          <ac:chgData name="Bowen Cheek" userId="8fca192e-0677-4b46-9386-7af871cc0c0f" providerId="ADAL" clId="{A7C2DF13-9E9B-41A5-8CD9-30DC2F6668C6}" dt="2026-04-15T16:30:27.242" v="459"/>
          <ac:inkMkLst>
            <pc:docMk/>
            <pc:sldMk cId="3751135715" sldId="279"/>
            <ac:inkMk id="87" creationId="{A00DBEF8-95F0-F259-AE67-8801E13B4AB0}"/>
          </ac:inkMkLst>
        </pc:inkChg>
        <pc:inkChg chg="add mod">
          <ac:chgData name="Bowen Cheek" userId="8fca192e-0677-4b46-9386-7af871cc0c0f" providerId="ADAL" clId="{A7C2DF13-9E9B-41A5-8CD9-30DC2F6668C6}" dt="2026-04-15T13:16:31.065" v="185"/>
          <ac:inkMkLst>
            <pc:docMk/>
            <pc:sldMk cId="3751135715" sldId="279"/>
            <ac:inkMk id="87" creationId="{D7962247-F0B6-ED67-D6E6-72A4F4B6A691}"/>
          </ac:inkMkLst>
        </pc:inkChg>
        <pc:inkChg chg="add">
          <ac:chgData name="Bowen Cheek" userId="8fca192e-0677-4b46-9386-7af871cc0c0f" providerId="ADAL" clId="{A7C2DF13-9E9B-41A5-8CD9-30DC2F6668C6}" dt="2026-04-15T13:10:36.388" v="117" actId="9405"/>
          <ac:inkMkLst>
            <pc:docMk/>
            <pc:sldMk cId="3751135715" sldId="279"/>
            <ac:inkMk id="88" creationId="{353DD9AE-1F26-0433-E3C6-7ACAC542B9AB}"/>
          </ac:inkMkLst>
        </pc:inkChg>
        <pc:inkChg chg="add mod">
          <ac:chgData name="Bowen Cheek" userId="8fca192e-0677-4b46-9386-7af871cc0c0f" providerId="ADAL" clId="{A7C2DF13-9E9B-41A5-8CD9-30DC2F6668C6}" dt="2026-04-15T16:30:27.242" v="459"/>
          <ac:inkMkLst>
            <pc:docMk/>
            <pc:sldMk cId="3751135715" sldId="279"/>
            <ac:inkMk id="88" creationId="{AE5E01C5-5DA7-8398-85EA-D9E67C960BDE}"/>
          </ac:inkMkLst>
        </pc:inkChg>
        <pc:inkChg chg="add">
          <ac:chgData name="Bowen Cheek" userId="8fca192e-0677-4b46-9386-7af871cc0c0f" providerId="ADAL" clId="{A7C2DF13-9E9B-41A5-8CD9-30DC2F6668C6}" dt="2026-04-15T13:10:36.597" v="118" actId="9405"/>
          <ac:inkMkLst>
            <pc:docMk/>
            <pc:sldMk cId="3751135715" sldId="279"/>
            <ac:inkMk id="89" creationId="{299241CD-4760-E94E-72F0-7A2C320CD87C}"/>
          </ac:inkMkLst>
        </pc:inkChg>
        <pc:inkChg chg="add mod">
          <ac:chgData name="Bowen Cheek" userId="8fca192e-0677-4b46-9386-7af871cc0c0f" providerId="ADAL" clId="{A7C2DF13-9E9B-41A5-8CD9-30DC2F6668C6}" dt="2026-04-15T16:30:27.242" v="459"/>
          <ac:inkMkLst>
            <pc:docMk/>
            <pc:sldMk cId="3751135715" sldId="279"/>
            <ac:inkMk id="89" creationId="{C8930B7A-F141-4BF7-57BB-BE86C452A913}"/>
          </ac:inkMkLst>
        </pc:inkChg>
        <pc:inkChg chg="add">
          <ac:chgData name="Bowen Cheek" userId="8fca192e-0677-4b46-9386-7af871cc0c0f" providerId="ADAL" clId="{A7C2DF13-9E9B-41A5-8CD9-30DC2F6668C6}" dt="2026-04-15T13:10:36.724" v="119" actId="9405"/>
          <ac:inkMkLst>
            <pc:docMk/>
            <pc:sldMk cId="3751135715" sldId="279"/>
            <ac:inkMk id="90" creationId="{B0B9F192-33DE-8DE8-E938-FFED00BA504A}"/>
          </ac:inkMkLst>
        </pc:inkChg>
        <pc:inkChg chg="add">
          <ac:chgData name="Bowen Cheek" userId="8fca192e-0677-4b46-9386-7af871cc0c0f" providerId="ADAL" clId="{A7C2DF13-9E9B-41A5-8CD9-30DC2F6668C6}" dt="2026-04-15T16:30:25.340" v="455" actId="9405"/>
          <ac:inkMkLst>
            <pc:docMk/>
            <pc:sldMk cId="3751135715" sldId="279"/>
            <ac:inkMk id="90" creationId="{C1A9768A-B53A-D039-8D85-82D7B41F396E}"/>
          </ac:inkMkLst>
        </pc:inkChg>
        <pc:inkChg chg="add">
          <ac:chgData name="Bowen Cheek" userId="8fca192e-0677-4b46-9386-7af871cc0c0f" providerId="ADAL" clId="{A7C2DF13-9E9B-41A5-8CD9-30DC2F6668C6}" dt="2026-04-15T13:10:37.056" v="120" actId="9405"/>
          <ac:inkMkLst>
            <pc:docMk/>
            <pc:sldMk cId="3751135715" sldId="279"/>
            <ac:inkMk id="91" creationId="{4A7E42E6-D53F-EFCF-6B45-44DF14E1A01A}"/>
          </ac:inkMkLst>
        </pc:inkChg>
        <pc:inkChg chg="add">
          <ac:chgData name="Bowen Cheek" userId="8fca192e-0677-4b46-9386-7af871cc0c0f" providerId="ADAL" clId="{A7C2DF13-9E9B-41A5-8CD9-30DC2F6668C6}" dt="2026-04-15T16:30:25.577" v="456" actId="9405"/>
          <ac:inkMkLst>
            <pc:docMk/>
            <pc:sldMk cId="3751135715" sldId="279"/>
            <ac:inkMk id="91" creationId="{F986C359-ACE1-AE67-71AB-F5B762484182}"/>
          </ac:inkMkLst>
        </pc:inkChg>
        <pc:inkChg chg="add">
          <ac:chgData name="Bowen Cheek" userId="8fca192e-0677-4b46-9386-7af871cc0c0f" providerId="ADAL" clId="{A7C2DF13-9E9B-41A5-8CD9-30DC2F6668C6}" dt="2026-04-15T16:30:25.785" v="457" actId="9405"/>
          <ac:inkMkLst>
            <pc:docMk/>
            <pc:sldMk cId="3751135715" sldId="279"/>
            <ac:inkMk id="92" creationId="{D57A0B82-E40F-EFD1-3476-4F53581E64DD}"/>
          </ac:inkMkLst>
        </pc:inkChg>
        <pc:inkChg chg="add">
          <ac:chgData name="Bowen Cheek" userId="8fca192e-0677-4b46-9386-7af871cc0c0f" providerId="ADAL" clId="{A7C2DF13-9E9B-41A5-8CD9-30DC2F6668C6}" dt="2026-04-15T13:10:37.388" v="121" actId="9405"/>
          <ac:inkMkLst>
            <pc:docMk/>
            <pc:sldMk cId="3751135715" sldId="279"/>
            <ac:inkMk id="92" creationId="{E673588C-75B0-0111-9E9A-FC6D27E221D6}"/>
          </ac:inkMkLst>
        </pc:inkChg>
        <pc:inkChg chg="add mod">
          <ac:chgData name="Bowen Cheek" userId="8fca192e-0677-4b46-9386-7af871cc0c0f" providerId="ADAL" clId="{A7C2DF13-9E9B-41A5-8CD9-30DC2F6668C6}" dt="2026-04-15T16:30:27.242" v="459"/>
          <ac:inkMkLst>
            <pc:docMk/>
            <pc:sldMk cId="3751135715" sldId="279"/>
            <ac:inkMk id="93" creationId="{B581313C-A927-062B-E543-A199F5F7DF51}"/>
          </ac:inkMkLst>
        </pc:inkChg>
        <pc:inkChg chg="add mod">
          <ac:chgData name="Bowen Cheek" userId="8fca192e-0677-4b46-9386-7af871cc0c0f" providerId="ADAL" clId="{A7C2DF13-9E9B-41A5-8CD9-30DC2F6668C6}" dt="2026-04-15T13:16:31.065" v="185"/>
          <ac:inkMkLst>
            <pc:docMk/>
            <pc:sldMk cId="3751135715" sldId="279"/>
            <ac:inkMk id="93" creationId="{DBAC170F-2103-AEE6-5292-77047BB9B4FE}"/>
          </ac:inkMkLst>
        </pc:inkChg>
        <pc:inkChg chg="add">
          <ac:chgData name="Bowen Cheek" userId="8fca192e-0677-4b46-9386-7af871cc0c0f" providerId="ADAL" clId="{A7C2DF13-9E9B-41A5-8CD9-30DC2F6668C6}" dt="2026-04-15T13:10:38.058" v="123" actId="9405"/>
          <ac:inkMkLst>
            <pc:docMk/>
            <pc:sldMk cId="3751135715" sldId="279"/>
            <ac:inkMk id="94" creationId="{6B06E80C-221A-ACD6-CD9F-35137EAA3D28}"/>
          </ac:inkMkLst>
        </pc:inkChg>
        <pc:inkChg chg="add">
          <ac:chgData name="Bowen Cheek" userId="8fca192e-0677-4b46-9386-7af871cc0c0f" providerId="ADAL" clId="{A7C2DF13-9E9B-41A5-8CD9-30DC2F6668C6}" dt="2026-04-15T16:30:29.043" v="460" actId="9405"/>
          <ac:inkMkLst>
            <pc:docMk/>
            <pc:sldMk cId="3751135715" sldId="279"/>
            <ac:inkMk id="95" creationId="{25CADDF8-9F47-C8AD-D66E-5169038EF544}"/>
          </ac:inkMkLst>
        </pc:inkChg>
        <pc:inkChg chg="add">
          <ac:chgData name="Bowen Cheek" userId="8fca192e-0677-4b46-9386-7af871cc0c0f" providerId="ADAL" clId="{A7C2DF13-9E9B-41A5-8CD9-30DC2F6668C6}" dt="2026-04-15T13:10:38.169" v="124" actId="9405"/>
          <ac:inkMkLst>
            <pc:docMk/>
            <pc:sldMk cId="3751135715" sldId="279"/>
            <ac:inkMk id="95" creationId="{CCEE7D2B-3E2C-87B5-D791-0F66971C2780}"/>
          </ac:inkMkLst>
        </pc:inkChg>
        <pc:inkChg chg="add mod">
          <ac:chgData name="Bowen Cheek" userId="8fca192e-0677-4b46-9386-7af871cc0c0f" providerId="ADAL" clId="{A7C2DF13-9E9B-41A5-8CD9-30DC2F6668C6}" dt="2026-04-15T16:30:34.524" v="475"/>
          <ac:inkMkLst>
            <pc:docMk/>
            <pc:sldMk cId="3751135715" sldId="279"/>
            <ac:inkMk id="96" creationId="{357FA884-055F-4EBD-0A5C-AF516AC6AB27}"/>
          </ac:inkMkLst>
        </pc:inkChg>
        <pc:inkChg chg="add mod">
          <ac:chgData name="Bowen Cheek" userId="8fca192e-0677-4b46-9386-7af871cc0c0f" providerId="ADAL" clId="{A7C2DF13-9E9B-41A5-8CD9-30DC2F6668C6}" dt="2026-04-15T13:16:31.065" v="185"/>
          <ac:inkMkLst>
            <pc:docMk/>
            <pc:sldMk cId="3751135715" sldId="279"/>
            <ac:inkMk id="96" creationId="{6FCB2AB4-132F-659B-AF0D-767E177C940B}"/>
          </ac:inkMkLst>
        </pc:inkChg>
        <pc:inkChg chg="add">
          <ac:chgData name="Bowen Cheek" userId="8fca192e-0677-4b46-9386-7af871cc0c0f" providerId="ADAL" clId="{A7C2DF13-9E9B-41A5-8CD9-30DC2F6668C6}" dt="2026-04-15T13:10:39.407" v="126" actId="9405"/>
          <ac:inkMkLst>
            <pc:docMk/>
            <pc:sldMk cId="3751135715" sldId="279"/>
            <ac:inkMk id="97" creationId="{6741439D-C051-4C83-DFEE-27E88BF024A9}"/>
          </ac:inkMkLst>
        </pc:inkChg>
        <pc:inkChg chg="add mod">
          <ac:chgData name="Bowen Cheek" userId="8fca192e-0677-4b46-9386-7af871cc0c0f" providerId="ADAL" clId="{A7C2DF13-9E9B-41A5-8CD9-30DC2F6668C6}" dt="2026-04-15T16:30:34.524" v="475"/>
          <ac:inkMkLst>
            <pc:docMk/>
            <pc:sldMk cId="3751135715" sldId="279"/>
            <ac:inkMk id="97" creationId="{6BEC9A1E-C752-B84A-2A15-73D879C9DF2B}"/>
          </ac:inkMkLst>
        </pc:inkChg>
        <pc:inkChg chg="add">
          <ac:chgData name="Bowen Cheek" userId="8fca192e-0677-4b46-9386-7af871cc0c0f" providerId="ADAL" clId="{A7C2DF13-9E9B-41A5-8CD9-30DC2F6668C6}" dt="2026-04-15T16:30:30.106" v="463" actId="9405"/>
          <ac:inkMkLst>
            <pc:docMk/>
            <pc:sldMk cId="3751135715" sldId="279"/>
            <ac:inkMk id="98" creationId="{7766576F-B45D-0D72-F2EA-4C29D6448FA6}"/>
          </ac:inkMkLst>
        </pc:inkChg>
        <pc:inkChg chg="add">
          <ac:chgData name="Bowen Cheek" userId="8fca192e-0677-4b46-9386-7af871cc0c0f" providerId="ADAL" clId="{A7C2DF13-9E9B-41A5-8CD9-30DC2F6668C6}" dt="2026-04-15T13:10:39.537" v="127" actId="9405"/>
          <ac:inkMkLst>
            <pc:docMk/>
            <pc:sldMk cId="3751135715" sldId="279"/>
            <ac:inkMk id="98" creationId="{FEF23B0D-47A0-9A6E-C6EC-1B58F51DB255}"/>
          </ac:inkMkLst>
        </pc:inkChg>
        <pc:inkChg chg="add">
          <ac:chgData name="Bowen Cheek" userId="8fca192e-0677-4b46-9386-7af871cc0c0f" providerId="ADAL" clId="{A7C2DF13-9E9B-41A5-8CD9-30DC2F6668C6}" dt="2026-04-15T13:10:39.871" v="128" actId="9405"/>
          <ac:inkMkLst>
            <pc:docMk/>
            <pc:sldMk cId="3751135715" sldId="279"/>
            <ac:inkMk id="99" creationId="{80549BA7-3729-7CDD-E96B-27EE8C1DEB72}"/>
          </ac:inkMkLst>
        </pc:inkChg>
        <pc:inkChg chg="add">
          <ac:chgData name="Bowen Cheek" userId="8fca192e-0677-4b46-9386-7af871cc0c0f" providerId="ADAL" clId="{A7C2DF13-9E9B-41A5-8CD9-30DC2F6668C6}" dt="2026-04-15T16:30:30.692" v="464" actId="9405"/>
          <ac:inkMkLst>
            <pc:docMk/>
            <pc:sldMk cId="3751135715" sldId="279"/>
            <ac:inkMk id="99" creationId="{CAB7405A-8F95-C88A-89F4-3124DEC0C1C7}"/>
          </ac:inkMkLst>
        </pc:inkChg>
        <pc:inkChg chg="add mod">
          <ac:chgData name="Bowen Cheek" userId="8fca192e-0677-4b46-9386-7af871cc0c0f" providerId="ADAL" clId="{A7C2DF13-9E9B-41A5-8CD9-30DC2F6668C6}" dt="2026-04-15T13:16:31.065" v="185"/>
          <ac:inkMkLst>
            <pc:docMk/>
            <pc:sldMk cId="3751135715" sldId="279"/>
            <ac:inkMk id="100" creationId="{064BD7DD-DFDF-A82B-A6C6-431742ABBA2B}"/>
          </ac:inkMkLst>
        </pc:inkChg>
        <pc:inkChg chg="add mod">
          <ac:chgData name="Bowen Cheek" userId="8fca192e-0677-4b46-9386-7af871cc0c0f" providerId="ADAL" clId="{A7C2DF13-9E9B-41A5-8CD9-30DC2F6668C6}" dt="2026-04-15T16:30:34.524" v="475"/>
          <ac:inkMkLst>
            <pc:docMk/>
            <pc:sldMk cId="3751135715" sldId="279"/>
            <ac:inkMk id="100" creationId="{7AAA7805-5874-BC84-A870-D94DEEF1049E}"/>
          </ac:inkMkLst>
        </pc:inkChg>
        <pc:inkChg chg="add">
          <ac:chgData name="Bowen Cheek" userId="8fca192e-0677-4b46-9386-7af871cc0c0f" providerId="ADAL" clId="{A7C2DF13-9E9B-41A5-8CD9-30DC2F6668C6}" dt="2026-04-15T13:10:40.362" v="130" actId="9405"/>
          <ac:inkMkLst>
            <pc:docMk/>
            <pc:sldMk cId="3751135715" sldId="279"/>
            <ac:inkMk id="101" creationId="{5BA17B0F-8BCC-4400-FF66-84C20CCE7C8A}"/>
          </ac:inkMkLst>
        </pc:inkChg>
        <pc:inkChg chg="add mod">
          <ac:chgData name="Bowen Cheek" userId="8fca192e-0677-4b46-9386-7af871cc0c0f" providerId="ADAL" clId="{A7C2DF13-9E9B-41A5-8CD9-30DC2F6668C6}" dt="2026-04-15T16:30:34.524" v="475"/>
          <ac:inkMkLst>
            <pc:docMk/>
            <pc:sldMk cId="3751135715" sldId="279"/>
            <ac:inkMk id="101" creationId="{D5CEADBE-BCC1-EA1F-6425-5DCED5002011}"/>
          </ac:inkMkLst>
        </pc:inkChg>
        <pc:inkChg chg="add">
          <ac:chgData name="Bowen Cheek" userId="8fca192e-0677-4b46-9386-7af871cc0c0f" providerId="ADAL" clId="{A7C2DF13-9E9B-41A5-8CD9-30DC2F6668C6}" dt="2026-04-15T16:30:31.548" v="467" actId="9405"/>
          <ac:inkMkLst>
            <pc:docMk/>
            <pc:sldMk cId="3751135715" sldId="279"/>
            <ac:inkMk id="102" creationId="{331AA8F4-5B9A-DE74-D1ED-9C8BC208DC1A}"/>
          </ac:inkMkLst>
        </pc:inkChg>
        <pc:inkChg chg="add">
          <ac:chgData name="Bowen Cheek" userId="8fca192e-0677-4b46-9386-7af871cc0c0f" providerId="ADAL" clId="{A7C2DF13-9E9B-41A5-8CD9-30DC2F6668C6}" dt="2026-04-15T13:10:40.490" v="131" actId="9405"/>
          <ac:inkMkLst>
            <pc:docMk/>
            <pc:sldMk cId="3751135715" sldId="279"/>
            <ac:inkMk id="102" creationId="{3813D831-E0C2-C740-AB89-5EDE6B25A89D}"/>
          </ac:inkMkLst>
        </pc:inkChg>
        <pc:inkChg chg="add mod">
          <ac:chgData name="Bowen Cheek" userId="8fca192e-0677-4b46-9386-7af871cc0c0f" providerId="ADAL" clId="{A7C2DF13-9E9B-41A5-8CD9-30DC2F6668C6}" dt="2026-04-15T16:30:34.524" v="475"/>
          <ac:inkMkLst>
            <pc:docMk/>
            <pc:sldMk cId="3751135715" sldId="279"/>
            <ac:inkMk id="103" creationId="{4DC1AA7D-AC2F-CC04-9309-7EA677F62125}"/>
          </ac:inkMkLst>
        </pc:inkChg>
        <pc:inkChg chg="add mod">
          <ac:chgData name="Bowen Cheek" userId="8fca192e-0677-4b46-9386-7af871cc0c0f" providerId="ADAL" clId="{A7C2DF13-9E9B-41A5-8CD9-30DC2F6668C6}" dt="2026-04-15T16:30:34.524" v="475"/>
          <ac:inkMkLst>
            <pc:docMk/>
            <pc:sldMk cId="3751135715" sldId="279"/>
            <ac:inkMk id="104" creationId="{C252444F-6380-773F-AFA6-BEE5C8FC93C8}"/>
          </ac:inkMkLst>
        </pc:inkChg>
        <pc:inkChg chg="add mod">
          <ac:chgData name="Bowen Cheek" userId="8fca192e-0677-4b46-9386-7af871cc0c0f" providerId="ADAL" clId="{A7C2DF13-9E9B-41A5-8CD9-30DC2F6668C6}" dt="2026-04-15T16:30:34.524" v="475"/>
          <ac:inkMkLst>
            <pc:docMk/>
            <pc:sldMk cId="3751135715" sldId="279"/>
            <ac:inkMk id="105" creationId="{DA8A9F3E-1539-CB54-9242-0D759D5679FF}"/>
          </ac:inkMkLst>
        </pc:inkChg>
        <pc:inkChg chg="add">
          <ac:chgData name="Bowen Cheek" userId="8fca192e-0677-4b46-9386-7af871cc0c0f" providerId="ADAL" clId="{A7C2DF13-9E9B-41A5-8CD9-30DC2F6668C6}" dt="2026-04-15T16:30:32.677" v="471" actId="9405"/>
          <ac:inkMkLst>
            <pc:docMk/>
            <pc:sldMk cId="3751135715" sldId="279"/>
            <ac:inkMk id="106" creationId="{537F882D-5DD5-A76C-B9F6-B483793689AE}"/>
          </ac:inkMkLst>
        </pc:inkChg>
        <pc:inkChg chg="add mod">
          <ac:chgData name="Bowen Cheek" userId="8fca192e-0677-4b46-9386-7af871cc0c0f" providerId="ADAL" clId="{A7C2DF13-9E9B-41A5-8CD9-30DC2F6668C6}" dt="2026-04-15T16:30:34.524" v="475"/>
          <ac:inkMkLst>
            <pc:docMk/>
            <pc:sldMk cId="3751135715" sldId="279"/>
            <ac:inkMk id="107" creationId="{5BCD247E-B8EC-95B2-DA5B-0BB19E4DF0AF}"/>
          </ac:inkMkLst>
        </pc:inkChg>
        <pc:inkChg chg="add">
          <ac:chgData name="Bowen Cheek" userId="8fca192e-0677-4b46-9386-7af871cc0c0f" providerId="ADAL" clId="{A7C2DF13-9E9B-41A5-8CD9-30DC2F6668C6}" dt="2026-04-15T13:11:17.429" v="133" actId="9405"/>
          <ac:inkMkLst>
            <pc:docMk/>
            <pc:sldMk cId="3751135715" sldId="279"/>
            <ac:inkMk id="108" creationId="{3ABDC277-125E-2371-210B-B876017ED6C4}"/>
          </ac:inkMkLst>
        </pc:inkChg>
        <pc:inkChg chg="add">
          <ac:chgData name="Bowen Cheek" userId="8fca192e-0677-4b46-9386-7af871cc0c0f" providerId="ADAL" clId="{A7C2DF13-9E9B-41A5-8CD9-30DC2F6668C6}" dt="2026-04-15T16:30:33.109" v="473" actId="9405"/>
          <ac:inkMkLst>
            <pc:docMk/>
            <pc:sldMk cId="3751135715" sldId="279"/>
            <ac:inkMk id="108" creationId="{466F2F59-59C5-6A2F-AD13-A1EE82CFA708}"/>
          </ac:inkMkLst>
        </pc:inkChg>
        <pc:inkChg chg="add">
          <ac:chgData name="Bowen Cheek" userId="8fca192e-0677-4b46-9386-7af871cc0c0f" providerId="ADAL" clId="{A7C2DF13-9E9B-41A5-8CD9-30DC2F6668C6}" dt="2026-04-15T13:13:15.269" v="134" actId="9405"/>
          <ac:inkMkLst>
            <pc:docMk/>
            <pc:sldMk cId="3751135715" sldId="279"/>
            <ac:inkMk id="109" creationId="{0DAAF294-8EFB-822C-041F-142B714650F6}"/>
          </ac:inkMkLst>
        </pc:inkChg>
        <pc:inkChg chg="add mod">
          <ac:chgData name="Bowen Cheek" userId="8fca192e-0677-4b46-9386-7af871cc0c0f" providerId="ADAL" clId="{A7C2DF13-9E9B-41A5-8CD9-30DC2F6668C6}" dt="2026-04-15T16:30:34.524" v="475"/>
          <ac:inkMkLst>
            <pc:docMk/>
            <pc:sldMk cId="3751135715" sldId="279"/>
            <ac:inkMk id="109" creationId="{30100EBE-96A2-000A-E4D5-DA9160E8810C}"/>
          </ac:inkMkLst>
        </pc:inkChg>
        <pc:inkChg chg="add mod">
          <ac:chgData name="Bowen Cheek" userId="8fca192e-0677-4b46-9386-7af871cc0c0f" providerId="ADAL" clId="{A7C2DF13-9E9B-41A5-8CD9-30DC2F6668C6}" dt="2026-04-15T13:14:27.497" v="142"/>
          <ac:inkMkLst>
            <pc:docMk/>
            <pc:sldMk cId="3751135715" sldId="279"/>
            <ac:inkMk id="110" creationId="{70B5EADD-1B26-C324-68FF-3F5F4307F018}"/>
          </ac:inkMkLst>
        </pc:inkChg>
        <pc:inkChg chg="add mod">
          <ac:chgData name="Bowen Cheek" userId="8fca192e-0677-4b46-9386-7af871cc0c0f" providerId="ADAL" clId="{A7C2DF13-9E9B-41A5-8CD9-30DC2F6668C6}" dt="2026-04-15T13:14:27.497" v="142"/>
          <ac:inkMkLst>
            <pc:docMk/>
            <pc:sldMk cId="3751135715" sldId="279"/>
            <ac:inkMk id="111" creationId="{5ACC67B6-1953-72BD-CD1D-EEB318B98821}"/>
          </ac:inkMkLst>
        </pc:inkChg>
        <pc:inkChg chg="add">
          <ac:chgData name="Bowen Cheek" userId="8fca192e-0677-4b46-9386-7af871cc0c0f" providerId="ADAL" clId="{A7C2DF13-9E9B-41A5-8CD9-30DC2F6668C6}" dt="2026-04-15T16:30:55.927" v="476" actId="9405"/>
          <ac:inkMkLst>
            <pc:docMk/>
            <pc:sldMk cId="3751135715" sldId="279"/>
            <ac:inkMk id="111" creationId="{5C56FB29-A5FF-ACE8-26F9-9D0A7B6FB0E3}"/>
          </ac:inkMkLst>
        </pc:inkChg>
        <pc:inkChg chg="add mod">
          <ac:chgData name="Bowen Cheek" userId="8fca192e-0677-4b46-9386-7af871cc0c0f" providerId="ADAL" clId="{A7C2DF13-9E9B-41A5-8CD9-30DC2F6668C6}" dt="2026-04-15T13:14:27.497" v="142"/>
          <ac:inkMkLst>
            <pc:docMk/>
            <pc:sldMk cId="3751135715" sldId="279"/>
            <ac:inkMk id="112" creationId="{1B33B40B-8F26-A365-1840-2452A660C4D6}"/>
          </ac:inkMkLst>
        </pc:inkChg>
        <pc:inkChg chg="add mod">
          <ac:chgData name="Bowen Cheek" userId="8fca192e-0677-4b46-9386-7af871cc0c0f" providerId="ADAL" clId="{A7C2DF13-9E9B-41A5-8CD9-30DC2F6668C6}" dt="2026-04-15T13:14:27.497" v="142"/>
          <ac:inkMkLst>
            <pc:docMk/>
            <pc:sldMk cId="3751135715" sldId="279"/>
            <ac:inkMk id="113" creationId="{5A3A9701-0BB1-00C3-4AC3-96FDD441BC51}"/>
          </ac:inkMkLst>
        </pc:inkChg>
        <pc:inkChg chg="add mod">
          <ac:chgData name="Bowen Cheek" userId="8fca192e-0677-4b46-9386-7af871cc0c0f" providerId="ADAL" clId="{A7C2DF13-9E9B-41A5-8CD9-30DC2F6668C6}" dt="2026-04-15T13:14:27.497" v="142"/>
          <ac:inkMkLst>
            <pc:docMk/>
            <pc:sldMk cId="3751135715" sldId="279"/>
            <ac:inkMk id="114" creationId="{27E67A24-7888-AB83-B6C3-132D898BFC00}"/>
          </ac:inkMkLst>
        </pc:inkChg>
        <pc:inkChg chg="add mod">
          <ac:chgData name="Bowen Cheek" userId="8fca192e-0677-4b46-9386-7af871cc0c0f" providerId="ADAL" clId="{A7C2DF13-9E9B-41A5-8CD9-30DC2F6668C6}" dt="2026-04-15T13:14:27.497" v="142"/>
          <ac:inkMkLst>
            <pc:docMk/>
            <pc:sldMk cId="3751135715" sldId="279"/>
            <ac:inkMk id="115" creationId="{103BD486-96D0-91DC-4CBB-4A8B3365B31D}"/>
          </ac:inkMkLst>
        </pc:inkChg>
        <pc:inkChg chg="add mod">
          <ac:chgData name="Bowen Cheek" userId="8fca192e-0677-4b46-9386-7af871cc0c0f" providerId="ADAL" clId="{A7C2DF13-9E9B-41A5-8CD9-30DC2F6668C6}" dt="2026-04-15T13:14:27.497" v="142"/>
          <ac:inkMkLst>
            <pc:docMk/>
            <pc:sldMk cId="3751135715" sldId="279"/>
            <ac:inkMk id="116" creationId="{5F314354-BAA6-E2A1-52FE-C20B5CFBDA35}"/>
          </ac:inkMkLst>
        </pc:inkChg>
        <pc:inkChg chg="add mod">
          <ac:chgData name="Bowen Cheek" userId="8fca192e-0677-4b46-9386-7af871cc0c0f" providerId="ADAL" clId="{A7C2DF13-9E9B-41A5-8CD9-30DC2F6668C6}" dt="2026-04-15T13:15:06.264" v="157"/>
          <ac:inkMkLst>
            <pc:docMk/>
            <pc:sldMk cId="3751135715" sldId="279"/>
            <ac:inkMk id="118" creationId="{136F0EBF-2BF8-1679-B9CC-57E5DB50272A}"/>
          </ac:inkMkLst>
        </pc:inkChg>
        <pc:inkChg chg="add mod">
          <ac:chgData name="Bowen Cheek" userId="8fca192e-0677-4b46-9386-7af871cc0c0f" providerId="ADAL" clId="{A7C2DF13-9E9B-41A5-8CD9-30DC2F6668C6}" dt="2026-04-15T13:15:06.264" v="157"/>
          <ac:inkMkLst>
            <pc:docMk/>
            <pc:sldMk cId="3751135715" sldId="279"/>
            <ac:inkMk id="119" creationId="{D71CDF76-A555-AC02-9392-104D1DC25246}"/>
          </ac:inkMkLst>
        </pc:inkChg>
        <pc:inkChg chg="add">
          <ac:chgData name="Bowen Cheek" userId="8fca192e-0677-4b46-9386-7af871cc0c0f" providerId="ADAL" clId="{A7C2DF13-9E9B-41A5-8CD9-30DC2F6668C6}" dt="2026-04-15T13:15:02.301" v="146" actId="9405"/>
          <ac:inkMkLst>
            <pc:docMk/>
            <pc:sldMk cId="3751135715" sldId="279"/>
            <ac:inkMk id="121" creationId="{955CF6A5-E7E8-C3B1-0E43-1F9D25A2A639}"/>
          </ac:inkMkLst>
        </pc:inkChg>
        <pc:inkChg chg="add mod">
          <ac:chgData name="Bowen Cheek" userId="8fca192e-0677-4b46-9386-7af871cc0c0f" providerId="ADAL" clId="{A7C2DF13-9E9B-41A5-8CD9-30DC2F6668C6}" dt="2026-04-15T13:15:06.264" v="157"/>
          <ac:inkMkLst>
            <pc:docMk/>
            <pc:sldMk cId="3751135715" sldId="279"/>
            <ac:inkMk id="122" creationId="{5B7B4868-CBEB-4A4C-D14B-A68D0DA1A0ED}"/>
          </ac:inkMkLst>
        </pc:inkChg>
        <pc:inkChg chg="add mod">
          <ac:chgData name="Bowen Cheek" userId="8fca192e-0677-4b46-9386-7af871cc0c0f" providerId="ADAL" clId="{A7C2DF13-9E9B-41A5-8CD9-30DC2F6668C6}" dt="2026-04-15T13:15:06.264" v="157"/>
          <ac:inkMkLst>
            <pc:docMk/>
            <pc:sldMk cId="3751135715" sldId="279"/>
            <ac:inkMk id="123" creationId="{2F39E3C3-F102-7E2D-F2D1-1204E991840E}"/>
          </ac:inkMkLst>
        </pc:inkChg>
        <pc:inkChg chg="add">
          <ac:chgData name="Bowen Cheek" userId="8fca192e-0677-4b46-9386-7af871cc0c0f" providerId="ADAL" clId="{A7C2DF13-9E9B-41A5-8CD9-30DC2F6668C6}" dt="2026-04-15T13:15:02.983" v="149" actId="9405"/>
          <ac:inkMkLst>
            <pc:docMk/>
            <pc:sldMk cId="3751135715" sldId="279"/>
            <ac:inkMk id="124" creationId="{2B9F8780-F459-786B-CEFB-B7638B909C1B}"/>
          </ac:inkMkLst>
        </pc:inkChg>
        <pc:inkChg chg="add mod">
          <ac:chgData name="Bowen Cheek" userId="8fca192e-0677-4b46-9386-7af871cc0c0f" providerId="ADAL" clId="{A7C2DF13-9E9B-41A5-8CD9-30DC2F6668C6}" dt="2026-04-15T13:15:06.264" v="157"/>
          <ac:inkMkLst>
            <pc:docMk/>
            <pc:sldMk cId="3751135715" sldId="279"/>
            <ac:inkMk id="125" creationId="{DE9DB116-4107-002A-E6EA-2B71C516860C}"/>
          </ac:inkMkLst>
        </pc:inkChg>
        <pc:inkChg chg="add">
          <ac:chgData name="Bowen Cheek" userId="8fca192e-0677-4b46-9386-7af871cc0c0f" providerId="ADAL" clId="{A7C2DF13-9E9B-41A5-8CD9-30DC2F6668C6}" dt="2026-04-15T13:15:03.317" v="151" actId="9405"/>
          <ac:inkMkLst>
            <pc:docMk/>
            <pc:sldMk cId="3751135715" sldId="279"/>
            <ac:inkMk id="126" creationId="{C997DB28-1177-4003-9EF9-2754ABFA3A71}"/>
          </ac:inkMkLst>
        </pc:inkChg>
        <pc:inkChg chg="add mod">
          <ac:chgData name="Bowen Cheek" userId="8fca192e-0677-4b46-9386-7af871cc0c0f" providerId="ADAL" clId="{A7C2DF13-9E9B-41A5-8CD9-30DC2F6668C6}" dt="2026-04-15T13:15:06.264" v="157"/>
          <ac:inkMkLst>
            <pc:docMk/>
            <pc:sldMk cId="3751135715" sldId="279"/>
            <ac:inkMk id="127" creationId="{082AC4B4-1A6B-49EC-717E-2F501F877865}"/>
          </ac:inkMkLst>
        </pc:inkChg>
        <pc:inkChg chg="add">
          <ac:chgData name="Bowen Cheek" userId="8fca192e-0677-4b46-9386-7af871cc0c0f" providerId="ADAL" clId="{A7C2DF13-9E9B-41A5-8CD9-30DC2F6668C6}" dt="2026-04-15T13:15:04.129" v="153" actId="9405"/>
          <ac:inkMkLst>
            <pc:docMk/>
            <pc:sldMk cId="3751135715" sldId="279"/>
            <ac:inkMk id="128" creationId="{88ABC006-DDE0-F657-120F-2627D7E0FAB3}"/>
          </ac:inkMkLst>
        </pc:inkChg>
        <pc:inkChg chg="add mod">
          <ac:chgData name="Bowen Cheek" userId="8fca192e-0677-4b46-9386-7af871cc0c0f" providerId="ADAL" clId="{A7C2DF13-9E9B-41A5-8CD9-30DC2F6668C6}" dt="2026-04-15T13:15:06.264" v="157"/>
          <ac:inkMkLst>
            <pc:docMk/>
            <pc:sldMk cId="3751135715" sldId="279"/>
            <ac:inkMk id="129" creationId="{13242305-3BF6-07A6-CD18-671DE90C50CC}"/>
          </ac:inkMkLst>
        </pc:inkChg>
        <pc:inkChg chg="add">
          <ac:chgData name="Bowen Cheek" userId="8fca192e-0677-4b46-9386-7af871cc0c0f" providerId="ADAL" clId="{A7C2DF13-9E9B-41A5-8CD9-30DC2F6668C6}" dt="2026-04-15T13:15:05.163" v="155" actId="9405"/>
          <ac:inkMkLst>
            <pc:docMk/>
            <pc:sldMk cId="3751135715" sldId="279"/>
            <ac:inkMk id="130" creationId="{18F6922E-A066-1D36-60EE-E76D20FF7131}"/>
          </ac:inkMkLst>
        </pc:inkChg>
        <pc:inkChg chg="add mod">
          <ac:chgData name="Bowen Cheek" userId="8fca192e-0677-4b46-9386-7af871cc0c0f" providerId="ADAL" clId="{A7C2DF13-9E9B-41A5-8CD9-30DC2F6668C6}" dt="2026-04-15T13:15:06.264" v="157"/>
          <ac:inkMkLst>
            <pc:docMk/>
            <pc:sldMk cId="3751135715" sldId="279"/>
            <ac:inkMk id="131" creationId="{FA698679-21B7-96C6-BECC-6A7B754B3401}"/>
          </ac:inkMkLst>
        </pc:inkChg>
        <pc:inkChg chg="add mod">
          <ac:chgData name="Bowen Cheek" userId="8fca192e-0677-4b46-9386-7af871cc0c0f" providerId="ADAL" clId="{A7C2DF13-9E9B-41A5-8CD9-30DC2F6668C6}" dt="2026-04-15T13:15:19.963" v="162"/>
          <ac:inkMkLst>
            <pc:docMk/>
            <pc:sldMk cId="3751135715" sldId="279"/>
            <ac:inkMk id="133" creationId="{5918DD3C-1236-3133-C6EF-F110BE36F573}"/>
          </ac:inkMkLst>
        </pc:inkChg>
        <pc:inkChg chg="add mod">
          <ac:chgData name="Bowen Cheek" userId="8fca192e-0677-4b46-9386-7af871cc0c0f" providerId="ADAL" clId="{A7C2DF13-9E9B-41A5-8CD9-30DC2F6668C6}" dt="2026-04-15T13:15:19.963" v="162"/>
          <ac:inkMkLst>
            <pc:docMk/>
            <pc:sldMk cId="3751135715" sldId="279"/>
            <ac:inkMk id="134" creationId="{84D76E71-EFB4-0774-8CB1-F5A298F7E602}"/>
          </ac:inkMkLst>
        </pc:inkChg>
        <pc:inkChg chg="add mod">
          <ac:chgData name="Bowen Cheek" userId="8fca192e-0677-4b46-9386-7af871cc0c0f" providerId="ADAL" clId="{A7C2DF13-9E9B-41A5-8CD9-30DC2F6668C6}" dt="2026-04-15T13:15:19.963" v="162"/>
          <ac:inkMkLst>
            <pc:docMk/>
            <pc:sldMk cId="3751135715" sldId="279"/>
            <ac:inkMk id="136" creationId="{9F928A0A-3D49-3353-B755-4372A9A793A9}"/>
          </ac:inkMkLst>
        </pc:inkChg>
        <pc:inkChg chg="add">
          <ac:chgData name="Bowen Cheek" userId="8fca192e-0677-4b46-9386-7af871cc0c0f" providerId="ADAL" clId="{A7C2DF13-9E9B-41A5-8CD9-30DC2F6668C6}" dt="2026-04-15T13:15:21.908" v="163" actId="9405"/>
          <ac:inkMkLst>
            <pc:docMk/>
            <pc:sldMk cId="3751135715" sldId="279"/>
            <ac:inkMk id="138" creationId="{387576E7-BA8F-857B-5ED5-538258E9C961}"/>
          </ac:inkMkLst>
        </pc:inkChg>
        <pc:inkChg chg="add mod">
          <ac:chgData name="Bowen Cheek" userId="8fca192e-0677-4b46-9386-7af871cc0c0f" providerId="ADAL" clId="{A7C2DF13-9E9B-41A5-8CD9-30DC2F6668C6}" dt="2026-04-15T13:15:34.796" v="182"/>
          <ac:inkMkLst>
            <pc:docMk/>
            <pc:sldMk cId="3751135715" sldId="279"/>
            <ac:inkMk id="139" creationId="{325FB706-2C6E-6F56-4893-CFA4AE9BD164}"/>
          </ac:inkMkLst>
        </pc:inkChg>
        <pc:inkChg chg="add mod">
          <ac:chgData name="Bowen Cheek" userId="8fca192e-0677-4b46-9386-7af871cc0c0f" providerId="ADAL" clId="{A7C2DF13-9E9B-41A5-8CD9-30DC2F6668C6}" dt="2026-04-15T13:15:34.796" v="182"/>
          <ac:inkMkLst>
            <pc:docMk/>
            <pc:sldMk cId="3751135715" sldId="279"/>
            <ac:inkMk id="140" creationId="{CB979A32-B498-1808-4E5F-558B980F7079}"/>
          </ac:inkMkLst>
        </pc:inkChg>
        <pc:inkChg chg="add">
          <ac:chgData name="Bowen Cheek" userId="8fca192e-0677-4b46-9386-7af871cc0c0f" providerId="ADAL" clId="{A7C2DF13-9E9B-41A5-8CD9-30DC2F6668C6}" dt="2026-04-15T13:15:27.799" v="166" actId="9405"/>
          <ac:inkMkLst>
            <pc:docMk/>
            <pc:sldMk cId="3751135715" sldId="279"/>
            <ac:inkMk id="141" creationId="{9FC0DEF1-C6F4-DE08-C87D-73AA9F3201EB}"/>
          </ac:inkMkLst>
        </pc:inkChg>
        <pc:inkChg chg="add mod">
          <ac:chgData name="Bowen Cheek" userId="8fca192e-0677-4b46-9386-7af871cc0c0f" providerId="ADAL" clId="{A7C2DF13-9E9B-41A5-8CD9-30DC2F6668C6}" dt="2026-04-15T13:15:34.796" v="182"/>
          <ac:inkMkLst>
            <pc:docMk/>
            <pc:sldMk cId="3751135715" sldId="279"/>
            <ac:inkMk id="142" creationId="{A57B5E80-81A3-BCD0-319D-A81D448C3ED1}"/>
          </ac:inkMkLst>
        </pc:inkChg>
        <pc:inkChg chg="add mod">
          <ac:chgData name="Bowen Cheek" userId="8fca192e-0677-4b46-9386-7af871cc0c0f" providerId="ADAL" clId="{A7C2DF13-9E9B-41A5-8CD9-30DC2F6668C6}" dt="2026-04-15T13:15:34.796" v="182"/>
          <ac:inkMkLst>
            <pc:docMk/>
            <pc:sldMk cId="3751135715" sldId="279"/>
            <ac:inkMk id="143" creationId="{57BD2592-515E-8D9A-38C7-1E6A42BE8595}"/>
          </ac:inkMkLst>
        </pc:inkChg>
        <pc:inkChg chg="add mod">
          <ac:chgData name="Bowen Cheek" userId="8fca192e-0677-4b46-9386-7af871cc0c0f" providerId="ADAL" clId="{A7C2DF13-9E9B-41A5-8CD9-30DC2F6668C6}" dt="2026-04-15T13:15:34.796" v="182"/>
          <ac:inkMkLst>
            <pc:docMk/>
            <pc:sldMk cId="3751135715" sldId="279"/>
            <ac:inkMk id="144" creationId="{EE442591-7E02-F41E-4D9E-DA3A3A74B294}"/>
          </ac:inkMkLst>
        </pc:inkChg>
        <pc:inkChg chg="add mod">
          <ac:chgData name="Bowen Cheek" userId="8fca192e-0677-4b46-9386-7af871cc0c0f" providerId="ADAL" clId="{A7C2DF13-9E9B-41A5-8CD9-30DC2F6668C6}" dt="2026-04-15T13:15:34.796" v="182"/>
          <ac:inkMkLst>
            <pc:docMk/>
            <pc:sldMk cId="3751135715" sldId="279"/>
            <ac:inkMk id="145" creationId="{1090FE90-8320-49AB-4F68-BF53F327AEE0}"/>
          </ac:inkMkLst>
        </pc:inkChg>
        <pc:inkChg chg="add mod">
          <ac:chgData name="Bowen Cheek" userId="8fca192e-0677-4b46-9386-7af871cc0c0f" providerId="ADAL" clId="{A7C2DF13-9E9B-41A5-8CD9-30DC2F6668C6}" dt="2026-04-15T13:15:34.796" v="182"/>
          <ac:inkMkLst>
            <pc:docMk/>
            <pc:sldMk cId="3751135715" sldId="279"/>
            <ac:inkMk id="146" creationId="{60CAA7D2-5872-CF3B-A23A-444E03AD5784}"/>
          </ac:inkMkLst>
        </pc:inkChg>
        <pc:inkChg chg="add">
          <ac:chgData name="Bowen Cheek" userId="8fca192e-0677-4b46-9386-7af871cc0c0f" providerId="ADAL" clId="{A7C2DF13-9E9B-41A5-8CD9-30DC2F6668C6}" dt="2026-04-15T13:15:30.882" v="172" actId="9405"/>
          <ac:inkMkLst>
            <pc:docMk/>
            <pc:sldMk cId="3751135715" sldId="279"/>
            <ac:inkMk id="147" creationId="{C3C9B8B7-FE97-CDA2-1DEE-D79D9683D491}"/>
          </ac:inkMkLst>
        </pc:inkChg>
        <pc:inkChg chg="add">
          <ac:chgData name="Bowen Cheek" userId="8fca192e-0677-4b46-9386-7af871cc0c0f" providerId="ADAL" clId="{A7C2DF13-9E9B-41A5-8CD9-30DC2F6668C6}" dt="2026-04-15T13:15:31.125" v="173" actId="9405"/>
          <ac:inkMkLst>
            <pc:docMk/>
            <pc:sldMk cId="3751135715" sldId="279"/>
            <ac:inkMk id="148" creationId="{4D292DBE-FE51-D71D-24AB-E7BC3655BE77}"/>
          </ac:inkMkLst>
        </pc:inkChg>
        <pc:inkChg chg="add">
          <ac:chgData name="Bowen Cheek" userId="8fca192e-0677-4b46-9386-7af871cc0c0f" providerId="ADAL" clId="{A7C2DF13-9E9B-41A5-8CD9-30DC2F6668C6}" dt="2026-04-15T13:15:31.315" v="174" actId="9405"/>
          <ac:inkMkLst>
            <pc:docMk/>
            <pc:sldMk cId="3751135715" sldId="279"/>
            <ac:inkMk id="149" creationId="{02303B4F-6BB2-16E6-DEAF-A2252D90C325}"/>
          </ac:inkMkLst>
        </pc:inkChg>
        <pc:inkChg chg="add">
          <ac:chgData name="Bowen Cheek" userId="8fca192e-0677-4b46-9386-7af871cc0c0f" providerId="ADAL" clId="{A7C2DF13-9E9B-41A5-8CD9-30DC2F6668C6}" dt="2026-04-15T13:15:31.458" v="175" actId="9405"/>
          <ac:inkMkLst>
            <pc:docMk/>
            <pc:sldMk cId="3751135715" sldId="279"/>
            <ac:inkMk id="150" creationId="{A3AFEA20-A1A2-09F5-8A27-F5CAD6A94CC5}"/>
          </ac:inkMkLst>
        </pc:inkChg>
        <pc:inkChg chg="add">
          <ac:chgData name="Bowen Cheek" userId="8fca192e-0677-4b46-9386-7af871cc0c0f" providerId="ADAL" clId="{A7C2DF13-9E9B-41A5-8CD9-30DC2F6668C6}" dt="2026-04-15T13:15:31.744" v="176" actId="9405"/>
          <ac:inkMkLst>
            <pc:docMk/>
            <pc:sldMk cId="3751135715" sldId="279"/>
            <ac:inkMk id="151" creationId="{3FA4C730-0836-8461-65F1-D22E1F425DED}"/>
          </ac:inkMkLst>
        </pc:inkChg>
        <pc:inkChg chg="add">
          <ac:chgData name="Bowen Cheek" userId="8fca192e-0677-4b46-9386-7af871cc0c0f" providerId="ADAL" clId="{A7C2DF13-9E9B-41A5-8CD9-30DC2F6668C6}" dt="2026-04-15T13:15:32.189" v="177" actId="9405"/>
          <ac:inkMkLst>
            <pc:docMk/>
            <pc:sldMk cId="3751135715" sldId="279"/>
            <ac:inkMk id="152" creationId="{9249FBE1-2EE1-A8BB-234A-644F8AFBCF65}"/>
          </ac:inkMkLst>
        </pc:inkChg>
        <pc:inkChg chg="add">
          <ac:chgData name="Bowen Cheek" userId="8fca192e-0677-4b46-9386-7af871cc0c0f" providerId="ADAL" clId="{A7C2DF13-9E9B-41A5-8CD9-30DC2F6668C6}" dt="2026-04-15T13:15:32.536" v="178" actId="9405"/>
          <ac:inkMkLst>
            <pc:docMk/>
            <pc:sldMk cId="3751135715" sldId="279"/>
            <ac:inkMk id="153" creationId="{67F032EC-76A5-3F7A-3E10-587EBD360E2E}"/>
          </ac:inkMkLst>
        </pc:inkChg>
        <pc:inkChg chg="add">
          <ac:chgData name="Bowen Cheek" userId="8fca192e-0677-4b46-9386-7af871cc0c0f" providerId="ADAL" clId="{A7C2DF13-9E9B-41A5-8CD9-30DC2F6668C6}" dt="2026-04-15T13:15:33.059" v="179" actId="9405"/>
          <ac:inkMkLst>
            <pc:docMk/>
            <pc:sldMk cId="3751135715" sldId="279"/>
            <ac:inkMk id="154" creationId="{E4790003-20BD-8716-1B4C-216A7E76C470}"/>
          </ac:inkMkLst>
        </pc:inkChg>
        <pc:inkChg chg="add">
          <ac:chgData name="Bowen Cheek" userId="8fca192e-0677-4b46-9386-7af871cc0c0f" providerId="ADAL" clId="{A7C2DF13-9E9B-41A5-8CD9-30DC2F6668C6}" dt="2026-04-15T13:15:33.601" v="180" actId="9405"/>
          <ac:inkMkLst>
            <pc:docMk/>
            <pc:sldMk cId="3751135715" sldId="279"/>
            <ac:inkMk id="155" creationId="{46F3D984-8A9C-2B80-291C-05EB3A28FE44}"/>
          </ac:inkMkLst>
        </pc:inkChg>
        <pc:inkChg chg="add mod">
          <ac:chgData name="Bowen Cheek" userId="8fca192e-0677-4b46-9386-7af871cc0c0f" providerId="ADAL" clId="{A7C2DF13-9E9B-41A5-8CD9-30DC2F6668C6}" dt="2026-04-15T13:15:34.796" v="182"/>
          <ac:inkMkLst>
            <pc:docMk/>
            <pc:sldMk cId="3751135715" sldId="279"/>
            <ac:inkMk id="156" creationId="{3A0791D1-CC83-DC02-9942-869AE3B47B38}"/>
          </ac:inkMkLst>
        </pc:inkChg>
        <pc:inkChg chg="add">
          <ac:chgData name="Bowen Cheek" userId="8fca192e-0677-4b46-9386-7af871cc0c0f" providerId="ADAL" clId="{A7C2DF13-9E9B-41A5-8CD9-30DC2F6668C6}" dt="2026-04-15T13:16:28.087" v="183" actId="9405"/>
          <ac:inkMkLst>
            <pc:docMk/>
            <pc:sldMk cId="3751135715" sldId="279"/>
            <ac:inkMk id="159" creationId="{F14A5F50-B663-8F8C-3062-9A618E55228D}"/>
          </ac:inkMkLst>
        </pc:inkChg>
        <pc:inkChg chg="add">
          <ac:chgData name="Bowen Cheek" userId="8fca192e-0677-4b46-9386-7af871cc0c0f" providerId="ADAL" clId="{A7C2DF13-9E9B-41A5-8CD9-30DC2F6668C6}" dt="2026-04-15T13:16:30.169" v="184" actId="9405"/>
          <ac:inkMkLst>
            <pc:docMk/>
            <pc:sldMk cId="3751135715" sldId="279"/>
            <ac:inkMk id="160" creationId="{8206ED94-F68F-72DA-9176-A1ECAF291AB4}"/>
          </ac:inkMkLst>
        </pc:inkChg>
      </pc:sldChg>
      <pc:sldChg chg="addSp delSp modSp mod">
        <pc:chgData name="Bowen Cheek" userId="8fca192e-0677-4b46-9386-7af871cc0c0f" providerId="ADAL" clId="{A7C2DF13-9E9B-41A5-8CD9-30DC2F6668C6}" dt="2026-04-15T16:34:16.204" v="520"/>
        <pc:sldMkLst>
          <pc:docMk/>
          <pc:sldMk cId="815590568" sldId="280"/>
        </pc:sldMkLst>
        <pc:grpChg chg="del mod">
          <ac:chgData name="Bowen Cheek" userId="8fca192e-0677-4b46-9386-7af871cc0c0f" providerId="ADAL" clId="{A7C2DF13-9E9B-41A5-8CD9-30DC2F6668C6}" dt="2026-04-15T16:32:32.898" v="500"/>
          <ac:grpSpMkLst>
            <pc:docMk/>
            <pc:sldMk cId="815590568" sldId="280"/>
            <ac:grpSpMk id="14" creationId="{06D501D2-6F4A-1C2E-534B-A6687682369E}"/>
          </ac:grpSpMkLst>
        </pc:grpChg>
        <pc:grpChg chg="mod">
          <ac:chgData name="Bowen Cheek" userId="8fca192e-0677-4b46-9386-7af871cc0c0f" providerId="ADAL" clId="{A7C2DF13-9E9B-41A5-8CD9-30DC2F6668C6}" dt="2026-04-15T13:18:15.099" v="194"/>
          <ac:grpSpMkLst>
            <pc:docMk/>
            <pc:sldMk cId="815590568" sldId="280"/>
            <ac:grpSpMk id="14" creationId="{CEF642DC-7A35-5F0A-944A-1457386992BE}"/>
          </ac:grpSpMkLst>
        </pc:grpChg>
        <pc:grpChg chg="del mod">
          <ac:chgData name="Bowen Cheek" userId="8fca192e-0677-4b46-9386-7af871cc0c0f" providerId="ADAL" clId="{A7C2DF13-9E9B-41A5-8CD9-30DC2F6668C6}" dt="2026-04-15T13:18:30.477" v="209"/>
          <ac:grpSpMkLst>
            <pc:docMk/>
            <pc:sldMk cId="815590568" sldId="280"/>
            <ac:grpSpMk id="20" creationId="{3ACC3A06-C07B-EB82-30DF-0138DCE88DB2}"/>
          </ac:grpSpMkLst>
        </pc:grpChg>
        <pc:grpChg chg="mod">
          <ac:chgData name="Bowen Cheek" userId="8fca192e-0677-4b46-9386-7af871cc0c0f" providerId="ADAL" clId="{A7C2DF13-9E9B-41A5-8CD9-30DC2F6668C6}" dt="2026-04-15T16:32:32.898" v="500"/>
          <ac:grpSpMkLst>
            <pc:docMk/>
            <pc:sldMk cId="815590568" sldId="280"/>
            <ac:grpSpMk id="29" creationId="{65DD38EF-A386-D532-37FF-EB3C54E17271}"/>
          </ac:grpSpMkLst>
        </pc:grpChg>
        <pc:grpChg chg="del mod">
          <ac:chgData name="Bowen Cheek" userId="8fca192e-0677-4b46-9386-7af871cc0c0f" providerId="ADAL" clId="{A7C2DF13-9E9B-41A5-8CD9-30DC2F6668C6}" dt="2026-04-15T13:18:31.888" v="211"/>
          <ac:grpSpMkLst>
            <pc:docMk/>
            <pc:sldMk cId="815590568" sldId="280"/>
            <ac:grpSpMk id="29" creationId="{75DED1C9-9050-D01B-0D7B-51CBB3078920}"/>
          </ac:grpSpMkLst>
        </pc:grpChg>
        <pc:grpChg chg="mod">
          <ac:chgData name="Bowen Cheek" userId="8fca192e-0677-4b46-9386-7af871cc0c0f" providerId="ADAL" clId="{A7C2DF13-9E9B-41A5-8CD9-30DC2F6668C6}" dt="2026-04-15T13:18:31.888" v="211"/>
          <ac:grpSpMkLst>
            <pc:docMk/>
            <pc:sldMk cId="815590568" sldId="280"/>
            <ac:grpSpMk id="31" creationId="{500ECBB3-AE57-AA9C-AD80-55B59AB309FA}"/>
          </ac:grpSpMkLst>
        </pc:grpChg>
        <pc:grpChg chg="del mod">
          <ac:chgData name="Bowen Cheek" userId="8fca192e-0677-4b46-9386-7af871cc0c0f" providerId="ADAL" clId="{A7C2DF13-9E9B-41A5-8CD9-30DC2F6668C6}" dt="2026-04-15T16:34:16.204" v="520"/>
          <ac:grpSpMkLst>
            <pc:docMk/>
            <pc:sldMk cId="815590568" sldId="280"/>
            <ac:grpSpMk id="40" creationId="{A18D6E9A-6770-5AB6-693B-578E9B91C8E6}"/>
          </ac:grpSpMkLst>
        </pc:grpChg>
        <pc:grpChg chg="del mod">
          <ac:chgData name="Bowen Cheek" userId="8fca192e-0677-4b46-9386-7af871cc0c0f" providerId="ADAL" clId="{A7C2DF13-9E9B-41A5-8CD9-30DC2F6668C6}" dt="2026-04-15T13:19:15.302" v="231"/>
          <ac:grpSpMkLst>
            <pc:docMk/>
            <pc:sldMk cId="815590568" sldId="280"/>
            <ac:grpSpMk id="41" creationId="{D934EF61-4CA4-3A72-2AE9-4901FA5808F4}"/>
          </ac:grpSpMkLst>
        </pc:grpChg>
        <pc:grpChg chg="mod">
          <ac:chgData name="Bowen Cheek" userId="8fca192e-0677-4b46-9386-7af871cc0c0f" providerId="ADAL" clId="{A7C2DF13-9E9B-41A5-8CD9-30DC2F6668C6}" dt="2026-04-15T16:34:16.204" v="520"/>
          <ac:grpSpMkLst>
            <pc:docMk/>
            <pc:sldMk cId="815590568" sldId="280"/>
            <ac:grpSpMk id="49" creationId="{06314F45-DA91-C33E-3757-EB57D99BB2E3}"/>
          </ac:grpSpMkLst>
        </pc:grpChg>
        <pc:grpChg chg="del mod">
          <ac:chgData name="Bowen Cheek" userId="8fca192e-0677-4b46-9386-7af871cc0c0f" providerId="ADAL" clId="{A7C2DF13-9E9B-41A5-8CD9-30DC2F6668C6}" dt="2026-04-15T13:19:16.789" v="234"/>
          <ac:grpSpMkLst>
            <pc:docMk/>
            <pc:sldMk cId="815590568" sldId="280"/>
            <ac:grpSpMk id="51" creationId="{21BEE446-6959-04D1-163B-5389B562F38E}"/>
          </ac:grpSpMkLst>
        </pc:grpChg>
        <pc:grpChg chg="mod">
          <ac:chgData name="Bowen Cheek" userId="8fca192e-0677-4b46-9386-7af871cc0c0f" providerId="ADAL" clId="{A7C2DF13-9E9B-41A5-8CD9-30DC2F6668C6}" dt="2026-04-15T13:19:16.789" v="234"/>
          <ac:grpSpMkLst>
            <pc:docMk/>
            <pc:sldMk cId="815590568" sldId="280"/>
            <ac:grpSpMk id="54" creationId="{D8BFC0E1-6F99-4CAD-EE37-3EBECB1DE244}"/>
          </ac:grpSpMkLst>
        </pc:grpChg>
        <pc:grpChg chg="mod">
          <ac:chgData name="Bowen Cheek" userId="8fca192e-0677-4b46-9386-7af871cc0c0f" providerId="ADAL" clId="{A7C2DF13-9E9B-41A5-8CD9-30DC2F6668C6}" dt="2026-04-15T13:20:22.475" v="249"/>
          <ac:grpSpMkLst>
            <pc:docMk/>
            <pc:sldMk cId="815590568" sldId="280"/>
            <ac:grpSpMk id="69" creationId="{0D2C7131-C6E6-7292-FC26-8D6202A9A5A9}"/>
          </ac:grpSpMkLst>
        </pc:grpChg>
        <pc:inkChg chg="add">
          <ac:chgData name="Bowen Cheek" userId="8fca192e-0677-4b46-9386-7af871cc0c0f" providerId="ADAL" clId="{A7C2DF13-9E9B-41A5-8CD9-30DC2F6668C6}" dt="2026-04-15T16:32:13.613" v="477" actId="9405"/>
          <ac:inkMkLst>
            <pc:docMk/>
            <pc:sldMk cId="815590568" sldId="280"/>
            <ac:inkMk id="6" creationId="{2F0FF8D0-0419-3001-FE71-08D17F9F7947}"/>
          </ac:inkMkLst>
        </pc:inkChg>
        <pc:inkChg chg="add del">
          <ac:chgData name="Bowen Cheek" userId="8fca192e-0677-4b46-9386-7af871cc0c0f" providerId="ADAL" clId="{A7C2DF13-9E9B-41A5-8CD9-30DC2F6668C6}" dt="2026-04-15T13:18:02.751" v="187"/>
          <ac:inkMkLst>
            <pc:docMk/>
            <pc:sldMk cId="815590568" sldId="280"/>
            <ac:inkMk id="6" creationId="{59070815-EA9F-192A-9CC9-8277777BE7ED}"/>
          </ac:inkMkLst>
        </pc:inkChg>
        <pc:inkChg chg="add">
          <ac:chgData name="Bowen Cheek" userId="8fca192e-0677-4b46-9386-7af871cc0c0f" providerId="ADAL" clId="{A7C2DF13-9E9B-41A5-8CD9-30DC2F6668C6}" dt="2026-04-15T16:32:15.124" v="478" actId="9405"/>
          <ac:inkMkLst>
            <pc:docMk/>
            <pc:sldMk cId="815590568" sldId="280"/>
            <ac:inkMk id="7" creationId="{5FB612B1-B006-95F9-8E43-D00C939D43B0}"/>
          </ac:inkMkLst>
        </pc:inkChg>
        <pc:inkChg chg="add">
          <ac:chgData name="Bowen Cheek" userId="8fca192e-0677-4b46-9386-7af871cc0c0f" providerId="ADAL" clId="{A7C2DF13-9E9B-41A5-8CD9-30DC2F6668C6}" dt="2026-04-15T13:18:02.751" v="187"/>
          <ac:inkMkLst>
            <pc:docMk/>
            <pc:sldMk cId="815590568" sldId="280"/>
            <ac:inkMk id="7" creationId="{776DA651-1F6F-F414-B4DE-0B19977D16BB}"/>
          </ac:inkMkLst>
        </pc:inkChg>
        <pc:inkChg chg="add mod">
          <ac:chgData name="Bowen Cheek" userId="8fca192e-0677-4b46-9386-7af871cc0c0f" providerId="ADAL" clId="{A7C2DF13-9E9B-41A5-8CD9-30DC2F6668C6}" dt="2026-04-15T16:32:32.898" v="500"/>
          <ac:inkMkLst>
            <pc:docMk/>
            <pc:sldMk cId="815590568" sldId="280"/>
            <ac:inkMk id="8" creationId="{0C5DB2D7-E05B-93AC-3A0C-1DF646F2A30B}"/>
          </ac:inkMkLst>
        </pc:inkChg>
        <pc:inkChg chg="add mod">
          <ac:chgData name="Bowen Cheek" userId="8fca192e-0677-4b46-9386-7af871cc0c0f" providerId="ADAL" clId="{A7C2DF13-9E9B-41A5-8CD9-30DC2F6668C6}" dt="2026-04-15T13:18:15.099" v="194"/>
          <ac:inkMkLst>
            <pc:docMk/>
            <pc:sldMk cId="815590568" sldId="280"/>
            <ac:inkMk id="8" creationId="{7DD9DF4E-6E31-11ED-B631-D371D5E7B280}"/>
          </ac:inkMkLst>
        </pc:inkChg>
        <pc:inkChg chg="add mod">
          <ac:chgData name="Bowen Cheek" userId="8fca192e-0677-4b46-9386-7af871cc0c0f" providerId="ADAL" clId="{A7C2DF13-9E9B-41A5-8CD9-30DC2F6668C6}" dt="2026-04-15T16:32:25.993" v="485"/>
          <ac:inkMkLst>
            <pc:docMk/>
            <pc:sldMk cId="815590568" sldId="280"/>
            <ac:inkMk id="9" creationId="{01194970-2D76-E372-01E5-6F36B11EA5CB}"/>
          </ac:inkMkLst>
        </pc:inkChg>
        <pc:inkChg chg="add mod">
          <ac:chgData name="Bowen Cheek" userId="8fca192e-0677-4b46-9386-7af871cc0c0f" providerId="ADAL" clId="{A7C2DF13-9E9B-41A5-8CD9-30DC2F6668C6}" dt="2026-04-15T13:18:15.099" v="194"/>
          <ac:inkMkLst>
            <pc:docMk/>
            <pc:sldMk cId="815590568" sldId="280"/>
            <ac:inkMk id="9" creationId="{773CAC3D-7886-C4B8-B179-E8C03A63B7A5}"/>
          </ac:inkMkLst>
        </pc:inkChg>
        <pc:inkChg chg="add mod">
          <ac:chgData name="Bowen Cheek" userId="8fca192e-0677-4b46-9386-7af871cc0c0f" providerId="ADAL" clId="{A7C2DF13-9E9B-41A5-8CD9-30DC2F6668C6}" dt="2026-04-15T13:18:15.099" v="194"/>
          <ac:inkMkLst>
            <pc:docMk/>
            <pc:sldMk cId="815590568" sldId="280"/>
            <ac:inkMk id="10" creationId="{36B051A0-F631-6DF3-782D-7D3B6CF73963}"/>
          </ac:inkMkLst>
        </pc:inkChg>
        <pc:inkChg chg="add mod">
          <ac:chgData name="Bowen Cheek" userId="8fca192e-0677-4b46-9386-7af871cc0c0f" providerId="ADAL" clId="{A7C2DF13-9E9B-41A5-8CD9-30DC2F6668C6}" dt="2026-04-15T16:32:25.993" v="485"/>
          <ac:inkMkLst>
            <pc:docMk/>
            <pc:sldMk cId="815590568" sldId="280"/>
            <ac:inkMk id="10" creationId="{C820E307-4466-43B6-241F-41973BC1EAF0}"/>
          </ac:inkMkLst>
        </pc:inkChg>
        <pc:inkChg chg="add mod">
          <ac:chgData name="Bowen Cheek" userId="8fca192e-0677-4b46-9386-7af871cc0c0f" providerId="ADAL" clId="{A7C2DF13-9E9B-41A5-8CD9-30DC2F6668C6}" dt="2026-04-15T16:32:32.898" v="500"/>
          <ac:inkMkLst>
            <pc:docMk/>
            <pc:sldMk cId="815590568" sldId="280"/>
            <ac:inkMk id="11" creationId="{4B0CD68B-18EF-9C15-DE86-EFD2DCA318A8}"/>
          </ac:inkMkLst>
        </pc:inkChg>
        <pc:inkChg chg="add mod">
          <ac:chgData name="Bowen Cheek" userId="8fca192e-0677-4b46-9386-7af871cc0c0f" providerId="ADAL" clId="{A7C2DF13-9E9B-41A5-8CD9-30DC2F6668C6}" dt="2026-04-15T13:18:15.099" v="194"/>
          <ac:inkMkLst>
            <pc:docMk/>
            <pc:sldMk cId="815590568" sldId="280"/>
            <ac:inkMk id="11" creationId="{A3668C01-7C7E-A124-8C50-198E57DA62B2}"/>
          </ac:inkMkLst>
        </pc:inkChg>
        <pc:inkChg chg="add mod">
          <ac:chgData name="Bowen Cheek" userId="8fca192e-0677-4b46-9386-7af871cc0c0f" providerId="ADAL" clId="{A7C2DF13-9E9B-41A5-8CD9-30DC2F6668C6}" dt="2026-04-15T16:32:32.898" v="500"/>
          <ac:inkMkLst>
            <pc:docMk/>
            <pc:sldMk cId="815590568" sldId="280"/>
            <ac:inkMk id="12" creationId="{39835DCD-D9DE-DEC9-3FFD-9F61BBCCDFC7}"/>
          </ac:inkMkLst>
        </pc:inkChg>
        <pc:inkChg chg="add mod">
          <ac:chgData name="Bowen Cheek" userId="8fca192e-0677-4b46-9386-7af871cc0c0f" providerId="ADAL" clId="{A7C2DF13-9E9B-41A5-8CD9-30DC2F6668C6}" dt="2026-04-15T13:18:15.099" v="194"/>
          <ac:inkMkLst>
            <pc:docMk/>
            <pc:sldMk cId="815590568" sldId="280"/>
            <ac:inkMk id="12" creationId="{60874BF9-ECE2-F649-74CB-8F9E5F6F0AC6}"/>
          </ac:inkMkLst>
        </pc:inkChg>
        <pc:inkChg chg="add">
          <ac:chgData name="Bowen Cheek" userId="8fca192e-0677-4b46-9386-7af871cc0c0f" providerId="ADAL" clId="{A7C2DF13-9E9B-41A5-8CD9-30DC2F6668C6}" dt="2026-04-15T13:18:14.423" v="193" actId="9405"/>
          <ac:inkMkLst>
            <pc:docMk/>
            <pc:sldMk cId="815590568" sldId="280"/>
            <ac:inkMk id="13" creationId="{3212018C-9EE3-D6C8-EA17-44855871D81A}"/>
          </ac:inkMkLst>
        </pc:inkChg>
        <pc:inkChg chg="add mod">
          <ac:chgData name="Bowen Cheek" userId="8fca192e-0677-4b46-9386-7af871cc0c0f" providerId="ADAL" clId="{A7C2DF13-9E9B-41A5-8CD9-30DC2F6668C6}" dt="2026-04-15T16:32:25.993" v="485"/>
          <ac:inkMkLst>
            <pc:docMk/>
            <pc:sldMk cId="815590568" sldId="280"/>
            <ac:inkMk id="13" creationId="{7F549315-5241-4B25-67C1-C0D8AF2635A0}"/>
          </ac:inkMkLst>
        </pc:inkChg>
        <pc:inkChg chg="add">
          <ac:chgData name="Bowen Cheek" userId="8fca192e-0677-4b46-9386-7af871cc0c0f" providerId="ADAL" clId="{A7C2DF13-9E9B-41A5-8CD9-30DC2F6668C6}" dt="2026-04-15T16:32:26.769" v="486" actId="9405"/>
          <ac:inkMkLst>
            <pc:docMk/>
            <pc:sldMk cId="815590568" sldId="280"/>
            <ac:inkMk id="15" creationId="{48D25BFC-B4F7-2E4F-617E-DC67BC18F945}"/>
          </ac:inkMkLst>
        </pc:inkChg>
        <pc:inkChg chg="add mod">
          <ac:chgData name="Bowen Cheek" userId="8fca192e-0677-4b46-9386-7af871cc0c0f" providerId="ADAL" clId="{A7C2DF13-9E9B-41A5-8CD9-30DC2F6668C6}" dt="2026-04-15T13:18:31.888" v="211"/>
          <ac:inkMkLst>
            <pc:docMk/>
            <pc:sldMk cId="815590568" sldId="280"/>
            <ac:inkMk id="15" creationId="{B3681F7F-CCEC-BD8D-CCFB-713CC7EE3810}"/>
          </ac:inkMkLst>
        </pc:inkChg>
        <pc:inkChg chg="add mod">
          <ac:chgData name="Bowen Cheek" userId="8fca192e-0677-4b46-9386-7af871cc0c0f" providerId="ADAL" clId="{A7C2DF13-9E9B-41A5-8CD9-30DC2F6668C6}" dt="2026-04-15T13:18:27.013" v="200"/>
          <ac:inkMkLst>
            <pc:docMk/>
            <pc:sldMk cId="815590568" sldId="280"/>
            <ac:inkMk id="16" creationId="{46455804-0681-D426-A3B6-EE6D77E7E12E}"/>
          </ac:inkMkLst>
        </pc:inkChg>
        <pc:inkChg chg="add mod">
          <ac:chgData name="Bowen Cheek" userId="8fca192e-0677-4b46-9386-7af871cc0c0f" providerId="ADAL" clId="{A7C2DF13-9E9B-41A5-8CD9-30DC2F6668C6}" dt="2026-04-15T16:32:32.898" v="500"/>
          <ac:inkMkLst>
            <pc:docMk/>
            <pc:sldMk cId="815590568" sldId="280"/>
            <ac:inkMk id="16" creationId="{EE052C09-CDF9-C3C4-05B0-E1226E2AD3BD}"/>
          </ac:inkMkLst>
        </pc:inkChg>
        <pc:inkChg chg="add">
          <ac:chgData name="Bowen Cheek" userId="8fca192e-0677-4b46-9386-7af871cc0c0f" providerId="ADAL" clId="{A7C2DF13-9E9B-41A5-8CD9-30DC2F6668C6}" dt="2026-04-15T16:32:27.865" v="488" actId="9405"/>
          <ac:inkMkLst>
            <pc:docMk/>
            <pc:sldMk cId="815590568" sldId="280"/>
            <ac:inkMk id="17" creationId="{2D895139-FD79-DB5E-9D68-3D77DA229CBF}"/>
          </ac:inkMkLst>
        </pc:inkChg>
        <pc:inkChg chg="add mod">
          <ac:chgData name="Bowen Cheek" userId="8fca192e-0677-4b46-9386-7af871cc0c0f" providerId="ADAL" clId="{A7C2DF13-9E9B-41A5-8CD9-30DC2F6668C6}" dt="2026-04-15T13:18:27.013" v="200"/>
          <ac:inkMkLst>
            <pc:docMk/>
            <pc:sldMk cId="815590568" sldId="280"/>
            <ac:inkMk id="17" creationId="{BCCD5D49-7A72-7097-0522-6BA59690C9AC}"/>
          </ac:inkMkLst>
        </pc:inkChg>
        <pc:inkChg chg="add mod">
          <ac:chgData name="Bowen Cheek" userId="8fca192e-0677-4b46-9386-7af871cc0c0f" providerId="ADAL" clId="{A7C2DF13-9E9B-41A5-8CD9-30DC2F6668C6}" dt="2026-04-15T13:18:31.888" v="211"/>
          <ac:inkMkLst>
            <pc:docMk/>
            <pc:sldMk cId="815590568" sldId="280"/>
            <ac:inkMk id="18" creationId="{855B3815-81D0-0000-014E-D702A347F8E2}"/>
          </ac:inkMkLst>
        </pc:inkChg>
        <pc:inkChg chg="add">
          <ac:chgData name="Bowen Cheek" userId="8fca192e-0677-4b46-9386-7af871cc0c0f" providerId="ADAL" clId="{A7C2DF13-9E9B-41A5-8CD9-30DC2F6668C6}" dt="2026-04-15T16:32:28.202" v="489" actId="9405"/>
          <ac:inkMkLst>
            <pc:docMk/>
            <pc:sldMk cId="815590568" sldId="280"/>
            <ac:inkMk id="18" creationId="{EE8D7EDC-1E3D-982C-CFB5-400A1F362CB5}"/>
          </ac:inkMkLst>
        </pc:inkChg>
        <pc:inkChg chg="add">
          <ac:chgData name="Bowen Cheek" userId="8fca192e-0677-4b46-9386-7af871cc0c0f" providerId="ADAL" clId="{A7C2DF13-9E9B-41A5-8CD9-30DC2F6668C6}" dt="2026-04-15T16:32:28.392" v="490" actId="9405"/>
          <ac:inkMkLst>
            <pc:docMk/>
            <pc:sldMk cId="815590568" sldId="280"/>
            <ac:inkMk id="19" creationId="{81D9071D-F477-EA64-ACDA-5A446E13C8AB}"/>
          </ac:inkMkLst>
        </pc:inkChg>
        <pc:inkChg chg="add mod">
          <ac:chgData name="Bowen Cheek" userId="8fca192e-0677-4b46-9386-7af871cc0c0f" providerId="ADAL" clId="{A7C2DF13-9E9B-41A5-8CD9-30DC2F6668C6}" dt="2026-04-15T13:18:27.013" v="200"/>
          <ac:inkMkLst>
            <pc:docMk/>
            <pc:sldMk cId="815590568" sldId="280"/>
            <ac:inkMk id="19" creationId="{FBED6DDC-68AA-F60D-0488-97D1C16EDD77}"/>
          </ac:inkMkLst>
        </pc:inkChg>
        <pc:inkChg chg="add">
          <ac:chgData name="Bowen Cheek" userId="8fca192e-0677-4b46-9386-7af871cc0c0f" providerId="ADAL" clId="{A7C2DF13-9E9B-41A5-8CD9-30DC2F6668C6}" dt="2026-04-15T16:32:29.218" v="491" actId="9405"/>
          <ac:inkMkLst>
            <pc:docMk/>
            <pc:sldMk cId="815590568" sldId="280"/>
            <ac:inkMk id="20" creationId="{9B7311AA-56E1-5D96-97EB-F224B43049B8}"/>
          </ac:inkMkLst>
        </pc:inkChg>
        <pc:inkChg chg="add mod">
          <ac:chgData name="Bowen Cheek" userId="8fca192e-0677-4b46-9386-7af871cc0c0f" providerId="ADAL" clId="{A7C2DF13-9E9B-41A5-8CD9-30DC2F6668C6}" dt="2026-04-15T13:18:31.888" v="211"/>
          <ac:inkMkLst>
            <pc:docMk/>
            <pc:sldMk cId="815590568" sldId="280"/>
            <ac:inkMk id="21" creationId="{3F5F723C-124D-69D1-2DEE-DD145F4D661C}"/>
          </ac:inkMkLst>
        </pc:inkChg>
        <pc:inkChg chg="add mod">
          <ac:chgData name="Bowen Cheek" userId="8fca192e-0677-4b46-9386-7af871cc0c0f" providerId="ADAL" clId="{A7C2DF13-9E9B-41A5-8CD9-30DC2F6668C6}" dt="2026-04-15T16:32:32.898" v="500"/>
          <ac:inkMkLst>
            <pc:docMk/>
            <pc:sldMk cId="815590568" sldId="280"/>
            <ac:inkMk id="21" creationId="{B1180BCD-58CC-4937-D66C-9186AC651A55}"/>
          </ac:inkMkLst>
        </pc:inkChg>
        <pc:inkChg chg="add mod">
          <ac:chgData name="Bowen Cheek" userId="8fca192e-0677-4b46-9386-7af871cc0c0f" providerId="ADAL" clId="{A7C2DF13-9E9B-41A5-8CD9-30DC2F6668C6}" dt="2026-04-15T13:18:31.888" v="211"/>
          <ac:inkMkLst>
            <pc:docMk/>
            <pc:sldMk cId="815590568" sldId="280"/>
            <ac:inkMk id="22" creationId="{43B8EFB6-43F3-25E7-D1A3-B4346E37043C}"/>
          </ac:inkMkLst>
        </pc:inkChg>
        <pc:inkChg chg="add mod">
          <ac:chgData name="Bowen Cheek" userId="8fca192e-0677-4b46-9386-7af871cc0c0f" providerId="ADAL" clId="{A7C2DF13-9E9B-41A5-8CD9-30DC2F6668C6}" dt="2026-04-15T16:32:32.898" v="500"/>
          <ac:inkMkLst>
            <pc:docMk/>
            <pc:sldMk cId="815590568" sldId="280"/>
            <ac:inkMk id="22" creationId="{E542EAA1-2879-33EC-AC86-FF5759929822}"/>
          </ac:inkMkLst>
        </pc:inkChg>
        <pc:inkChg chg="add">
          <ac:chgData name="Bowen Cheek" userId="8fca192e-0677-4b46-9386-7af871cc0c0f" providerId="ADAL" clId="{A7C2DF13-9E9B-41A5-8CD9-30DC2F6668C6}" dt="2026-04-15T16:32:30.443" v="494" actId="9405"/>
          <ac:inkMkLst>
            <pc:docMk/>
            <pc:sldMk cId="815590568" sldId="280"/>
            <ac:inkMk id="23" creationId="{2AFF38F4-CD7D-C6BD-57BB-265458CBF966}"/>
          </ac:inkMkLst>
        </pc:inkChg>
        <pc:inkChg chg="add mod">
          <ac:chgData name="Bowen Cheek" userId="8fca192e-0677-4b46-9386-7af871cc0c0f" providerId="ADAL" clId="{A7C2DF13-9E9B-41A5-8CD9-30DC2F6668C6}" dt="2026-04-15T13:18:31.888" v="211"/>
          <ac:inkMkLst>
            <pc:docMk/>
            <pc:sldMk cId="815590568" sldId="280"/>
            <ac:inkMk id="23" creationId="{3AE4F770-9E58-3D58-84DF-3CF35B72EF75}"/>
          </ac:inkMkLst>
        </pc:inkChg>
        <pc:inkChg chg="add">
          <ac:chgData name="Bowen Cheek" userId="8fca192e-0677-4b46-9386-7af871cc0c0f" providerId="ADAL" clId="{A7C2DF13-9E9B-41A5-8CD9-30DC2F6668C6}" dt="2026-04-15T16:32:30.634" v="495" actId="9405"/>
          <ac:inkMkLst>
            <pc:docMk/>
            <pc:sldMk cId="815590568" sldId="280"/>
            <ac:inkMk id="24" creationId="{916456FC-B424-DA7D-A257-B82DE088C5C9}"/>
          </ac:inkMkLst>
        </pc:inkChg>
        <pc:inkChg chg="add">
          <ac:chgData name="Bowen Cheek" userId="8fca192e-0677-4b46-9386-7af871cc0c0f" providerId="ADAL" clId="{A7C2DF13-9E9B-41A5-8CD9-30DC2F6668C6}" dt="2026-04-15T13:18:28.396" v="204" actId="9405"/>
          <ac:inkMkLst>
            <pc:docMk/>
            <pc:sldMk cId="815590568" sldId="280"/>
            <ac:inkMk id="24" creationId="{C604D06E-3F61-C538-6CBF-E2E1742210B9}"/>
          </ac:inkMkLst>
        </pc:inkChg>
        <pc:inkChg chg="add mod">
          <ac:chgData name="Bowen Cheek" userId="8fca192e-0677-4b46-9386-7af871cc0c0f" providerId="ADAL" clId="{A7C2DF13-9E9B-41A5-8CD9-30DC2F6668C6}" dt="2026-04-15T16:32:32.898" v="500"/>
          <ac:inkMkLst>
            <pc:docMk/>
            <pc:sldMk cId="815590568" sldId="280"/>
            <ac:inkMk id="25" creationId="{9415F41F-F759-2284-00E6-E24B2063C4C2}"/>
          </ac:inkMkLst>
        </pc:inkChg>
        <pc:inkChg chg="add mod">
          <ac:chgData name="Bowen Cheek" userId="8fca192e-0677-4b46-9386-7af871cc0c0f" providerId="ADAL" clId="{A7C2DF13-9E9B-41A5-8CD9-30DC2F6668C6}" dt="2026-04-15T13:18:31.888" v="211"/>
          <ac:inkMkLst>
            <pc:docMk/>
            <pc:sldMk cId="815590568" sldId="280"/>
            <ac:inkMk id="25" creationId="{E2BEDB72-7731-08E2-22AB-8FDD06DA9D8B}"/>
          </ac:inkMkLst>
        </pc:inkChg>
        <pc:inkChg chg="add mod">
          <ac:chgData name="Bowen Cheek" userId="8fca192e-0677-4b46-9386-7af871cc0c0f" providerId="ADAL" clId="{A7C2DF13-9E9B-41A5-8CD9-30DC2F6668C6}" dt="2026-04-15T16:32:32.898" v="500"/>
          <ac:inkMkLst>
            <pc:docMk/>
            <pc:sldMk cId="815590568" sldId="280"/>
            <ac:inkMk id="26" creationId="{BFDEDE6E-7295-7C42-6308-036AF6D2F3B8}"/>
          </ac:inkMkLst>
        </pc:inkChg>
        <pc:inkChg chg="add mod">
          <ac:chgData name="Bowen Cheek" userId="8fca192e-0677-4b46-9386-7af871cc0c0f" providerId="ADAL" clId="{A7C2DF13-9E9B-41A5-8CD9-30DC2F6668C6}" dt="2026-04-15T13:18:31.888" v="211"/>
          <ac:inkMkLst>
            <pc:docMk/>
            <pc:sldMk cId="815590568" sldId="280"/>
            <ac:inkMk id="26" creationId="{E09C9479-34A9-327F-AD1F-DE5CB1228B12}"/>
          </ac:inkMkLst>
        </pc:inkChg>
        <pc:inkChg chg="add">
          <ac:chgData name="Bowen Cheek" userId="8fca192e-0677-4b46-9386-7af871cc0c0f" providerId="ADAL" clId="{A7C2DF13-9E9B-41A5-8CD9-30DC2F6668C6}" dt="2026-04-15T13:18:29.332" v="207" actId="9405"/>
          <ac:inkMkLst>
            <pc:docMk/>
            <pc:sldMk cId="815590568" sldId="280"/>
            <ac:inkMk id="27" creationId="{655734C7-ABC6-C733-5CE3-2B3EE1B6DB0C}"/>
          </ac:inkMkLst>
        </pc:inkChg>
        <pc:inkChg chg="add">
          <ac:chgData name="Bowen Cheek" userId="8fca192e-0677-4b46-9386-7af871cc0c0f" providerId="ADAL" clId="{A7C2DF13-9E9B-41A5-8CD9-30DC2F6668C6}" dt="2026-04-15T16:32:31.586" v="498" actId="9405"/>
          <ac:inkMkLst>
            <pc:docMk/>
            <pc:sldMk cId="815590568" sldId="280"/>
            <ac:inkMk id="27" creationId="{B0F9D29A-FE0A-AF66-A739-F2C6DF64EDF5}"/>
          </ac:inkMkLst>
        </pc:inkChg>
        <pc:inkChg chg="add">
          <ac:chgData name="Bowen Cheek" userId="8fca192e-0677-4b46-9386-7af871cc0c0f" providerId="ADAL" clId="{A7C2DF13-9E9B-41A5-8CD9-30DC2F6668C6}" dt="2026-04-15T16:32:31.968" v="499" actId="9405"/>
          <ac:inkMkLst>
            <pc:docMk/>
            <pc:sldMk cId="815590568" sldId="280"/>
            <ac:inkMk id="28" creationId="{2B805054-8F1A-D0EE-0DC1-8B45AB9A554F}"/>
          </ac:inkMkLst>
        </pc:inkChg>
        <pc:inkChg chg="add mod">
          <ac:chgData name="Bowen Cheek" userId="8fca192e-0677-4b46-9386-7af871cc0c0f" providerId="ADAL" clId="{A7C2DF13-9E9B-41A5-8CD9-30DC2F6668C6}" dt="2026-04-15T13:18:31.888" v="211"/>
          <ac:inkMkLst>
            <pc:docMk/>
            <pc:sldMk cId="815590568" sldId="280"/>
            <ac:inkMk id="28" creationId="{BC1DDA16-4C12-0809-C018-9E59CA488B4C}"/>
          </ac:inkMkLst>
        </pc:inkChg>
        <pc:inkChg chg="add">
          <ac:chgData name="Bowen Cheek" userId="8fca192e-0677-4b46-9386-7af871cc0c0f" providerId="ADAL" clId="{A7C2DF13-9E9B-41A5-8CD9-30DC2F6668C6}" dt="2026-04-15T13:18:30.937" v="210" actId="9405"/>
          <ac:inkMkLst>
            <pc:docMk/>
            <pc:sldMk cId="815590568" sldId="280"/>
            <ac:inkMk id="30" creationId="{05119FBA-A0B3-ECBB-A66F-8711ABFD59C2}"/>
          </ac:inkMkLst>
        </pc:inkChg>
        <pc:inkChg chg="add">
          <ac:chgData name="Bowen Cheek" userId="8fca192e-0677-4b46-9386-7af871cc0c0f" providerId="ADAL" clId="{A7C2DF13-9E9B-41A5-8CD9-30DC2F6668C6}" dt="2026-04-15T16:32:49.051" v="501" actId="9405"/>
          <ac:inkMkLst>
            <pc:docMk/>
            <pc:sldMk cId="815590568" sldId="280"/>
            <ac:inkMk id="30" creationId="{4E71357F-17FE-ACEF-31BE-E1045578B3AB}"/>
          </ac:inkMkLst>
        </pc:inkChg>
        <pc:inkChg chg="add">
          <ac:chgData name="Bowen Cheek" userId="8fca192e-0677-4b46-9386-7af871cc0c0f" providerId="ADAL" clId="{A7C2DF13-9E9B-41A5-8CD9-30DC2F6668C6}" dt="2026-04-15T16:33:18.350" v="502" actId="9405"/>
          <ac:inkMkLst>
            <pc:docMk/>
            <pc:sldMk cId="815590568" sldId="280"/>
            <ac:inkMk id="31" creationId="{C6275D64-C6BF-3645-9EE9-4751DE645A8F}"/>
          </ac:inkMkLst>
        </pc:inkChg>
        <pc:inkChg chg="add">
          <ac:chgData name="Bowen Cheek" userId="8fca192e-0677-4b46-9386-7af871cc0c0f" providerId="ADAL" clId="{A7C2DF13-9E9B-41A5-8CD9-30DC2F6668C6}" dt="2026-04-15T13:18:37.308" v="212" actId="9405"/>
          <ac:inkMkLst>
            <pc:docMk/>
            <pc:sldMk cId="815590568" sldId="280"/>
            <ac:inkMk id="32" creationId="{5B9F8AD4-D188-2904-00AC-33F54FF40569}"/>
          </ac:inkMkLst>
        </pc:inkChg>
        <pc:inkChg chg="add">
          <ac:chgData name="Bowen Cheek" userId="8fca192e-0677-4b46-9386-7af871cc0c0f" providerId="ADAL" clId="{A7C2DF13-9E9B-41A5-8CD9-30DC2F6668C6}" dt="2026-04-15T16:33:44.870" v="503" actId="9405"/>
          <ac:inkMkLst>
            <pc:docMk/>
            <pc:sldMk cId="815590568" sldId="280"/>
            <ac:inkMk id="32" creationId="{D12E782E-F8DE-69DD-DC08-225462F6F9CF}"/>
          </ac:inkMkLst>
        </pc:inkChg>
        <pc:inkChg chg="add">
          <ac:chgData name="Bowen Cheek" userId="8fca192e-0677-4b46-9386-7af871cc0c0f" providerId="ADAL" clId="{A7C2DF13-9E9B-41A5-8CD9-30DC2F6668C6}" dt="2026-04-15T13:19:03.672" v="213" actId="9405"/>
          <ac:inkMkLst>
            <pc:docMk/>
            <pc:sldMk cId="815590568" sldId="280"/>
            <ac:inkMk id="33" creationId="{975D0BFE-1B61-C34F-CD96-0693E605EF7F}"/>
          </ac:inkMkLst>
        </pc:inkChg>
        <pc:inkChg chg="add">
          <ac:chgData name="Bowen Cheek" userId="8fca192e-0677-4b46-9386-7af871cc0c0f" providerId="ADAL" clId="{A7C2DF13-9E9B-41A5-8CD9-30DC2F6668C6}" dt="2026-04-15T16:34:06.273" v="504" actId="9405"/>
          <ac:inkMkLst>
            <pc:docMk/>
            <pc:sldMk cId="815590568" sldId="280"/>
            <ac:inkMk id="33" creationId="{E4D44EFE-6A6F-32ED-74C1-80D7A9CC874E}"/>
          </ac:inkMkLst>
        </pc:inkChg>
        <pc:inkChg chg="add mod">
          <ac:chgData name="Bowen Cheek" userId="8fca192e-0677-4b46-9386-7af871cc0c0f" providerId="ADAL" clId="{A7C2DF13-9E9B-41A5-8CD9-30DC2F6668C6}" dt="2026-04-15T13:19:16.789" v="234"/>
          <ac:inkMkLst>
            <pc:docMk/>
            <pc:sldMk cId="815590568" sldId="280"/>
            <ac:inkMk id="34" creationId="{AD1E3AD0-1C84-0305-5A0F-4C9122D94308}"/>
          </ac:inkMkLst>
        </pc:inkChg>
        <pc:inkChg chg="add mod">
          <ac:chgData name="Bowen Cheek" userId="8fca192e-0677-4b46-9386-7af871cc0c0f" providerId="ADAL" clId="{A7C2DF13-9E9B-41A5-8CD9-30DC2F6668C6}" dt="2026-04-15T16:34:16.204" v="520"/>
          <ac:inkMkLst>
            <pc:docMk/>
            <pc:sldMk cId="815590568" sldId="280"/>
            <ac:inkMk id="34" creationId="{D37337CB-EA96-16C5-1E8C-FC7C337D12EF}"/>
          </ac:inkMkLst>
        </pc:inkChg>
        <pc:inkChg chg="add mod">
          <ac:chgData name="Bowen Cheek" userId="8fca192e-0677-4b46-9386-7af871cc0c0f" providerId="ADAL" clId="{A7C2DF13-9E9B-41A5-8CD9-30DC2F6668C6}" dt="2026-04-15T16:34:13.444" v="511"/>
          <ac:inkMkLst>
            <pc:docMk/>
            <pc:sldMk cId="815590568" sldId="280"/>
            <ac:inkMk id="35" creationId="{692A9671-7B40-536A-5777-7E1B0607F220}"/>
          </ac:inkMkLst>
        </pc:inkChg>
        <pc:inkChg chg="add mod">
          <ac:chgData name="Bowen Cheek" userId="8fca192e-0677-4b46-9386-7af871cc0c0f" providerId="ADAL" clId="{A7C2DF13-9E9B-41A5-8CD9-30DC2F6668C6}" dt="2026-04-15T13:19:10.190" v="221"/>
          <ac:inkMkLst>
            <pc:docMk/>
            <pc:sldMk cId="815590568" sldId="280"/>
            <ac:inkMk id="35" creationId="{82685284-92CF-F6BC-4497-024BDEF92ADD}"/>
          </ac:inkMkLst>
        </pc:inkChg>
        <pc:inkChg chg="add mod">
          <ac:chgData name="Bowen Cheek" userId="8fca192e-0677-4b46-9386-7af871cc0c0f" providerId="ADAL" clId="{A7C2DF13-9E9B-41A5-8CD9-30DC2F6668C6}" dt="2026-04-15T16:34:13.444" v="511"/>
          <ac:inkMkLst>
            <pc:docMk/>
            <pc:sldMk cId="815590568" sldId="280"/>
            <ac:inkMk id="36" creationId="{37A3283E-B53A-4E6A-0F5E-B169E1044E4B}"/>
          </ac:inkMkLst>
        </pc:inkChg>
        <pc:inkChg chg="add mod">
          <ac:chgData name="Bowen Cheek" userId="8fca192e-0677-4b46-9386-7af871cc0c0f" providerId="ADAL" clId="{A7C2DF13-9E9B-41A5-8CD9-30DC2F6668C6}" dt="2026-04-15T13:19:10.190" v="221"/>
          <ac:inkMkLst>
            <pc:docMk/>
            <pc:sldMk cId="815590568" sldId="280"/>
            <ac:inkMk id="36" creationId="{FB5FAFDE-F479-3948-E98C-4B1A945F7E86}"/>
          </ac:inkMkLst>
        </pc:inkChg>
        <pc:inkChg chg="add mod">
          <ac:chgData name="Bowen Cheek" userId="8fca192e-0677-4b46-9386-7af871cc0c0f" providerId="ADAL" clId="{A7C2DF13-9E9B-41A5-8CD9-30DC2F6668C6}" dt="2026-04-15T13:19:16.789" v="234"/>
          <ac:inkMkLst>
            <pc:docMk/>
            <pc:sldMk cId="815590568" sldId="280"/>
            <ac:inkMk id="37" creationId="{172FDB55-29D4-981C-D2CB-CCAA4FED7849}"/>
          </ac:inkMkLst>
        </pc:inkChg>
        <pc:inkChg chg="add mod">
          <ac:chgData name="Bowen Cheek" userId="8fca192e-0677-4b46-9386-7af871cc0c0f" providerId="ADAL" clId="{A7C2DF13-9E9B-41A5-8CD9-30DC2F6668C6}" dt="2026-04-15T16:34:16.204" v="520"/>
          <ac:inkMkLst>
            <pc:docMk/>
            <pc:sldMk cId="815590568" sldId="280"/>
            <ac:inkMk id="37" creationId="{6303D1EA-E76F-CCD2-D799-69B87A16D9E1}"/>
          </ac:inkMkLst>
        </pc:inkChg>
        <pc:inkChg chg="add mod">
          <ac:chgData name="Bowen Cheek" userId="8fca192e-0677-4b46-9386-7af871cc0c0f" providerId="ADAL" clId="{A7C2DF13-9E9B-41A5-8CD9-30DC2F6668C6}" dt="2026-04-15T16:34:16.204" v="520"/>
          <ac:inkMkLst>
            <pc:docMk/>
            <pc:sldMk cId="815590568" sldId="280"/>
            <ac:inkMk id="38" creationId="{BDDC91F2-1266-EA97-547B-E707369CCD48}"/>
          </ac:inkMkLst>
        </pc:inkChg>
        <pc:inkChg chg="add mod">
          <ac:chgData name="Bowen Cheek" userId="8fca192e-0677-4b46-9386-7af871cc0c0f" providerId="ADAL" clId="{A7C2DF13-9E9B-41A5-8CD9-30DC2F6668C6}" dt="2026-04-15T13:19:16.789" v="234"/>
          <ac:inkMkLst>
            <pc:docMk/>
            <pc:sldMk cId="815590568" sldId="280"/>
            <ac:inkMk id="38" creationId="{E6F6002B-1EEE-2B75-43C7-D780008CFFFA}"/>
          </ac:inkMkLst>
        </pc:inkChg>
        <pc:inkChg chg="add mod">
          <ac:chgData name="Bowen Cheek" userId="8fca192e-0677-4b46-9386-7af871cc0c0f" providerId="ADAL" clId="{A7C2DF13-9E9B-41A5-8CD9-30DC2F6668C6}" dt="2026-04-15T13:19:15.302" v="231"/>
          <ac:inkMkLst>
            <pc:docMk/>
            <pc:sldMk cId="815590568" sldId="280"/>
            <ac:inkMk id="39" creationId="{3F424AB6-0EC2-1EC6-F870-6FBC22D83991}"/>
          </ac:inkMkLst>
        </pc:inkChg>
        <pc:inkChg chg="add mod">
          <ac:chgData name="Bowen Cheek" userId="8fca192e-0677-4b46-9386-7af871cc0c0f" providerId="ADAL" clId="{A7C2DF13-9E9B-41A5-8CD9-30DC2F6668C6}" dt="2026-04-15T16:34:16.204" v="520"/>
          <ac:inkMkLst>
            <pc:docMk/>
            <pc:sldMk cId="815590568" sldId="280"/>
            <ac:inkMk id="39" creationId="{468824E1-B14C-5E3D-17AB-4A4C78CE7D9B}"/>
          </ac:inkMkLst>
        </pc:inkChg>
        <pc:inkChg chg="add mod">
          <ac:chgData name="Bowen Cheek" userId="8fca192e-0677-4b46-9386-7af871cc0c0f" providerId="ADAL" clId="{A7C2DF13-9E9B-41A5-8CD9-30DC2F6668C6}" dt="2026-04-15T13:19:16.789" v="234"/>
          <ac:inkMkLst>
            <pc:docMk/>
            <pc:sldMk cId="815590568" sldId="280"/>
            <ac:inkMk id="40" creationId="{B4BE8833-131C-2A57-47D0-9D269DF89EA4}"/>
          </ac:inkMkLst>
        </pc:inkChg>
        <pc:inkChg chg="add">
          <ac:chgData name="Bowen Cheek" userId="8fca192e-0677-4b46-9386-7af871cc0c0f" providerId="ADAL" clId="{A7C2DF13-9E9B-41A5-8CD9-30DC2F6668C6}" dt="2026-04-15T16:34:13.649" v="512" actId="9405"/>
          <ac:inkMkLst>
            <pc:docMk/>
            <pc:sldMk cId="815590568" sldId="280"/>
            <ac:inkMk id="41" creationId="{EA0A2633-685D-3517-CF2C-8DCBDF234A1F}"/>
          </ac:inkMkLst>
        </pc:inkChg>
        <pc:inkChg chg="add">
          <ac:chgData name="Bowen Cheek" userId="8fca192e-0677-4b46-9386-7af871cc0c0f" providerId="ADAL" clId="{A7C2DF13-9E9B-41A5-8CD9-30DC2F6668C6}" dt="2026-04-15T16:34:13.839" v="513" actId="9405"/>
          <ac:inkMkLst>
            <pc:docMk/>
            <pc:sldMk cId="815590568" sldId="280"/>
            <ac:inkMk id="42" creationId="{C7CAE8F2-C731-A2D3-5095-65A8622F8415}"/>
          </ac:inkMkLst>
        </pc:inkChg>
        <pc:inkChg chg="add">
          <ac:chgData name="Bowen Cheek" userId="8fca192e-0677-4b46-9386-7af871cc0c0f" providerId="ADAL" clId="{A7C2DF13-9E9B-41A5-8CD9-30DC2F6668C6}" dt="2026-04-15T13:19:11.364" v="222" actId="9405"/>
          <ac:inkMkLst>
            <pc:docMk/>
            <pc:sldMk cId="815590568" sldId="280"/>
            <ac:inkMk id="42" creationId="{FAE7AFFC-770A-1033-FBCF-2CF5BE787B42}"/>
          </ac:inkMkLst>
        </pc:inkChg>
        <pc:inkChg chg="add">
          <ac:chgData name="Bowen Cheek" userId="8fca192e-0677-4b46-9386-7af871cc0c0f" providerId="ADAL" clId="{A7C2DF13-9E9B-41A5-8CD9-30DC2F6668C6}" dt="2026-04-15T16:34:14.286" v="514" actId="9405"/>
          <ac:inkMkLst>
            <pc:docMk/>
            <pc:sldMk cId="815590568" sldId="280"/>
            <ac:inkMk id="43" creationId="{3A03DB52-41A5-7D14-0834-B4F2D66330BC}"/>
          </ac:inkMkLst>
        </pc:inkChg>
        <pc:inkChg chg="add mod">
          <ac:chgData name="Bowen Cheek" userId="8fca192e-0677-4b46-9386-7af871cc0c0f" providerId="ADAL" clId="{A7C2DF13-9E9B-41A5-8CD9-30DC2F6668C6}" dt="2026-04-15T13:19:16.789" v="234"/>
          <ac:inkMkLst>
            <pc:docMk/>
            <pc:sldMk cId="815590568" sldId="280"/>
            <ac:inkMk id="43" creationId="{EDF97DC9-50D7-8A76-DB47-E0E9362351A1}"/>
          </ac:inkMkLst>
        </pc:inkChg>
        <pc:inkChg chg="add mod">
          <ac:chgData name="Bowen Cheek" userId="8fca192e-0677-4b46-9386-7af871cc0c0f" providerId="ADAL" clId="{A7C2DF13-9E9B-41A5-8CD9-30DC2F6668C6}" dt="2026-04-15T16:34:16.204" v="520"/>
          <ac:inkMkLst>
            <pc:docMk/>
            <pc:sldMk cId="815590568" sldId="280"/>
            <ac:inkMk id="44" creationId="{3882BF8A-61F9-565B-8C5F-6A339DBC0D66}"/>
          </ac:inkMkLst>
        </pc:inkChg>
        <pc:inkChg chg="add mod">
          <ac:chgData name="Bowen Cheek" userId="8fca192e-0677-4b46-9386-7af871cc0c0f" providerId="ADAL" clId="{A7C2DF13-9E9B-41A5-8CD9-30DC2F6668C6}" dt="2026-04-15T13:19:16.789" v="234"/>
          <ac:inkMkLst>
            <pc:docMk/>
            <pc:sldMk cId="815590568" sldId="280"/>
            <ac:inkMk id="44" creationId="{7B2939BA-0F53-B72E-526B-DB5DD2F766DE}"/>
          </ac:inkMkLst>
        </pc:inkChg>
        <pc:inkChg chg="add">
          <ac:chgData name="Bowen Cheek" userId="8fca192e-0677-4b46-9386-7af871cc0c0f" providerId="ADAL" clId="{A7C2DF13-9E9B-41A5-8CD9-30DC2F6668C6}" dt="2026-04-15T16:34:14.747" v="516" actId="9405"/>
          <ac:inkMkLst>
            <pc:docMk/>
            <pc:sldMk cId="815590568" sldId="280"/>
            <ac:inkMk id="45" creationId="{AB1308F1-5FFA-9C90-5FC2-5EFCF9A15B87}"/>
          </ac:inkMkLst>
        </pc:inkChg>
        <pc:inkChg chg="add">
          <ac:chgData name="Bowen Cheek" userId="8fca192e-0677-4b46-9386-7af871cc0c0f" providerId="ADAL" clId="{A7C2DF13-9E9B-41A5-8CD9-30DC2F6668C6}" dt="2026-04-15T13:19:13.173" v="225" actId="9405"/>
          <ac:inkMkLst>
            <pc:docMk/>
            <pc:sldMk cId="815590568" sldId="280"/>
            <ac:inkMk id="45" creationId="{F6003F1A-20EA-C98E-48CF-C664ED3C3FEF}"/>
          </ac:inkMkLst>
        </pc:inkChg>
        <pc:inkChg chg="add">
          <ac:chgData name="Bowen Cheek" userId="8fca192e-0677-4b46-9386-7af871cc0c0f" providerId="ADAL" clId="{A7C2DF13-9E9B-41A5-8CD9-30DC2F6668C6}" dt="2026-04-15T13:19:13.396" v="226" actId="9405"/>
          <ac:inkMkLst>
            <pc:docMk/>
            <pc:sldMk cId="815590568" sldId="280"/>
            <ac:inkMk id="46" creationId="{07F99C03-0A96-7CF0-BA28-11348FC393C4}"/>
          </ac:inkMkLst>
        </pc:inkChg>
        <pc:inkChg chg="add mod">
          <ac:chgData name="Bowen Cheek" userId="8fca192e-0677-4b46-9386-7af871cc0c0f" providerId="ADAL" clId="{A7C2DF13-9E9B-41A5-8CD9-30DC2F6668C6}" dt="2026-04-15T16:34:16.204" v="520"/>
          <ac:inkMkLst>
            <pc:docMk/>
            <pc:sldMk cId="815590568" sldId="280"/>
            <ac:inkMk id="46" creationId="{506F96C7-076C-E1B1-226B-F84C72B37AD4}"/>
          </ac:inkMkLst>
        </pc:inkChg>
        <pc:inkChg chg="add mod">
          <ac:chgData name="Bowen Cheek" userId="8fca192e-0677-4b46-9386-7af871cc0c0f" providerId="ADAL" clId="{A7C2DF13-9E9B-41A5-8CD9-30DC2F6668C6}" dt="2026-04-15T16:34:16.204" v="520"/>
          <ac:inkMkLst>
            <pc:docMk/>
            <pc:sldMk cId="815590568" sldId="280"/>
            <ac:inkMk id="47" creationId="{5C156D60-BC6B-12E1-1E70-DFDD2A9A39ED}"/>
          </ac:inkMkLst>
        </pc:inkChg>
        <pc:inkChg chg="add">
          <ac:chgData name="Bowen Cheek" userId="8fca192e-0677-4b46-9386-7af871cc0c0f" providerId="ADAL" clId="{A7C2DF13-9E9B-41A5-8CD9-30DC2F6668C6}" dt="2026-04-15T13:19:13.572" v="227" actId="9405"/>
          <ac:inkMkLst>
            <pc:docMk/>
            <pc:sldMk cId="815590568" sldId="280"/>
            <ac:inkMk id="47" creationId="{71082BFE-54F5-8806-D99F-A8FB78F91A32}"/>
          </ac:inkMkLst>
        </pc:inkChg>
        <pc:inkChg chg="add mod">
          <ac:chgData name="Bowen Cheek" userId="8fca192e-0677-4b46-9386-7af871cc0c0f" providerId="ADAL" clId="{A7C2DF13-9E9B-41A5-8CD9-30DC2F6668C6}" dt="2026-04-15T16:34:16.204" v="520"/>
          <ac:inkMkLst>
            <pc:docMk/>
            <pc:sldMk cId="815590568" sldId="280"/>
            <ac:inkMk id="48" creationId="{AB0D51ED-ACD5-8F58-837A-A1D50294032C}"/>
          </ac:inkMkLst>
        </pc:inkChg>
        <pc:inkChg chg="add mod">
          <ac:chgData name="Bowen Cheek" userId="8fca192e-0677-4b46-9386-7af871cc0c0f" providerId="ADAL" clId="{A7C2DF13-9E9B-41A5-8CD9-30DC2F6668C6}" dt="2026-04-15T13:19:16.789" v="234"/>
          <ac:inkMkLst>
            <pc:docMk/>
            <pc:sldMk cId="815590568" sldId="280"/>
            <ac:inkMk id="48" creationId="{B0787177-C113-EC61-6192-37DAFE95B509}"/>
          </ac:inkMkLst>
        </pc:inkChg>
        <pc:inkChg chg="add">
          <ac:chgData name="Bowen Cheek" userId="8fca192e-0677-4b46-9386-7af871cc0c0f" providerId="ADAL" clId="{A7C2DF13-9E9B-41A5-8CD9-30DC2F6668C6}" dt="2026-04-15T13:19:14.475" v="229" actId="9405"/>
          <ac:inkMkLst>
            <pc:docMk/>
            <pc:sldMk cId="815590568" sldId="280"/>
            <ac:inkMk id="49" creationId="{73E57FD3-977D-E864-EC0F-4B47729C231C}"/>
          </ac:inkMkLst>
        </pc:inkChg>
        <pc:inkChg chg="add">
          <ac:chgData name="Bowen Cheek" userId="8fca192e-0677-4b46-9386-7af871cc0c0f" providerId="ADAL" clId="{A7C2DF13-9E9B-41A5-8CD9-30DC2F6668C6}" dt="2026-04-15T13:19:14.731" v="230" actId="9405"/>
          <ac:inkMkLst>
            <pc:docMk/>
            <pc:sldMk cId="815590568" sldId="280"/>
            <ac:inkMk id="50" creationId="{E5C47F2A-A48D-CE76-D506-240216C274E7}"/>
          </ac:inkMkLst>
        </pc:inkChg>
        <pc:inkChg chg="add">
          <ac:chgData name="Bowen Cheek" userId="8fca192e-0677-4b46-9386-7af871cc0c0f" providerId="ADAL" clId="{A7C2DF13-9E9B-41A5-8CD9-30DC2F6668C6}" dt="2026-04-15T13:19:15.302" v="232" actId="9405"/>
          <ac:inkMkLst>
            <pc:docMk/>
            <pc:sldMk cId="815590568" sldId="280"/>
            <ac:inkMk id="52" creationId="{23EA20CD-5DD8-09B5-8B11-C11367692B1E}"/>
          </ac:inkMkLst>
        </pc:inkChg>
        <pc:inkChg chg="add mod">
          <ac:chgData name="Bowen Cheek" userId="8fca192e-0677-4b46-9386-7af871cc0c0f" providerId="ADAL" clId="{A7C2DF13-9E9B-41A5-8CD9-30DC2F6668C6}" dt="2026-04-15T13:19:16.789" v="234"/>
          <ac:inkMkLst>
            <pc:docMk/>
            <pc:sldMk cId="815590568" sldId="280"/>
            <ac:inkMk id="53" creationId="{B3D75495-AC4E-37AB-C700-F6C02F0BA378}"/>
          </ac:inkMkLst>
        </pc:inkChg>
        <pc:inkChg chg="add">
          <ac:chgData name="Bowen Cheek" userId="8fca192e-0677-4b46-9386-7af871cc0c0f" providerId="ADAL" clId="{A7C2DF13-9E9B-41A5-8CD9-30DC2F6668C6}" dt="2026-04-15T13:19:55.699" v="235" actId="9405"/>
          <ac:inkMkLst>
            <pc:docMk/>
            <pc:sldMk cId="815590568" sldId="280"/>
            <ac:inkMk id="55" creationId="{F88E4F65-1EFB-EE04-B069-7E00E5F5F5B1}"/>
          </ac:inkMkLst>
        </pc:inkChg>
        <pc:inkChg chg="add">
          <ac:chgData name="Bowen Cheek" userId="8fca192e-0677-4b46-9386-7af871cc0c0f" providerId="ADAL" clId="{A7C2DF13-9E9B-41A5-8CD9-30DC2F6668C6}" dt="2026-04-15T13:20:14.736" v="236" actId="9405"/>
          <ac:inkMkLst>
            <pc:docMk/>
            <pc:sldMk cId="815590568" sldId="280"/>
            <ac:inkMk id="56" creationId="{155CFA24-8B7B-4AB2-B3C9-29DCF87E6C87}"/>
          </ac:inkMkLst>
        </pc:inkChg>
        <pc:inkChg chg="add mod">
          <ac:chgData name="Bowen Cheek" userId="8fca192e-0677-4b46-9386-7af871cc0c0f" providerId="ADAL" clId="{A7C2DF13-9E9B-41A5-8CD9-30DC2F6668C6}" dt="2026-04-15T13:20:22.475" v="249"/>
          <ac:inkMkLst>
            <pc:docMk/>
            <pc:sldMk cId="815590568" sldId="280"/>
            <ac:inkMk id="57" creationId="{C6AF8EC6-E22B-53BC-D44A-CCAC4E50F896}"/>
          </ac:inkMkLst>
        </pc:inkChg>
        <pc:inkChg chg="add">
          <ac:chgData name="Bowen Cheek" userId="8fca192e-0677-4b46-9386-7af871cc0c0f" providerId="ADAL" clId="{A7C2DF13-9E9B-41A5-8CD9-30DC2F6668C6}" dt="2026-04-15T13:20:17.354" v="238" actId="9405"/>
          <ac:inkMkLst>
            <pc:docMk/>
            <pc:sldMk cId="815590568" sldId="280"/>
            <ac:inkMk id="58" creationId="{ABF63535-1878-BB2C-7E75-0B48B01B4F2C}"/>
          </ac:inkMkLst>
        </pc:inkChg>
        <pc:inkChg chg="add">
          <ac:chgData name="Bowen Cheek" userId="8fca192e-0677-4b46-9386-7af871cc0c0f" providerId="ADAL" clId="{A7C2DF13-9E9B-41A5-8CD9-30DC2F6668C6}" dt="2026-04-15T13:20:18.169" v="239" actId="9405"/>
          <ac:inkMkLst>
            <pc:docMk/>
            <pc:sldMk cId="815590568" sldId="280"/>
            <ac:inkMk id="59" creationId="{FF6E2E86-F775-4008-8D08-2F3260E2A305}"/>
          </ac:inkMkLst>
        </pc:inkChg>
        <pc:inkChg chg="add mod">
          <ac:chgData name="Bowen Cheek" userId="8fca192e-0677-4b46-9386-7af871cc0c0f" providerId="ADAL" clId="{A7C2DF13-9E9B-41A5-8CD9-30DC2F6668C6}" dt="2026-04-15T13:20:22.475" v="249"/>
          <ac:inkMkLst>
            <pc:docMk/>
            <pc:sldMk cId="815590568" sldId="280"/>
            <ac:inkMk id="60" creationId="{B73A9D29-30DA-799C-98BA-DDE17A99FB64}"/>
          </ac:inkMkLst>
        </pc:inkChg>
        <pc:inkChg chg="add mod">
          <ac:chgData name="Bowen Cheek" userId="8fca192e-0677-4b46-9386-7af871cc0c0f" providerId="ADAL" clId="{A7C2DF13-9E9B-41A5-8CD9-30DC2F6668C6}" dt="2026-04-15T13:20:22.475" v="249"/>
          <ac:inkMkLst>
            <pc:docMk/>
            <pc:sldMk cId="815590568" sldId="280"/>
            <ac:inkMk id="61" creationId="{A9083072-2F7D-3F7C-B559-1C698DF02888}"/>
          </ac:inkMkLst>
        </pc:inkChg>
        <pc:inkChg chg="add mod">
          <ac:chgData name="Bowen Cheek" userId="8fca192e-0677-4b46-9386-7af871cc0c0f" providerId="ADAL" clId="{A7C2DF13-9E9B-41A5-8CD9-30DC2F6668C6}" dt="2026-04-15T13:20:22.475" v="249"/>
          <ac:inkMkLst>
            <pc:docMk/>
            <pc:sldMk cId="815590568" sldId="280"/>
            <ac:inkMk id="62" creationId="{2D8C222E-FD27-979F-AAE3-B05F093156B3}"/>
          </ac:inkMkLst>
        </pc:inkChg>
        <pc:inkChg chg="add mod">
          <ac:chgData name="Bowen Cheek" userId="8fca192e-0677-4b46-9386-7af871cc0c0f" providerId="ADAL" clId="{A7C2DF13-9E9B-41A5-8CD9-30DC2F6668C6}" dt="2026-04-15T13:20:22.475" v="249"/>
          <ac:inkMkLst>
            <pc:docMk/>
            <pc:sldMk cId="815590568" sldId="280"/>
            <ac:inkMk id="63" creationId="{54F687E2-3A4D-14CA-072C-2AD9C7EA9657}"/>
          </ac:inkMkLst>
        </pc:inkChg>
        <pc:inkChg chg="add mod">
          <ac:chgData name="Bowen Cheek" userId="8fca192e-0677-4b46-9386-7af871cc0c0f" providerId="ADAL" clId="{A7C2DF13-9E9B-41A5-8CD9-30DC2F6668C6}" dt="2026-04-15T13:20:22.475" v="249"/>
          <ac:inkMkLst>
            <pc:docMk/>
            <pc:sldMk cId="815590568" sldId="280"/>
            <ac:inkMk id="64" creationId="{D29938C3-3BAB-FA29-0CA6-5F118DC502A1}"/>
          </ac:inkMkLst>
        </pc:inkChg>
        <pc:inkChg chg="add mod">
          <ac:chgData name="Bowen Cheek" userId="8fca192e-0677-4b46-9386-7af871cc0c0f" providerId="ADAL" clId="{A7C2DF13-9E9B-41A5-8CD9-30DC2F6668C6}" dt="2026-04-15T13:20:22.475" v="249"/>
          <ac:inkMkLst>
            <pc:docMk/>
            <pc:sldMk cId="815590568" sldId="280"/>
            <ac:inkMk id="65" creationId="{A5DF335F-6671-C0A6-2457-977869665318}"/>
          </ac:inkMkLst>
        </pc:inkChg>
        <pc:inkChg chg="add mod">
          <ac:chgData name="Bowen Cheek" userId="8fca192e-0677-4b46-9386-7af871cc0c0f" providerId="ADAL" clId="{A7C2DF13-9E9B-41A5-8CD9-30DC2F6668C6}" dt="2026-04-15T13:20:22.475" v="249"/>
          <ac:inkMkLst>
            <pc:docMk/>
            <pc:sldMk cId="815590568" sldId="280"/>
            <ac:inkMk id="66" creationId="{823F23EE-3A39-DB54-9B0A-C81C974C4E5A}"/>
          </ac:inkMkLst>
        </pc:inkChg>
        <pc:inkChg chg="add">
          <ac:chgData name="Bowen Cheek" userId="8fca192e-0677-4b46-9386-7af871cc0c0f" providerId="ADAL" clId="{A7C2DF13-9E9B-41A5-8CD9-30DC2F6668C6}" dt="2026-04-15T13:20:21.283" v="247" actId="9405"/>
          <ac:inkMkLst>
            <pc:docMk/>
            <pc:sldMk cId="815590568" sldId="280"/>
            <ac:inkMk id="67" creationId="{2A346FF1-34DF-F6C7-850E-FFF466DFB3FD}"/>
          </ac:inkMkLst>
        </pc:inkChg>
        <pc:inkChg chg="add mod">
          <ac:chgData name="Bowen Cheek" userId="8fca192e-0677-4b46-9386-7af871cc0c0f" providerId="ADAL" clId="{A7C2DF13-9E9B-41A5-8CD9-30DC2F6668C6}" dt="2026-04-15T13:20:22.475" v="249"/>
          <ac:inkMkLst>
            <pc:docMk/>
            <pc:sldMk cId="815590568" sldId="280"/>
            <ac:inkMk id="68" creationId="{D7109CB6-BFDF-5EAF-C4F7-BBB097E35620}"/>
          </ac:inkMkLst>
        </pc:inkChg>
      </pc:sldChg>
      <pc:sldChg chg="addSp delSp modSp mod">
        <pc:chgData name="Bowen Cheek" userId="8fca192e-0677-4b46-9386-7af871cc0c0f" providerId="ADAL" clId="{A7C2DF13-9E9B-41A5-8CD9-30DC2F6668C6}" dt="2026-04-15T16:41:25.661" v="577"/>
        <pc:sldMkLst>
          <pc:docMk/>
          <pc:sldMk cId="147702139" sldId="281"/>
        </pc:sldMkLst>
        <pc:grpChg chg="del mod">
          <ac:chgData name="Bowen Cheek" userId="8fca192e-0677-4b46-9386-7af871cc0c0f" providerId="ADAL" clId="{A7C2DF13-9E9B-41A5-8CD9-30DC2F6668C6}" dt="2026-04-15T13:24:08.309" v="267"/>
          <ac:grpSpMkLst>
            <pc:docMk/>
            <pc:sldMk cId="147702139" sldId="281"/>
            <ac:grpSpMk id="15" creationId="{159D88BB-26E8-6443-F0E7-DE3056404F14}"/>
          </ac:grpSpMkLst>
        </pc:grpChg>
        <pc:grpChg chg="mod">
          <ac:chgData name="Bowen Cheek" userId="8fca192e-0677-4b46-9386-7af871cc0c0f" providerId="ADAL" clId="{A7C2DF13-9E9B-41A5-8CD9-30DC2F6668C6}" dt="2026-04-15T16:37:32.133" v="531"/>
          <ac:grpSpMkLst>
            <pc:docMk/>
            <pc:sldMk cId="147702139" sldId="281"/>
            <ac:grpSpMk id="16" creationId="{9856D610-FB72-4451-4B57-D31CBE071C62}"/>
          </ac:grpSpMkLst>
        </pc:grpChg>
        <pc:grpChg chg="del mod">
          <ac:chgData name="Bowen Cheek" userId="8fca192e-0677-4b46-9386-7af871cc0c0f" providerId="ADAL" clId="{A7C2DF13-9E9B-41A5-8CD9-30DC2F6668C6}" dt="2026-04-15T13:24:13.226" v="278"/>
          <ac:grpSpMkLst>
            <pc:docMk/>
            <pc:sldMk cId="147702139" sldId="281"/>
            <ac:grpSpMk id="23" creationId="{37E572DD-D250-E802-E93C-CCB75E4A6964}"/>
          </ac:grpSpMkLst>
        </pc:grpChg>
        <pc:grpChg chg="del mod">
          <ac:chgData name="Bowen Cheek" userId="8fca192e-0677-4b46-9386-7af871cc0c0f" providerId="ADAL" clId="{A7C2DF13-9E9B-41A5-8CD9-30DC2F6668C6}" dt="2026-04-15T16:38:10.516" v="565"/>
          <ac:grpSpMkLst>
            <pc:docMk/>
            <pc:sldMk cId="147702139" sldId="281"/>
            <ac:grpSpMk id="25" creationId="{28E81C29-36D2-F0AB-7D40-289E74F0E499}"/>
          </ac:grpSpMkLst>
        </pc:grpChg>
        <pc:grpChg chg="del mod">
          <ac:chgData name="Bowen Cheek" userId="8fca192e-0677-4b46-9386-7af871cc0c0f" providerId="ADAL" clId="{A7C2DF13-9E9B-41A5-8CD9-30DC2F6668C6}" dt="2026-04-15T16:38:05.423" v="559"/>
          <ac:grpSpMkLst>
            <pc:docMk/>
            <pc:sldMk cId="147702139" sldId="281"/>
            <ac:grpSpMk id="28" creationId="{9A9C8944-81A1-1430-EF75-AE91F24F4A8B}"/>
          </ac:grpSpMkLst>
        </pc:grpChg>
        <pc:grpChg chg="mod">
          <ac:chgData name="Bowen Cheek" userId="8fca192e-0677-4b46-9386-7af871cc0c0f" providerId="ADAL" clId="{A7C2DF13-9E9B-41A5-8CD9-30DC2F6668C6}" dt="2026-04-15T13:24:13.226" v="278"/>
          <ac:grpSpMkLst>
            <pc:docMk/>
            <pc:sldMk cId="147702139" sldId="281"/>
            <ac:grpSpMk id="34" creationId="{79E82754-53BD-818F-51B6-DB1FA6DEA323}"/>
          </ac:grpSpMkLst>
        </pc:grpChg>
        <pc:grpChg chg="del mod">
          <ac:chgData name="Bowen Cheek" userId="8fca192e-0677-4b46-9386-7af871cc0c0f" providerId="ADAL" clId="{A7C2DF13-9E9B-41A5-8CD9-30DC2F6668C6}" dt="2026-04-15T13:24:32.476" v="291"/>
          <ac:grpSpMkLst>
            <pc:docMk/>
            <pc:sldMk cId="147702139" sldId="281"/>
            <ac:grpSpMk id="43" creationId="{B450FB35-839B-9517-13B0-799EF5F9AA3E}"/>
          </ac:grpSpMkLst>
        </pc:grpChg>
        <pc:grpChg chg="mod">
          <ac:chgData name="Bowen Cheek" userId="8fca192e-0677-4b46-9386-7af871cc0c0f" providerId="ADAL" clId="{A7C2DF13-9E9B-41A5-8CD9-30DC2F6668C6}" dt="2026-04-15T16:38:05.423" v="559"/>
          <ac:grpSpMkLst>
            <pc:docMk/>
            <pc:sldMk cId="147702139" sldId="281"/>
            <ac:grpSpMk id="44" creationId="{C15C48A5-10A5-9E7D-FF84-348B20ADAF0C}"/>
          </ac:grpSpMkLst>
        </pc:grpChg>
        <pc:grpChg chg="mod">
          <ac:chgData name="Bowen Cheek" userId="8fca192e-0677-4b46-9386-7af871cc0c0f" providerId="ADAL" clId="{A7C2DF13-9E9B-41A5-8CD9-30DC2F6668C6}" dt="2026-04-15T13:24:32.476" v="291"/>
          <ac:grpSpMkLst>
            <pc:docMk/>
            <pc:sldMk cId="147702139" sldId="281"/>
            <ac:grpSpMk id="47" creationId="{782BDF57-828D-A37F-2249-518036598931}"/>
          </ac:grpSpMkLst>
        </pc:grpChg>
        <pc:grpChg chg="mod">
          <ac:chgData name="Bowen Cheek" userId="8fca192e-0677-4b46-9386-7af871cc0c0f" providerId="ADAL" clId="{A7C2DF13-9E9B-41A5-8CD9-30DC2F6668C6}" dt="2026-04-15T16:38:10.516" v="565"/>
          <ac:grpSpMkLst>
            <pc:docMk/>
            <pc:sldMk cId="147702139" sldId="281"/>
            <ac:grpSpMk id="50" creationId="{4E6A0098-24ED-D85E-D245-A8E1F14A5A70}"/>
          </ac:grpSpMkLst>
        </pc:grpChg>
        <pc:grpChg chg="mod">
          <ac:chgData name="Bowen Cheek" userId="8fca192e-0677-4b46-9386-7af871cc0c0f" providerId="ADAL" clId="{A7C2DF13-9E9B-41A5-8CD9-30DC2F6668C6}" dt="2026-04-15T16:41:25.661" v="577"/>
          <ac:grpSpMkLst>
            <pc:docMk/>
            <pc:sldMk cId="147702139" sldId="281"/>
            <ac:grpSpMk id="62" creationId="{599DB513-A39B-3729-C84F-44759F0AB20E}"/>
          </ac:grpSpMkLst>
        </pc:grpChg>
        <pc:inkChg chg="add">
          <ac:chgData name="Bowen Cheek" userId="8fca192e-0677-4b46-9386-7af871cc0c0f" providerId="ADAL" clId="{A7C2DF13-9E9B-41A5-8CD9-30DC2F6668C6}" dt="2026-04-15T13:23:15.948" v="250" actId="9405"/>
          <ac:inkMkLst>
            <pc:docMk/>
            <pc:sldMk cId="147702139" sldId="281"/>
            <ac:inkMk id="6" creationId="{144CABA1-911B-F4EE-9DE3-A2D04F9D3995}"/>
          </ac:inkMkLst>
        </pc:inkChg>
        <pc:inkChg chg="add">
          <ac:chgData name="Bowen Cheek" userId="8fca192e-0677-4b46-9386-7af871cc0c0f" providerId="ADAL" clId="{A7C2DF13-9E9B-41A5-8CD9-30DC2F6668C6}" dt="2026-04-15T16:36:55.610" v="521" actId="9405"/>
          <ac:inkMkLst>
            <pc:docMk/>
            <pc:sldMk cId="147702139" sldId="281"/>
            <ac:inkMk id="6" creationId="{70C89891-793B-D13C-EA65-535D0BECA8D6}"/>
          </ac:inkMkLst>
        </pc:inkChg>
        <pc:inkChg chg="add">
          <ac:chgData name="Bowen Cheek" userId="8fca192e-0677-4b46-9386-7af871cc0c0f" providerId="ADAL" clId="{A7C2DF13-9E9B-41A5-8CD9-30DC2F6668C6}" dt="2026-04-15T13:23:19.368" v="251" actId="9405"/>
          <ac:inkMkLst>
            <pc:docMk/>
            <pc:sldMk cId="147702139" sldId="281"/>
            <ac:inkMk id="7" creationId="{9D1734C0-093D-BEAB-2442-EF01AD7E26BE}"/>
          </ac:inkMkLst>
        </pc:inkChg>
        <pc:inkChg chg="add">
          <ac:chgData name="Bowen Cheek" userId="8fca192e-0677-4b46-9386-7af871cc0c0f" providerId="ADAL" clId="{A7C2DF13-9E9B-41A5-8CD9-30DC2F6668C6}" dt="2026-04-15T16:36:58.152" v="522" actId="9405"/>
          <ac:inkMkLst>
            <pc:docMk/>
            <pc:sldMk cId="147702139" sldId="281"/>
            <ac:inkMk id="7" creationId="{E8C626C7-BCCB-E1B9-E831-0AD2026A0DB1}"/>
          </ac:inkMkLst>
        </pc:inkChg>
        <pc:inkChg chg="add">
          <ac:chgData name="Bowen Cheek" userId="8fca192e-0677-4b46-9386-7af871cc0c0f" providerId="ADAL" clId="{A7C2DF13-9E9B-41A5-8CD9-30DC2F6668C6}" dt="2026-04-15T16:37:00.518" v="523" actId="9405"/>
          <ac:inkMkLst>
            <pc:docMk/>
            <pc:sldMk cId="147702139" sldId="281"/>
            <ac:inkMk id="8" creationId="{7E22426C-FFA7-9C89-4F1E-19DD4D235A6A}"/>
          </ac:inkMkLst>
        </pc:inkChg>
        <pc:inkChg chg="add">
          <ac:chgData name="Bowen Cheek" userId="8fca192e-0677-4b46-9386-7af871cc0c0f" providerId="ADAL" clId="{A7C2DF13-9E9B-41A5-8CD9-30DC2F6668C6}" dt="2026-04-15T13:23:22.575" v="252" actId="9405"/>
          <ac:inkMkLst>
            <pc:docMk/>
            <pc:sldMk cId="147702139" sldId="281"/>
            <ac:inkMk id="8" creationId="{99217F91-963E-BE0B-CE74-354D1EB3BC53}"/>
          </ac:inkMkLst>
        </pc:inkChg>
        <pc:inkChg chg="add">
          <ac:chgData name="Bowen Cheek" userId="8fca192e-0677-4b46-9386-7af871cc0c0f" providerId="ADAL" clId="{A7C2DF13-9E9B-41A5-8CD9-30DC2F6668C6}" dt="2026-04-15T13:23:26.674" v="253" actId="9405"/>
          <ac:inkMkLst>
            <pc:docMk/>
            <pc:sldMk cId="147702139" sldId="281"/>
            <ac:inkMk id="9" creationId="{26CA07CA-B6AB-0129-851D-3746BCAA5D78}"/>
          </ac:inkMkLst>
        </pc:inkChg>
        <pc:inkChg chg="add">
          <ac:chgData name="Bowen Cheek" userId="8fca192e-0677-4b46-9386-7af871cc0c0f" providerId="ADAL" clId="{A7C2DF13-9E9B-41A5-8CD9-30DC2F6668C6}" dt="2026-04-15T16:37:03" v="524" actId="9405"/>
          <ac:inkMkLst>
            <pc:docMk/>
            <pc:sldMk cId="147702139" sldId="281"/>
            <ac:inkMk id="9" creationId="{96299C30-C6F3-27EB-0394-3090A2B6FED5}"/>
          </ac:inkMkLst>
        </pc:inkChg>
        <pc:inkChg chg="add mod">
          <ac:chgData name="Bowen Cheek" userId="8fca192e-0677-4b46-9386-7af871cc0c0f" providerId="ADAL" clId="{A7C2DF13-9E9B-41A5-8CD9-30DC2F6668C6}" dt="2026-04-15T13:24:13.226" v="278"/>
          <ac:inkMkLst>
            <pc:docMk/>
            <pc:sldMk cId="147702139" sldId="281"/>
            <ac:inkMk id="10" creationId="{4C34FAEC-C11C-9814-2A2A-6BF17552FBCD}"/>
          </ac:inkMkLst>
        </pc:inkChg>
        <pc:inkChg chg="add">
          <ac:chgData name="Bowen Cheek" userId="8fca192e-0677-4b46-9386-7af871cc0c0f" providerId="ADAL" clId="{A7C2DF13-9E9B-41A5-8CD9-30DC2F6668C6}" dt="2026-04-15T16:37:09.132" v="525" actId="9405"/>
          <ac:inkMkLst>
            <pc:docMk/>
            <pc:sldMk cId="147702139" sldId="281"/>
            <ac:inkMk id="10" creationId="{6EDE7818-9D0F-15E7-786E-F3883E0C001B}"/>
          </ac:inkMkLst>
        </pc:inkChg>
        <pc:inkChg chg="add mod">
          <ac:chgData name="Bowen Cheek" userId="8fca192e-0677-4b46-9386-7af871cc0c0f" providerId="ADAL" clId="{A7C2DF13-9E9B-41A5-8CD9-30DC2F6668C6}" dt="2026-04-15T16:37:32.133" v="531"/>
          <ac:inkMkLst>
            <pc:docMk/>
            <pc:sldMk cId="147702139" sldId="281"/>
            <ac:inkMk id="11" creationId="{0586A63C-2C14-02FA-4903-C923A92403DE}"/>
          </ac:inkMkLst>
        </pc:inkChg>
        <pc:inkChg chg="add mod">
          <ac:chgData name="Bowen Cheek" userId="8fca192e-0677-4b46-9386-7af871cc0c0f" providerId="ADAL" clId="{A7C2DF13-9E9B-41A5-8CD9-30DC2F6668C6}" dt="2026-04-15T13:23:51.691" v="259"/>
          <ac:inkMkLst>
            <pc:docMk/>
            <pc:sldMk cId="147702139" sldId="281"/>
            <ac:inkMk id="11" creationId="{11E93A47-9D29-6F6B-4D49-CDA08E1CA43B}"/>
          </ac:inkMkLst>
        </pc:inkChg>
        <pc:inkChg chg="add mod">
          <ac:chgData name="Bowen Cheek" userId="8fca192e-0677-4b46-9386-7af871cc0c0f" providerId="ADAL" clId="{A7C2DF13-9E9B-41A5-8CD9-30DC2F6668C6}" dt="2026-04-15T13:23:51.691" v="259"/>
          <ac:inkMkLst>
            <pc:docMk/>
            <pc:sldMk cId="147702139" sldId="281"/>
            <ac:inkMk id="12" creationId="{8D0DE128-5065-AA99-D0B4-2367B5F35413}"/>
          </ac:inkMkLst>
        </pc:inkChg>
        <pc:inkChg chg="add mod">
          <ac:chgData name="Bowen Cheek" userId="8fca192e-0677-4b46-9386-7af871cc0c0f" providerId="ADAL" clId="{A7C2DF13-9E9B-41A5-8CD9-30DC2F6668C6}" dt="2026-04-15T16:37:32.133" v="531"/>
          <ac:inkMkLst>
            <pc:docMk/>
            <pc:sldMk cId="147702139" sldId="281"/>
            <ac:inkMk id="12" creationId="{FB7C28C2-7A6C-EB3A-0E3E-9C6C4EA51478}"/>
          </ac:inkMkLst>
        </pc:inkChg>
        <pc:inkChg chg="add mod">
          <ac:chgData name="Bowen Cheek" userId="8fca192e-0677-4b46-9386-7af871cc0c0f" providerId="ADAL" clId="{A7C2DF13-9E9B-41A5-8CD9-30DC2F6668C6}" dt="2026-04-15T16:37:32.133" v="531"/>
          <ac:inkMkLst>
            <pc:docMk/>
            <pc:sldMk cId="147702139" sldId="281"/>
            <ac:inkMk id="13" creationId="{90B74F59-67E1-92DE-239E-B9F081573ACC}"/>
          </ac:inkMkLst>
        </pc:inkChg>
        <pc:inkChg chg="add mod">
          <ac:chgData name="Bowen Cheek" userId="8fca192e-0677-4b46-9386-7af871cc0c0f" providerId="ADAL" clId="{A7C2DF13-9E9B-41A5-8CD9-30DC2F6668C6}" dt="2026-04-15T13:24:13.226" v="278"/>
          <ac:inkMkLst>
            <pc:docMk/>
            <pc:sldMk cId="147702139" sldId="281"/>
            <ac:inkMk id="13" creationId="{CB97809A-47E8-75F1-006C-F61C8F5210E7}"/>
          </ac:inkMkLst>
        </pc:inkChg>
        <pc:inkChg chg="add mod">
          <ac:chgData name="Bowen Cheek" userId="8fca192e-0677-4b46-9386-7af871cc0c0f" providerId="ADAL" clId="{A7C2DF13-9E9B-41A5-8CD9-30DC2F6668C6}" dt="2026-04-15T16:37:32.133" v="531"/>
          <ac:inkMkLst>
            <pc:docMk/>
            <pc:sldMk cId="147702139" sldId="281"/>
            <ac:inkMk id="14" creationId="{03815366-622D-78F9-9549-71FC4B9BA3E8}"/>
          </ac:inkMkLst>
        </pc:inkChg>
        <pc:inkChg chg="add mod">
          <ac:chgData name="Bowen Cheek" userId="8fca192e-0677-4b46-9386-7af871cc0c0f" providerId="ADAL" clId="{A7C2DF13-9E9B-41A5-8CD9-30DC2F6668C6}" dt="2026-04-15T13:24:13.226" v="278"/>
          <ac:inkMkLst>
            <pc:docMk/>
            <pc:sldMk cId="147702139" sldId="281"/>
            <ac:inkMk id="14" creationId="{DE90A3FA-F325-19A5-37F6-9FAEC8C68F25}"/>
          </ac:inkMkLst>
        </pc:inkChg>
        <pc:inkChg chg="add mod">
          <ac:chgData name="Bowen Cheek" userId="8fca192e-0677-4b46-9386-7af871cc0c0f" providerId="ADAL" clId="{A7C2DF13-9E9B-41A5-8CD9-30DC2F6668C6}" dt="2026-04-15T16:37:32.133" v="531"/>
          <ac:inkMkLst>
            <pc:docMk/>
            <pc:sldMk cId="147702139" sldId="281"/>
            <ac:inkMk id="15" creationId="{A5B1F8EB-7AE4-D17F-76DA-7D9CA133C3B1}"/>
          </ac:inkMkLst>
        </pc:inkChg>
        <pc:inkChg chg="add mod">
          <ac:chgData name="Bowen Cheek" userId="8fca192e-0677-4b46-9386-7af871cc0c0f" providerId="ADAL" clId="{A7C2DF13-9E9B-41A5-8CD9-30DC2F6668C6}" dt="2026-04-15T13:24:13.226" v="278"/>
          <ac:inkMkLst>
            <pc:docMk/>
            <pc:sldMk cId="147702139" sldId="281"/>
            <ac:inkMk id="16" creationId="{06B2E20C-14DC-1CE9-55F8-39BCBFDB89E0}"/>
          </ac:inkMkLst>
        </pc:inkChg>
        <pc:inkChg chg="add mod">
          <ac:chgData name="Bowen Cheek" userId="8fca192e-0677-4b46-9386-7af871cc0c0f" providerId="ADAL" clId="{A7C2DF13-9E9B-41A5-8CD9-30DC2F6668C6}" dt="2026-04-15T16:38:10.516" v="565"/>
          <ac:inkMkLst>
            <pc:docMk/>
            <pc:sldMk cId="147702139" sldId="281"/>
            <ac:inkMk id="17" creationId="{1B2D3BE0-12FC-D0AD-8AA3-66E666C21B86}"/>
          </ac:inkMkLst>
        </pc:inkChg>
        <pc:inkChg chg="add mod">
          <ac:chgData name="Bowen Cheek" userId="8fca192e-0677-4b46-9386-7af871cc0c0f" providerId="ADAL" clId="{A7C2DF13-9E9B-41A5-8CD9-30DC2F6668C6}" dt="2026-04-15T13:24:08.309" v="267"/>
          <ac:inkMkLst>
            <pc:docMk/>
            <pc:sldMk cId="147702139" sldId="281"/>
            <ac:inkMk id="17" creationId="{DB299E1D-A2D7-21EB-FF26-B7EC70D78C16}"/>
          </ac:inkMkLst>
        </pc:inkChg>
        <pc:inkChg chg="add">
          <ac:chgData name="Bowen Cheek" userId="8fca192e-0677-4b46-9386-7af871cc0c0f" providerId="ADAL" clId="{A7C2DF13-9E9B-41A5-8CD9-30DC2F6668C6}" dt="2026-04-15T13:24:06.515" v="262" actId="9405"/>
          <ac:inkMkLst>
            <pc:docMk/>
            <pc:sldMk cId="147702139" sldId="281"/>
            <ac:inkMk id="18" creationId="{548DD375-500B-26DD-AA70-4769A683ADC2}"/>
          </ac:inkMkLst>
        </pc:inkChg>
        <pc:inkChg chg="add mod">
          <ac:chgData name="Bowen Cheek" userId="8fca192e-0677-4b46-9386-7af871cc0c0f" providerId="ADAL" clId="{A7C2DF13-9E9B-41A5-8CD9-30DC2F6668C6}" dt="2026-04-15T16:38:10.516" v="565"/>
          <ac:inkMkLst>
            <pc:docMk/>
            <pc:sldMk cId="147702139" sldId="281"/>
            <ac:inkMk id="18" creationId="{5975524A-8E0D-8C70-6761-F35B6F180EAD}"/>
          </ac:inkMkLst>
        </pc:inkChg>
        <pc:inkChg chg="add mod">
          <ac:chgData name="Bowen Cheek" userId="8fca192e-0677-4b46-9386-7af871cc0c0f" providerId="ADAL" clId="{A7C2DF13-9E9B-41A5-8CD9-30DC2F6668C6}" dt="2026-04-15T16:38:10.516" v="565"/>
          <ac:inkMkLst>
            <pc:docMk/>
            <pc:sldMk cId="147702139" sldId="281"/>
            <ac:inkMk id="19" creationId="{23E3A07D-27BC-87CF-F110-0A7F0E6208AC}"/>
          </ac:inkMkLst>
        </pc:inkChg>
        <pc:inkChg chg="add mod">
          <ac:chgData name="Bowen Cheek" userId="8fca192e-0677-4b46-9386-7af871cc0c0f" providerId="ADAL" clId="{A7C2DF13-9E9B-41A5-8CD9-30DC2F6668C6}" dt="2026-04-15T13:24:13.226" v="278"/>
          <ac:inkMkLst>
            <pc:docMk/>
            <pc:sldMk cId="147702139" sldId="281"/>
            <ac:inkMk id="19" creationId="{4DD0F3EE-5524-1452-C422-8498000809E5}"/>
          </ac:inkMkLst>
        </pc:inkChg>
        <pc:inkChg chg="add mod">
          <ac:chgData name="Bowen Cheek" userId="8fca192e-0677-4b46-9386-7af871cc0c0f" providerId="ADAL" clId="{A7C2DF13-9E9B-41A5-8CD9-30DC2F6668C6}" dt="2026-04-15T16:38:10.516" v="565"/>
          <ac:inkMkLst>
            <pc:docMk/>
            <pc:sldMk cId="147702139" sldId="281"/>
            <ac:inkMk id="20" creationId="{599C30C3-D9E1-0D01-5C42-CE52D57EF876}"/>
          </ac:inkMkLst>
        </pc:inkChg>
        <pc:inkChg chg="add mod">
          <ac:chgData name="Bowen Cheek" userId="8fca192e-0677-4b46-9386-7af871cc0c0f" providerId="ADAL" clId="{A7C2DF13-9E9B-41A5-8CD9-30DC2F6668C6}" dt="2026-04-15T13:24:08.309" v="267"/>
          <ac:inkMkLst>
            <pc:docMk/>
            <pc:sldMk cId="147702139" sldId="281"/>
            <ac:inkMk id="20" creationId="{9AC712C6-CE88-D8D0-D033-C796293E77D5}"/>
          </ac:inkMkLst>
        </pc:inkChg>
        <pc:inkChg chg="add">
          <ac:chgData name="Bowen Cheek" userId="8fca192e-0677-4b46-9386-7af871cc0c0f" providerId="ADAL" clId="{A7C2DF13-9E9B-41A5-8CD9-30DC2F6668C6}" dt="2026-04-15T13:24:07.387" v="265" actId="9405"/>
          <ac:inkMkLst>
            <pc:docMk/>
            <pc:sldMk cId="147702139" sldId="281"/>
            <ac:inkMk id="21" creationId="{CF3E6B2E-0017-A8CA-5445-86670548342E}"/>
          </ac:inkMkLst>
        </pc:inkChg>
        <pc:inkChg chg="add mod">
          <ac:chgData name="Bowen Cheek" userId="8fca192e-0677-4b46-9386-7af871cc0c0f" providerId="ADAL" clId="{A7C2DF13-9E9B-41A5-8CD9-30DC2F6668C6}" dt="2026-04-15T16:37:43.441" v="540"/>
          <ac:inkMkLst>
            <pc:docMk/>
            <pc:sldMk cId="147702139" sldId="281"/>
            <ac:inkMk id="21" creationId="{FCAC5B91-F7E7-838A-C277-6E55370459BB}"/>
          </ac:inkMkLst>
        </pc:inkChg>
        <pc:inkChg chg="add mod">
          <ac:chgData name="Bowen Cheek" userId="8fca192e-0677-4b46-9386-7af871cc0c0f" providerId="ADAL" clId="{A7C2DF13-9E9B-41A5-8CD9-30DC2F6668C6}" dt="2026-04-15T16:38:10.516" v="565"/>
          <ac:inkMkLst>
            <pc:docMk/>
            <pc:sldMk cId="147702139" sldId="281"/>
            <ac:inkMk id="22" creationId="{261793F0-2EEF-B4E4-074F-4B8080F2A188}"/>
          </ac:inkMkLst>
        </pc:inkChg>
        <pc:inkChg chg="add mod">
          <ac:chgData name="Bowen Cheek" userId="8fca192e-0677-4b46-9386-7af871cc0c0f" providerId="ADAL" clId="{A7C2DF13-9E9B-41A5-8CD9-30DC2F6668C6}" dt="2026-04-15T13:24:13.226" v="278"/>
          <ac:inkMkLst>
            <pc:docMk/>
            <pc:sldMk cId="147702139" sldId="281"/>
            <ac:inkMk id="22" creationId="{5B50E3AC-9933-FB3F-C5D1-1492EAF15FAE}"/>
          </ac:inkMkLst>
        </pc:inkChg>
        <pc:inkChg chg="add mod">
          <ac:chgData name="Bowen Cheek" userId="8fca192e-0677-4b46-9386-7af871cc0c0f" providerId="ADAL" clId="{A7C2DF13-9E9B-41A5-8CD9-30DC2F6668C6}" dt="2026-04-15T16:38:10.516" v="565"/>
          <ac:inkMkLst>
            <pc:docMk/>
            <pc:sldMk cId="147702139" sldId="281"/>
            <ac:inkMk id="23" creationId="{F99B70FD-4EF2-0188-9F61-4C1F12EAEFF5}"/>
          </ac:inkMkLst>
        </pc:inkChg>
        <pc:inkChg chg="add">
          <ac:chgData name="Bowen Cheek" userId="8fca192e-0677-4b46-9386-7af871cc0c0f" providerId="ADAL" clId="{A7C2DF13-9E9B-41A5-8CD9-30DC2F6668C6}" dt="2026-04-15T13:24:09.084" v="268" actId="9405"/>
          <ac:inkMkLst>
            <pc:docMk/>
            <pc:sldMk cId="147702139" sldId="281"/>
            <ac:inkMk id="24" creationId="{055BC681-469B-9BF4-7E52-2BB3C17E5B01}"/>
          </ac:inkMkLst>
        </pc:inkChg>
        <pc:inkChg chg="add mod">
          <ac:chgData name="Bowen Cheek" userId="8fca192e-0677-4b46-9386-7af871cc0c0f" providerId="ADAL" clId="{A7C2DF13-9E9B-41A5-8CD9-30DC2F6668C6}" dt="2026-04-15T16:37:43.441" v="540"/>
          <ac:inkMkLst>
            <pc:docMk/>
            <pc:sldMk cId="147702139" sldId="281"/>
            <ac:inkMk id="24" creationId="{BE8EF925-AF2A-2CE3-EB32-0CD85253373B}"/>
          </ac:inkMkLst>
        </pc:inkChg>
        <pc:inkChg chg="add">
          <ac:chgData name="Bowen Cheek" userId="8fca192e-0677-4b46-9386-7af871cc0c0f" providerId="ADAL" clId="{A7C2DF13-9E9B-41A5-8CD9-30DC2F6668C6}" dt="2026-04-15T13:24:09.609" v="269" actId="9405"/>
          <ac:inkMkLst>
            <pc:docMk/>
            <pc:sldMk cId="147702139" sldId="281"/>
            <ac:inkMk id="25" creationId="{30E9EFE5-98A7-0DF2-9D78-98EF228799F8}"/>
          </ac:inkMkLst>
        </pc:inkChg>
        <pc:inkChg chg="add mod">
          <ac:chgData name="Bowen Cheek" userId="8fca192e-0677-4b46-9386-7af871cc0c0f" providerId="ADAL" clId="{A7C2DF13-9E9B-41A5-8CD9-30DC2F6668C6}" dt="2026-04-15T16:38:05.423" v="559"/>
          <ac:inkMkLst>
            <pc:docMk/>
            <pc:sldMk cId="147702139" sldId="281"/>
            <ac:inkMk id="26" creationId="{3265E1F2-A981-5AA6-B360-D5B32DF6AE99}"/>
          </ac:inkMkLst>
        </pc:inkChg>
        <pc:inkChg chg="add mod">
          <ac:chgData name="Bowen Cheek" userId="8fca192e-0677-4b46-9386-7af871cc0c0f" providerId="ADAL" clId="{A7C2DF13-9E9B-41A5-8CD9-30DC2F6668C6}" dt="2026-04-15T13:24:13.226" v="278"/>
          <ac:inkMkLst>
            <pc:docMk/>
            <pc:sldMk cId="147702139" sldId="281"/>
            <ac:inkMk id="26" creationId="{AA8484E2-CE17-83CD-52AA-7B0A780C5747}"/>
          </ac:inkMkLst>
        </pc:inkChg>
        <pc:inkChg chg="add mod">
          <ac:chgData name="Bowen Cheek" userId="8fca192e-0677-4b46-9386-7af871cc0c0f" providerId="ADAL" clId="{A7C2DF13-9E9B-41A5-8CD9-30DC2F6668C6}" dt="2026-04-15T13:24:13.226" v="278"/>
          <ac:inkMkLst>
            <pc:docMk/>
            <pc:sldMk cId="147702139" sldId="281"/>
            <ac:inkMk id="27" creationId="{94B5B0AD-55F2-133E-224F-0E96E7D85A3A}"/>
          </ac:inkMkLst>
        </pc:inkChg>
        <pc:inkChg chg="add mod">
          <ac:chgData name="Bowen Cheek" userId="8fca192e-0677-4b46-9386-7af871cc0c0f" providerId="ADAL" clId="{A7C2DF13-9E9B-41A5-8CD9-30DC2F6668C6}" dt="2026-04-15T16:37:58.819" v="543"/>
          <ac:inkMkLst>
            <pc:docMk/>
            <pc:sldMk cId="147702139" sldId="281"/>
            <ac:inkMk id="27" creationId="{951F58C2-69C2-CE3F-0B05-93FF3E2920B6}"/>
          </ac:inkMkLst>
        </pc:inkChg>
        <pc:inkChg chg="add">
          <ac:chgData name="Bowen Cheek" userId="8fca192e-0677-4b46-9386-7af871cc0c0f" providerId="ADAL" clId="{A7C2DF13-9E9B-41A5-8CD9-30DC2F6668C6}" dt="2026-04-15T13:24:10.581" v="272" actId="9405"/>
          <ac:inkMkLst>
            <pc:docMk/>
            <pc:sldMk cId="147702139" sldId="281"/>
            <ac:inkMk id="28" creationId="{2F21D714-749A-A39A-1EB1-117A1D808E18}"/>
          </ac:inkMkLst>
        </pc:inkChg>
        <pc:inkChg chg="add">
          <ac:chgData name="Bowen Cheek" userId="8fca192e-0677-4b46-9386-7af871cc0c0f" providerId="ADAL" clId="{A7C2DF13-9E9B-41A5-8CD9-30DC2F6668C6}" dt="2026-04-15T16:37:58.961" v="544" actId="9405"/>
          <ac:inkMkLst>
            <pc:docMk/>
            <pc:sldMk cId="147702139" sldId="281"/>
            <ac:inkMk id="29" creationId="{1B8B4E45-1D4C-B896-4150-2D044CAB384F}"/>
          </ac:inkMkLst>
        </pc:inkChg>
        <pc:inkChg chg="add">
          <ac:chgData name="Bowen Cheek" userId="8fca192e-0677-4b46-9386-7af871cc0c0f" providerId="ADAL" clId="{A7C2DF13-9E9B-41A5-8CD9-30DC2F6668C6}" dt="2026-04-15T13:24:10.866" v="273" actId="9405"/>
          <ac:inkMkLst>
            <pc:docMk/>
            <pc:sldMk cId="147702139" sldId="281"/>
            <ac:inkMk id="29" creationId="{CDD8B749-835C-8F62-52EB-4A032741B52E}"/>
          </ac:inkMkLst>
        </pc:inkChg>
        <pc:inkChg chg="add">
          <ac:chgData name="Bowen Cheek" userId="8fca192e-0677-4b46-9386-7af871cc0c0f" providerId="ADAL" clId="{A7C2DF13-9E9B-41A5-8CD9-30DC2F6668C6}" dt="2026-04-15T13:24:11.072" v="274" actId="9405"/>
          <ac:inkMkLst>
            <pc:docMk/>
            <pc:sldMk cId="147702139" sldId="281"/>
            <ac:inkMk id="30" creationId="{245CC26F-6C31-D2D8-76C6-FC46A9ADE46E}"/>
          </ac:inkMkLst>
        </pc:inkChg>
        <pc:inkChg chg="add">
          <ac:chgData name="Bowen Cheek" userId="8fca192e-0677-4b46-9386-7af871cc0c0f" providerId="ADAL" clId="{A7C2DF13-9E9B-41A5-8CD9-30DC2F6668C6}" dt="2026-04-15T16:37:59.201" v="545" actId="9405"/>
          <ac:inkMkLst>
            <pc:docMk/>
            <pc:sldMk cId="147702139" sldId="281"/>
            <ac:inkMk id="30" creationId="{A475F9BA-6C3C-8CDD-537C-6EFC8A7B76E1}"/>
          </ac:inkMkLst>
        </pc:inkChg>
        <pc:inkChg chg="add">
          <ac:chgData name="Bowen Cheek" userId="8fca192e-0677-4b46-9386-7af871cc0c0f" providerId="ADAL" clId="{A7C2DF13-9E9B-41A5-8CD9-30DC2F6668C6}" dt="2026-04-15T13:24:11.391" v="275" actId="9405"/>
          <ac:inkMkLst>
            <pc:docMk/>
            <pc:sldMk cId="147702139" sldId="281"/>
            <ac:inkMk id="31" creationId="{D5D7745C-10C6-6232-C871-B216DAA4C205}"/>
          </ac:inkMkLst>
        </pc:inkChg>
        <pc:inkChg chg="add mod">
          <ac:chgData name="Bowen Cheek" userId="8fca192e-0677-4b46-9386-7af871cc0c0f" providerId="ADAL" clId="{A7C2DF13-9E9B-41A5-8CD9-30DC2F6668C6}" dt="2026-04-15T16:38:05.423" v="559"/>
          <ac:inkMkLst>
            <pc:docMk/>
            <pc:sldMk cId="147702139" sldId="281"/>
            <ac:inkMk id="31" creationId="{DE900283-ED92-C4E0-055D-7C4DA2C4DF44}"/>
          </ac:inkMkLst>
        </pc:inkChg>
        <pc:inkChg chg="add">
          <ac:chgData name="Bowen Cheek" userId="8fca192e-0677-4b46-9386-7af871cc0c0f" providerId="ADAL" clId="{A7C2DF13-9E9B-41A5-8CD9-30DC2F6668C6}" dt="2026-04-15T13:24:11.898" v="276" actId="9405"/>
          <ac:inkMkLst>
            <pc:docMk/>
            <pc:sldMk cId="147702139" sldId="281"/>
            <ac:inkMk id="32" creationId="{2BD8FC47-C813-3EE1-6B34-3B82542D59C9}"/>
          </ac:inkMkLst>
        </pc:inkChg>
        <pc:inkChg chg="add mod">
          <ac:chgData name="Bowen Cheek" userId="8fca192e-0677-4b46-9386-7af871cc0c0f" providerId="ADAL" clId="{A7C2DF13-9E9B-41A5-8CD9-30DC2F6668C6}" dt="2026-04-15T16:38:05.423" v="559"/>
          <ac:inkMkLst>
            <pc:docMk/>
            <pc:sldMk cId="147702139" sldId="281"/>
            <ac:inkMk id="32" creationId="{37D2FE05-2F80-FE0F-9E39-5E6437087B35}"/>
          </ac:inkMkLst>
        </pc:inkChg>
        <pc:inkChg chg="add mod">
          <ac:chgData name="Bowen Cheek" userId="8fca192e-0677-4b46-9386-7af871cc0c0f" providerId="ADAL" clId="{A7C2DF13-9E9B-41A5-8CD9-30DC2F6668C6}" dt="2026-04-15T16:38:05.423" v="559"/>
          <ac:inkMkLst>
            <pc:docMk/>
            <pc:sldMk cId="147702139" sldId="281"/>
            <ac:inkMk id="33" creationId="{2471C1D3-04C3-F268-4E70-27C01011A74A}"/>
          </ac:inkMkLst>
        </pc:inkChg>
        <pc:inkChg chg="add">
          <ac:chgData name="Bowen Cheek" userId="8fca192e-0677-4b46-9386-7af871cc0c0f" providerId="ADAL" clId="{A7C2DF13-9E9B-41A5-8CD9-30DC2F6668C6}" dt="2026-04-15T13:24:12.313" v="277" actId="9405"/>
          <ac:inkMkLst>
            <pc:docMk/>
            <pc:sldMk cId="147702139" sldId="281"/>
            <ac:inkMk id="33" creationId="{DFF1CF41-8AC4-131E-9140-F14CAD8C49CC}"/>
          </ac:inkMkLst>
        </pc:inkChg>
        <pc:inkChg chg="add">
          <ac:chgData name="Bowen Cheek" userId="8fca192e-0677-4b46-9386-7af871cc0c0f" providerId="ADAL" clId="{A7C2DF13-9E9B-41A5-8CD9-30DC2F6668C6}" dt="2026-04-15T16:38:01.228" v="549" actId="9405"/>
          <ac:inkMkLst>
            <pc:docMk/>
            <pc:sldMk cId="147702139" sldId="281"/>
            <ac:inkMk id="34" creationId="{90E08A8E-9F4C-80D6-694E-6A73C178963D}"/>
          </ac:inkMkLst>
        </pc:inkChg>
        <pc:inkChg chg="add mod">
          <ac:chgData name="Bowen Cheek" userId="8fca192e-0677-4b46-9386-7af871cc0c0f" providerId="ADAL" clId="{A7C2DF13-9E9B-41A5-8CD9-30DC2F6668C6}" dt="2026-04-15T16:38:05.423" v="559"/>
          <ac:inkMkLst>
            <pc:docMk/>
            <pc:sldMk cId="147702139" sldId="281"/>
            <ac:inkMk id="35" creationId="{41F019D6-88D3-ABA3-1917-6AFC06DF7A92}"/>
          </ac:inkMkLst>
        </pc:inkChg>
        <pc:inkChg chg="add mod">
          <ac:chgData name="Bowen Cheek" userId="8fca192e-0677-4b46-9386-7af871cc0c0f" providerId="ADAL" clId="{A7C2DF13-9E9B-41A5-8CD9-30DC2F6668C6}" dt="2026-04-15T13:24:32.476" v="291"/>
          <ac:inkMkLst>
            <pc:docMk/>
            <pc:sldMk cId="147702139" sldId="281"/>
            <ac:inkMk id="35" creationId="{79BBBA33-E426-386E-99DD-D4B59B974DB3}"/>
          </ac:inkMkLst>
        </pc:inkChg>
        <pc:inkChg chg="add">
          <ac:chgData name="Bowen Cheek" userId="8fca192e-0677-4b46-9386-7af871cc0c0f" providerId="ADAL" clId="{A7C2DF13-9E9B-41A5-8CD9-30DC2F6668C6}" dt="2026-04-15T16:38:02.044" v="551" actId="9405"/>
          <ac:inkMkLst>
            <pc:docMk/>
            <pc:sldMk cId="147702139" sldId="281"/>
            <ac:inkMk id="36" creationId="{0EEC6A3E-8731-F5C9-507A-1BE2217C276B}"/>
          </ac:inkMkLst>
        </pc:inkChg>
        <pc:inkChg chg="add mod">
          <ac:chgData name="Bowen Cheek" userId="8fca192e-0677-4b46-9386-7af871cc0c0f" providerId="ADAL" clId="{A7C2DF13-9E9B-41A5-8CD9-30DC2F6668C6}" dt="2026-04-15T13:24:25.729" v="287"/>
          <ac:inkMkLst>
            <pc:docMk/>
            <pc:sldMk cId="147702139" sldId="281"/>
            <ac:inkMk id="36" creationId="{EA0000D3-E43C-ED6B-4B4E-1BC301B5DE0D}"/>
          </ac:inkMkLst>
        </pc:inkChg>
        <pc:inkChg chg="add mod">
          <ac:chgData name="Bowen Cheek" userId="8fca192e-0677-4b46-9386-7af871cc0c0f" providerId="ADAL" clId="{A7C2DF13-9E9B-41A5-8CD9-30DC2F6668C6}" dt="2026-04-15T13:24:32.476" v="291"/>
          <ac:inkMkLst>
            <pc:docMk/>
            <pc:sldMk cId="147702139" sldId="281"/>
            <ac:inkMk id="37" creationId="{94938319-0389-E349-9B59-974105EE770F}"/>
          </ac:inkMkLst>
        </pc:inkChg>
        <pc:inkChg chg="add">
          <ac:chgData name="Bowen Cheek" userId="8fca192e-0677-4b46-9386-7af871cc0c0f" providerId="ADAL" clId="{A7C2DF13-9E9B-41A5-8CD9-30DC2F6668C6}" dt="2026-04-15T16:38:02.250" v="552" actId="9405"/>
          <ac:inkMkLst>
            <pc:docMk/>
            <pc:sldMk cId="147702139" sldId="281"/>
            <ac:inkMk id="37" creationId="{F794CE4E-02F1-031D-60FB-0F647C1DE4BD}"/>
          </ac:inkMkLst>
        </pc:inkChg>
        <pc:inkChg chg="add">
          <ac:chgData name="Bowen Cheek" userId="8fca192e-0677-4b46-9386-7af871cc0c0f" providerId="ADAL" clId="{A7C2DF13-9E9B-41A5-8CD9-30DC2F6668C6}" dt="2026-04-15T16:38:03.013" v="553" actId="9405"/>
          <ac:inkMkLst>
            <pc:docMk/>
            <pc:sldMk cId="147702139" sldId="281"/>
            <ac:inkMk id="38" creationId="{150C4895-B172-7DF5-9903-9806A1493353}"/>
          </ac:inkMkLst>
        </pc:inkChg>
        <pc:inkChg chg="add mod">
          <ac:chgData name="Bowen Cheek" userId="8fca192e-0677-4b46-9386-7af871cc0c0f" providerId="ADAL" clId="{A7C2DF13-9E9B-41A5-8CD9-30DC2F6668C6}" dt="2026-04-15T13:24:32.476" v="291"/>
          <ac:inkMkLst>
            <pc:docMk/>
            <pc:sldMk cId="147702139" sldId="281"/>
            <ac:inkMk id="38" creationId="{290F72E7-B14F-A215-4E67-28BA3B10262B}"/>
          </ac:inkMkLst>
        </pc:inkChg>
        <pc:inkChg chg="add">
          <ac:chgData name="Bowen Cheek" userId="8fca192e-0677-4b46-9386-7af871cc0c0f" providerId="ADAL" clId="{A7C2DF13-9E9B-41A5-8CD9-30DC2F6668C6}" dt="2026-04-15T16:38:03.299" v="554" actId="9405"/>
          <ac:inkMkLst>
            <pc:docMk/>
            <pc:sldMk cId="147702139" sldId="281"/>
            <ac:inkMk id="39" creationId="{7BCFFC69-D21F-3A49-9445-8F3A7682E68A}"/>
          </ac:inkMkLst>
        </pc:inkChg>
        <pc:inkChg chg="add mod">
          <ac:chgData name="Bowen Cheek" userId="8fca192e-0677-4b46-9386-7af871cc0c0f" providerId="ADAL" clId="{A7C2DF13-9E9B-41A5-8CD9-30DC2F6668C6}" dt="2026-04-15T13:24:32.476" v="291"/>
          <ac:inkMkLst>
            <pc:docMk/>
            <pc:sldMk cId="147702139" sldId="281"/>
            <ac:inkMk id="39" creationId="{D6786D49-C9E2-D25C-D9E1-CE97B2F64D42}"/>
          </ac:inkMkLst>
        </pc:inkChg>
        <pc:inkChg chg="add mod">
          <ac:chgData name="Bowen Cheek" userId="8fca192e-0677-4b46-9386-7af871cc0c0f" providerId="ADAL" clId="{A7C2DF13-9E9B-41A5-8CD9-30DC2F6668C6}" dt="2026-04-15T16:38:05.423" v="559"/>
          <ac:inkMkLst>
            <pc:docMk/>
            <pc:sldMk cId="147702139" sldId="281"/>
            <ac:inkMk id="40" creationId="{3DFDF573-2497-2C5C-2EF7-0F0CB97A4334}"/>
          </ac:inkMkLst>
        </pc:inkChg>
        <pc:inkChg chg="add mod">
          <ac:chgData name="Bowen Cheek" userId="8fca192e-0677-4b46-9386-7af871cc0c0f" providerId="ADAL" clId="{A7C2DF13-9E9B-41A5-8CD9-30DC2F6668C6}" dt="2026-04-15T13:24:25.729" v="287"/>
          <ac:inkMkLst>
            <pc:docMk/>
            <pc:sldMk cId="147702139" sldId="281"/>
            <ac:inkMk id="40" creationId="{EA1F66A6-94A7-C92C-C843-9EAE62D22AED}"/>
          </ac:inkMkLst>
        </pc:inkChg>
        <pc:inkChg chg="add">
          <ac:chgData name="Bowen Cheek" userId="8fca192e-0677-4b46-9386-7af871cc0c0f" providerId="ADAL" clId="{A7C2DF13-9E9B-41A5-8CD9-30DC2F6668C6}" dt="2026-04-15T16:38:03.808" v="556" actId="9405"/>
          <ac:inkMkLst>
            <pc:docMk/>
            <pc:sldMk cId="147702139" sldId="281"/>
            <ac:inkMk id="41" creationId="{4AF14B1D-460F-5132-CAA3-F642BBB687DC}"/>
          </ac:inkMkLst>
        </pc:inkChg>
        <pc:inkChg chg="add mod">
          <ac:chgData name="Bowen Cheek" userId="8fca192e-0677-4b46-9386-7af871cc0c0f" providerId="ADAL" clId="{A7C2DF13-9E9B-41A5-8CD9-30DC2F6668C6}" dt="2026-04-15T13:24:25.729" v="287"/>
          <ac:inkMkLst>
            <pc:docMk/>
            <pc:sldMk cId="147702139" sldId="281"/>
            <ac:inkMk id="41" creationId="{E4057F84-2675-DD58-D79E-C3DDA2980F95}"/>
          </ac:inkMkLst>
        </pc:inkChg>
        <pc:inkChg chg="add mod">
          <ac:chgData name="Bowen Cheek" userId="8fca192e-0677-4b46-9386-7af871cc0c0f" providerId="ADAL" clId="{A7C2DF13-9E9B-41A5-8CD9-30DC2F6668C6}" dt="2026-04-15T13:24:32.476" v="291"/>
          <ac:inkMkLst>
            <pc:docMk/>
            <pc:sldMk cId="147702139" sldId="281"/>
            <ac:inkMk id="42" creationId="{722AFDB7-EC28-1FF8-F597-2B289246293C}"/>
          </ac:inkMkLst>
        </pc:inkChg>
        <pc:inkChg chg="add mod">
          <ac:chgData name="Bowen Cheek" userId="8fca192e-0677-4b46-9386-7af871cc0c0f" providerId="ADAL" clId="{A7C2DF13-9E9B-41A5-8CD9-30DC2F6668C6}" dt="2026-04-15T16:38:05.423" v="559"/>
          <ac:inkMkLst>
            <pc:docMk/>
            <pc:sldMk cId="147702139" sldId="281"/>
            <ac:inkMk id="42" creationId="{AC5B8DE4-0A0A-4934-1A4C-E3D46C12E21B}"/>
          </ac:inkMkLst>
        </pc:inkChg>
        <pc:inkChg chg="add mod">
          <ac:chgData name="Bowen Cheek" userId="8fca192e-0677-4b46-9386-7af871cc0c0f" providerId="ADAL" clId="{A7C2DF13-9E9B-41A5-8CD9-30DC2F6668C6}" dt="2026-04-15T16:38:05.423" v="559"/>
          <ac:inkMkLst>
            <pc:docMk/>
            <pc:sldMk cId="147702139" sldId="281"/>
            <ac:inkMk id="43" creationId="{058BDE3A-397E-CE4A-AE53-817AB3A5B4C1}"/>
          </ac:inkMkLst>
        </pc:inkChg>
        <pc:inkChg chg="add mod">
          <ac:chgData name="Bowen Cheek" userId="8fca192e-0677-4b46-9386-7af871cc0c0f" providerId="ADAL" clId="{A7C2DF13-9E9B-41A5-8CD9-30DC2F6668C6}" dt="2026-04-15T13:24:32.476" v="291"/>
          <ac:inkMkLst>
            <pc:docMk/>
            <pc:sldMk cId="147702139" sldId="281"/>
            <ac:inkMk id="44" creationId="{4931A2B1-10D3-9FA5-AFF3-A339DF580B50}"/>
          </ac:inkMkLst>
        </pc:inkChg>
        <pc:inkChg chg="add">
          <ac:chgData name="Bowen Cheek" userId="8fca192e-0677-4b46-9386-7af871cc0c0f" providerId="ADAL" clId="{A7C2DF13-9E9B-41A5-8CD9-30DC2F6668C6}" dt="2026-04-15T16:38:08.067" v="560" actId="9405"/>
          <ac:inkMkLst>
            <pc:docMk/>
            <pc:sldMk cId="147702139" sldId="281"/>
            <ac:inkMk id="45" creationId="{31FED195-ABB2-E580-AE20-82D77E07BD7D}"/>
          </ac:inkMkLst>
        </pc:inkChg>
        <pc:inkChg chg="add mod">
          <ac:chgData name="Bowen Cheek" userId="8fca192e-0677-4b46-9386-7af871cc0c0f" providerId="ADAL" clId="{A7C2DF13-9E9B-41A5-8CD9-30DC2F6668C6}" dt="2026-04-15T13:24:32.476" v="291"/>
          <ac:inkMkLst>
            <pc:docMk/>
            <pc:sldMk cId="147702139" sldId="281"/>
            <ac:inkMk id="45" creationId="{50936EC3-274A-6B0E-DE77-3A301E0BA5C3}"/>
          </ac:inkMkLst>
        </pc:inkChg>
        <pc:inkChg chg="add mod">
          <ac:chgData name="Bowen Cheek" userId="8fca192e-0677-4b46-9386-7af871cc0c0f" providerId="ADAL" clId="{A7C2DF13-9E9B-41A5-8CD9-30DC2F6668C6}" dt="2026-04-15T13:24:32.476" v="291"/>
          <ac:inkMkLst>
            <pc:docMk/>
            <pc:sldMk cId="147702139" sldId="281"/>
            <ac:inkMk id="46" creationId="{C27062BD-9E3A-8FEF-7A94-759C05A66AAF}"/>
          </ac:inkMkLst>
        </pc:inkChg>
        <pc:inkChg chg="add">
          <ac:chgData name="Bowen Cheek" userId="8fca192e-0677-4b46-9386-7af871cc0c0f" providerId="ADAL" clId="{A7C2DF13-9E9B-41A5-8CD9-30DC2F6668C6}" dt="2026-04-15T16:38:08.719" v="561" actId="9405"/>
          <ac:inkMkLst>
            <pc:docMk/>
            <pc:sldMk cId="147702139" sldId="281"/>
            <ac:inkMk id="46" creationId="{E34839E1-0D38-9C78-D6ED-0DB82B57F019}"/>
          </ac:inkMkLst>
        </pc:inkChg>
        <pc:inkChg chg="add mod">
          <ac:chgData name="Bowen Cheek" userId="8fca192e-0677-4b46-9386-7af871cc0c0f" providerId="ADAL" clId="{A7C2DF13-9E9B-41A5-8CD9-30DC2F6668C6}" dt="2026-04-15T16:38:10.516" v="565"/>
          <ac:inkMkLst>
            <pc:docMk/>
            <pc:sldMk cId="147702139" sldId="281"/>
            <ac:inkMk id="47" creationId="{C521717F-BA7E-73F7-8301-7D7DF3B4F168}"/>
          </ac:inkMkLst>
        </pc:inkChg>
        <pc:inkChg chg="add mod">
          <ac:chgData name="Bowen Cheek" userId="8fca192e-0677-4b46-9386-7af871cc0c0f" providerId="ADAL" clId="{A7C2DF13-9E9B-41A5-8CD9-30DC2F6668C6}" dt="2026-04-15T16:38:10.516" v="565"/>
          <ac:inkMkLst>
            <pc:docMk/>
            <pc:sldMk cId="147702139" sldId="281"/>
            <ac:inkMk id="48" creationId="{558B7424-1E00-FDC7-AA51-371250D826F0}"/>
          </ac:inkMkLst>
        </pc:inkChg>
        <pc:inkChg chg="add">
          <ac:chgData name="Bowen Cheek" userId="8fca192e-0677-4b46-9386-7af871cc0c0f" providerId="ADAL" clId="{A7C2DF13-9E9B-41A5-8CD9-30DC2F6668C6}" dt="2026-04-15T16:38:09.721" v="564" actId="9405"/>
          <ac:inkMkLst>
            <pc:docMk/>
            <pc:sldMk cId="147702139" sldId="281"/>
            <ac:inkMk id="49" creationId="{21CA05FF-961F-215E-1770-98C520F7D657}"/>
          </ac:inkMkLst>
        </pc:inkChg>
        <pc:inkChg chg="add mod">
          <ac:chgData name="Bowen Cheek" userId="8fca192e-0677-4b46-9386-7af871cc0c0f" providerId="ADAL" clId="{A7C2DF13-9E9B-41A5-8CD9-30DC2F6668C6}" dt="2026-04-15T16:41:25.661" v="577"/>
          <ac:inkMkLst>
            <pc:docMk/>
            <pc:sldMk cId="147702139" sldId="281"/>
            <ac:inkMk id="51" creationId="{C525135B-77F9-8F7E-FFA9-1E9F8BC45DC0}"/>
          </ac:inkMkLst>
        </pc:inkChg>
        <pc:inkChg chg="add mod">
          <ac:chgData name="Bowen Cheek" userId="8fca192e-0677-4b46-9386-7af871cc0c0f" providerId="ADAL" clId="{A7C2DF13-9E9B-41A5-8CD9-30DC2F6668C6}" dt="2026-04-15T16:41:25.661" v="577"/>
          <ac:inkMkLst>
            <pc:docMk/>
            <pc:sldMk cId="147702139" sldId="281"/>
            <ac:inkMk id="52" creationId="{E4CB087D-F166-2648-FADF-54DF8B15F4DB}"/>
          </ac:inkMkLst>
        </pc:inkChg>
        <pc:inkChg chg="add">
          <ac:chgData name="Bowen Cheek" userId="8fca192e-0677-4b46-9386-7af871cc0c0f" providerId="ADAL" clId="{A7C2DF13-9E9B-41A5-8CD9-30DC2F6668C6}" dt="2026-04-15T16:41:21.441" v="568" actId="9405"/>
          <ac:inkMkLst>
            <pc:docMk/>
            <pc:sldMk cId="147702139" sldId="281"/>
            <ac:inkMk id="53" creationId="{9782A7A8-0DF7-2358-A1C1-43E57BC5E5AB}"/>
          </ac:inkMkLst>
        </pc:inkChg>
        <pc:inkChg chg="add mod">
          <ac:chgData name="Bowen Cheek" userId="8fca192e-0677-4b46-9386-7af871cc0c0f" providerId="ADAL" clId="{A7C2DF13-9E9B-41A5-8CD9-30DC2F6668C6}" dt="2026-04-15T16:41:25.661" v="577"/>
          <ac:inkMkLst>
            <pc:docMk/>
            <pc:sldMk cId="147702139" sldId="281"/>
            <ac:inkMk id="54" creationId="{C95BC1BF-CC29-DA12-388B-C1EDC3718EDC}"/>
          </ac:inkMkLst>
        </pc:inkChg>
        <pc:inkChg chg="add mod">
          <ac:chgData name="Bowen Cheek" userId="8fca192e-0677-4b46-9386-7af871cc0c0f" providerId="ADAL" clId="{A7C2DF13-9E9B-41A5-8CD9-30DC2F6668C6}" dt="2026-04-15T16:41:25.661" v="577"/>
          <ac:inkMkLst>
            <pc:docMk/>
            <pc:sldMk cId="147702139" sldId="281"/>
            <ac:inkMk id="55" creationId="{4D416E25-FB4E-94B0-7283-2C6768DA55F3}"/>
          </ac:inkMkLst>
        </pc:inkChg>
        <pc:inkChg chg="add mod">
          <ac:chgData name="Bowen Cheek" userId="8fca192e-0677-4b46-9386-7af871cc0c0f" providerId="ADAL" clId="{A7C2DF13-9E9B-41A5-8CD9-30DC2F6668C6}" dt="2026-04-15T16:41:25.661" v="577"/>
          <ac:inkMkLst>
            <pc:docMk/>
            <pc:sldMk cId="147702139" sldId="281"/>
            <ac:inkMk id="56" creationId="{BE818519-6924-B474-B28E-E90615A33522}"/>
          </ac:inkMkLst>
        </pc:inkChg>
        <pc:inkChg chg="add mod">
          <ac:chgData name="Bowen Cheek" userId="8fca192e-0677-4b46-9386-7af871cc0c0f" providerId="ADAL" clId="{A7C2DF13-9E9B-41A5-8CD9-30DC2F6668C6}" dt="2026-04-15T16:41:25.661" v="577"/>
          <ac:inkMkLst>
            <pc:docMk/>
            <pc:sldMk cId="147702139" sldId="281"/>
            <ac:inkMk id="57" creationId="{4EDBCB2A-DDEB-A5D5-8542-218CD9FD8F3A}"/>
          </ac:inkMkLst>
        </pc:inkChg>
        <pc:inkChg chg="add mod">
          <ac:chgData name="Bowen Cheek" userId="8fca192e-0677-4b46-9386-7af871cc0c0f" providerId="ADAL" clId="{A7C2DF13-9E9B-41A5-8CD9-30DC2F6668C6}" dt="2026-04-15T16:41:25.661" v="577"/>
          <ac:inkMkLst>
            <pc:docMk/>
            <pc:sldMk cId="147702139" sldId="281"/>
            <ac:inkMk id="58" creationId="{2FB7205B-588D-4102-034C-6B3F06D0A2AC}"/>
          </ac:inkMkLst>
        </pc:inkChg>
        <pc:inkChg chg="add mod">
          <ac:chgData name="Bowen Cheek" userId="8fca192e-0677-4b46-9386-7af871cc0c0f" providerId="ADAL" clId="{A7C2DF13-9E9B-41A5-8CD9-30DC2F6668C6}" dt="2026-04-15T16:41:25.661" v="577"/>
          <ac:inkMkLst>
            <pc:docMk/>
            <pc:sldMk cId="147702139" sldId="281"/>
            <ac:inkMk id="59" creationId="{A9CA4DD7-C34B-4DD2-1BB4-38FD04FD7164}"/>
          </ac:inkMkLst>
        </pc:inkChg>
        <pc:inkChg chg="add">
          <ac:chgData name="Bowen Cheek" userId="8fca192e-0677-4b46-9386-7af871cc0c0f" providerId="ADAL" clId="{A7C2DF13-9E9B-41A5-8CD9-30DC2F6668C6}" dt="2026-04-15T16:41:24.571" v="575" actId="9405"/>
          <ac:inkMkLst>
            <pc:docMk/>
            <pc:sldMk cId="147702139" sldId="281"/>
            <ac:inkMk id="60" creationId="{5A87B253-CF97-9AA5-AC57-5E9F312185B2}"/>
          </ac:inkMkLst>
        </pc:inkChg>
        <pc:inkChg chg="add mod">
          <ac:chgData name="Bowen Cheek" userId="8fca192e-0677-4b46-9386-7af871cc0c0f" providerId="ADAL" clId="{A7C2DF13-9E9B-41A5-8CD9-30DC2F6668C6}" dt="2026-04-15T16:41:25.661" v="577"/>
          <ac:inkMkLst>
            <pc:docMk/>
            <pc:sldMk cId="147702139" sldId="281"/>
            <ac:inkMk id="61" creationId="{114D1BB3-B0DE-F031-D57E-A6A57A320885}"/>
          </ac:inkMkLst>
        </pc:inkChg>
      </pc:sldChg>
      <pc:sldChg chg="addSp delSp modSp mod">
        <pc:chgData name="Bowen Cheek" userId="8fca192e-0677-4b46-9386-7af871cc0c0f" providerId="ADAL" clId="{A7C2DF13-9E9B-41A5-8CD9-30DC2F6668C6}" dt="2026-04-15T16:41:49.412" v="589"/>
        <pc:sldMkLst>
          <pc:docMk/>
          <pc:sldMk cId="1127266571" sldId="282"/>
        </pc:sldMkLst>
        <pc:grpChg chg="del mod">
          <ac:chgData name="Bowen Cheek" userId="8fca192e-0677-4b46-9386-7af871cc0c0f" providerId="ADAL" clId="{A7C2DF13-9E9B-41A5-8CD9-30DC2F6668C6}" dt="2026-04-15T16:41:49.412" v="589"/>
          <ac:grpSpMkLst>
            <pc:docMk/>
            <pc:sldMk cId="1127266571" sldId="282"/>
            <ac:grpSpMk id="17" creationId="{B7AA3D93-2857-BFCC-9955-C4B9EC313395}"/>
          </ac:grpSpMkLst>
        </pc:grpChg>
        <pc:grpChg chg="mod">
          <ac:chgData name="Bowen Cheek" userId="8fca192e-0677-4b46-9386-7af871cc0c0f" providerId="ADAL" clId="{A7C2DF13-9E9B-41A5-8CD9-30DC2F6668C6}" dt="2026-04-15T16:41:49.412" v="589"/>
          <ac:grpSpMkLst>
            <pc:docMk/>
            <pc:sldMk cId="1127266571" sldId="282"/>
            <ac:grpSpMk id="18" creationId="{387B13CA-B029-4823-083D-60DD5E4BD205}"/>
          </ac:grpSpMkLst>
        </pc:grpChg>
        <pc:inkChg chg="add">
          <ac:chgData name="Bowen Cheek" userId="8fca192e-0677-4b46-9386-7af871cc0c0f" providerId="ADAL" clId="{A7C2DF13-9E9B-41A5-8CD9-30DC2F6668C6}" dt="2026-04-15T16:41:44.291" v="578" actId="9405"/>
          <ac:inkMkLst>
            <pc:docMk/>
            <pc:sldMk cId="1127266571" sldId="282"/>
            <ac:inkMk id="6" creationId="{BE3A8BCC-62CB-AC0E-6E44-609FD4B3F102}"/>
          </ac:inkMkLst>
        </pc:inkChg>
        <pc:inkChg chg="add mod">
          <ac:chgData name="Bowen Cheek" userId="8fca192e-0677-4b46-9386-7af871cc0c0f" providerId="ADAL" clId="{A7C2DF13-9E9B-41A5-8CD9-30DC2F6668C6}" dt="2026-04-15T16:41:49.412" v="589"/>
          <ac:inkMkLst>
            <pc:docMk/>
            <pc:sldMk cId="1127266571" sldId="282"/>
            <ac:inkMk id="7" creationId="{EA037589-3B7F-6348-57F5-6801D1EFD5B9}"/>
          </ac:inkMkLst>
        </pc:inkChg>
        <pc:inkChg chg="add mod">
          <ac:chgData name="Bowen Cheek" userId="8fca192e-0677-4b46-9386-7af871cc0c0f" providerId="ADAL" clId="{A7C2DF13-9E9B-41A5-8CD9-30DC2F6668C6}" dt="2026-04-15T16:41:49.412" v="589"/>
          <ac:inkMkLst>
            <pc:docMk/>
            <pc:sldMk cId="1127266571" sldId="282"/>
            <ac:inkMk id="8" creationId="{5B8C8054-E54A-EDA2-0340-50AC0E9BB8CD}"/>
          </ac:inkMkLst>
        </pc:inkChg>
        <pc:inkChg chg="add mod">
          <ac:chgData name="Bowen Cheek" userId="8fca192e-0677-4b46-9386-7af871cc0c0f" providerId="ADAL" clId="{A7C2DF13-9E9B-41A5-8CD9-30DC2F6668C6}" dt="2026-04-15T16:41:49.412" v="589"/>
          <ac:inkMkLst>
            <pc:docMk/>
            <pc:sldMk cId="1127266571" sldId="282"/>
            <ac:inkMk id="9" creationId="{0813A8CA-303B-0170-F818-24202F27750A}"/>
          </ac:inkMkLst>
        </pc:inkChg>
        <pc:inkChg chg="add">
          <ac:chgData name="Bowen Cheek" userId="8fca192e-0677-4b46-9386-7af871cc0c0f" providerId="ADAL" clId="{A7C2DF13-9E9B-41A5-8CD9-30DC2F6668C6}" dt="2026-04-15T16:41:46.198" v="582" actId="9405"/>
          <ac:inkMkLst>
            <pc:docMk/>
            <pc:sldMk cId="1127266571" sldId="282"/>
            <ac:inkMk id="10" creationId="{EB6C31A8-F2FD-6C73-1EC2-3DA66BE01EE6}"/>
          </ac:inkMkLst>
        </pc:inkChg>
        <pc:inkChg chg="add mod">
          <ac:chgData name="Bowen Cheek" userId="8fca192e-0677-4b46-9386-7af871cc0c0f" providerId="ADAL" clId="{A7C2DF13-9E9B-41A5-8CD9-30DC2F6668C6}" dt="2026-04-15T16:41:49.412" v="589"/>
          <ac:inkMkLst>
            <pc:docMk/>
            <pc:sldMk cId="1127266571" sldId="282"/>
            <ac:inkMk id="11" creationId="{02A1B92A-44EF-5412-BC03-88B6C46188B1}"/>
          </ac:inkMkLst>
        </pc:inkChg>
        <pc:inkChg chg="add">
          <ac:chgData name="Bowen Cheek" userId="8fca192e-0677-4b46-9386-7af871cc0c0f" providerId="ADAL" clId="{A7C2DF13-9E9B-41A5-8CD9-30DC2F6668C6}" dt="2026-04-15T16:41:46.847" v="584" actId="9405"/>
          <ac:inkMkLst>
            <pc:docMk/>
            <pc:sldMk cId="1127266571" sldId="282"/>
            <ac:inkMk id="12" creationId="{DB15B045-0538-35CF-CCD2-C0A1E11BBD65}"/>
          </ac:inkMkLst>
        </pc:inkChg>
        <pc:inkChg chg="add mod">
          <ac:chgData name="Bowen Cheek" userId="8fca192e-0677-4b46-9386-7af871cc0c0f" providerId="ADAL" clId="{A7C2DF13-9E9B-41A5-8CD9-30DC2F6668C6}" dt="2026-04-15T16:41:49.412" v="589"/>
          <ac:inkMkLst>
            <pc:docMk/>
            <pc:sldMk cId="1127266571" sldId="282"/>
            <ac:inkMk id="13" creationId="{017DA9C7-78B6-1CE9-8E41-729F7F90E1FE}"/>
          </ac:inkMkLst>
        </pc:inkChg>
        <pc:inkChg chg="add mod">
          <ac:chgData name="Bowen Cheek" userId="8fca192e-0677-4b46-9386-7af871cc0c0f" providerId="ADAL" clId="{A7C2DF13-9E9B-41A5-8CD9-30DC2F6668C6}" dt="2026-04-15T16:41:49.412" v="589"/>
          <ac:inkMkLst>
            <pc:docMk/>
            <pc:sldMk cId="1127266571" sldId="282"/>
            <ac:inkMk id="14" creationId="{06ECD126-841E-12D5-57F6-69E4A9F8E63D}"/>
          </ac:inkMkLst>
        </pc:inkChg>
        <pc:inkChg chg="add mod">
          <ac:chgData name="Bowen Cheek" userId="8fca192e-0677-4b46-9386-7af871cc0c0f" providerId="ADAL" clId="{A7C2DF13-9E9B-41A5-8CD9-30DC2F6668C6}" dt="2026-04-15T16:41:49.412" v="589"/>
          <ac:inkMkLst>
            <pc:docMk/>
            <pc:sldMk cId="1127266571" sldId="282"/>
            <ac:inkMk id="15" creationId="{17EE326B-F777-70B0-AABC-0F95A2EB6D07}"/>
          </ac:inkMkLst>
        </pc:inkChg>
        <pc:inkChg chg="add mod">
          <ac:chgData name="Bowen Cheek" userId="8fca192e-0677-4b46-9386-7af871cc0c0f" providerId="ADAL" clId="{A7C2DF13-9E9B-41A5-8CD9-30DC2F6668C6}" dt="2026-04-15T16:41:49.412" v="589"/>
          <ac:inkMkLst>
            <pc:docMk/>
            <pc:sldMk cId="1127266571" sldId="282"/>
            <ac:inkMk id="16" creationId="{B6DBCCA0-9741-DA88-2FFC-AD60C370914B}"/>
          </ac:inkMkLst>
        </pc:inkChg>
      </pc:sldChg>
      <pc:sldChg chg="addSp delSp modSp mod">
        <pc:chgData name="Bowen Cheek" userId="8fca192e-0677-4b46-9386-7af871cc0c0f" providerId="ADAL" clId="{A7C2DF13-9E9B-41A5-8CD9-30DC2F6668C6}" dt="2026-04-15T16:47:11.254" v="615" actId="9405"/>
        <pc:sldMkLst>
          <pc:docMk/>
          <pc:sldMk cId="4262603962" sldId="283"/>
        </pc:sldMkLst>
        <pc:grpChg chg="del mod">
          <ac:chgData name="Bowen Cheek" userId="8fca192e-0677-4b46-9386-7af871cc0c0f" providerId="ADAL" clId="{A7C2DF13-9E9B-41A5-8CD9-30DC2F6668C6}" dt="2026-04-15T13:33:33.773" v="304"/>
          <ac:grpSpMkLst>
            <pc:docMk/>
            <pc:sldMk cId="4262603962" sldId="283"/>
            <ac:grpSpMk id="11" creationId="{4EE5BA6F-3FFF-2F45-81B8-5A3BDC618C81}"/>
          </ac:grpSpMkLst>
        </pc:grpChg>
        <pc:grpChg chg="del mod">
          <ac:chgData name="Bowen Cheek" userId="8fca192e-0677-4b46-9386-7af871cc0c0f" providerId="ADAL" clId="{A7C2DF13-9E9B-41A5-8CD9-30DC2F6668C6}" dt="2026-04-15T16:46:07.579" v="600"/>
          <ac:grpSpMkLst>
            <pc:docMk/>
            <pc:sldMk cId="4262603962" sldId="283"/>
            <ac:grpSpMk id="11" creationId="{878D1BC3-A5B4-A1D5-ABA8-3B5E32637E1A}"/>
          </ac:grpSpMkLst>
        </pc:grpChg>
        <pc:grpChg chg="del mod">
          <ac:chgData name="Bowen Cheek" userId="8fca192e-0677-4b46-9386-7af871cc0c0f" providerId="ADAL" clId="{A7C2DF13-9E9B-41A5-8CD9-30DC2F6668C6}" dt="2026-04-15T16:46:10.127" v="602"/>
          <ac:grpSpMkLst>
            <pc:docMk/>
            <pc:sldMk cId="4262603962" sldId="283"/>
            <ac:grpSpMk id="16" creationId="{6CC1DA31-0CFE-6D8A-1374-1E8F42DAF746}"/>
          </ac:grpSpMkLst>
        </pc:grpChg>
        <pc:grpChg chg="del mod">
          <ac:chgData name="Bowen Cheek" userId="8fca192e-0677-4b46-9386-7af871cc0c0f" providerId="ADAL" clId="{A7C2DF13-9E9B-41A5-8CD9-30DC2F6668C6}" dt="2026-04-15T16:46:12.601" v="606"/>
          <ac:grpSpMkLst>
            <pc:docMk/>
            <pc:sldMk cId="4262603962" sldId="283"/>
            <ac:grpSpMk id="18" creationId="{21A64774-01C5-0CB1-F6B9-D349D9B55992}"/>
          </ac:grpSpMkLst>
        </pc:grpChg>
        <pc:grpChg chg="del mod">
          <ac:chgData name="Bowen Cheek" userId="8fca192e-0677-4b46-9386-7af871cc0c0f" providerId="ADAL" clId="{A7C2DF13-9E9B-41A5-8CD9-30DC2F6668C6}" dt="2026-04-15T13:33:37.516" v="311"/>
          <ac:grpSpMkLst>
            <pc:docMk/>
            <pc:sldMk cId="4262603962" sldId="283"/>
            <ac:grpSpMk id="18" creationId="{698BCE77-0A0A-DCEC-EBCD-F3AFAEAFC6A1}"/>
          </ac:grpSpMkLst>
        </pc:grpChg>
        <pc:grpChg chg="del mod">
          <ac:chgData name="Bowen Cheek" userId="8fca192e-0677-4b46-9386-7af871cc0c0f" providerId="ADAL" clId="{A7C2DF13-9E9B-41A5-8CD9-30DC2F6668C6}" dt="2026-04-15T16:46:18.016" v="611"/>
          <ac:grpSpMkLst>
            <pc:docMk/>
            <pc:sldMk cId="4262603962" sldId="283"/>
            <ac:grpSpMk id="22" creationId="{69062D13-C0DB-575E-5898-6656654F6A9F}"/>
          </ac:grpSpMkLst>
        </pc:grpChg>
        <pc:grpChg chg="del mod">
          <ac:chgData name="Bowen Cheek" userId="8fca192e-0677-4b46-9386-7af871cc0c0f" providerId="ADAL" clId="{A7C2DF13-9E9B-41A5-8CD9-30DC2F6668C6}" dt="2026-04-15T16:46:18.016" v="611"/>
          <ac:grpSpMkLst>
            <pc:docMk/>
            <pc:sldMk cId="4262603962" sldId="283"/>
            <ac:grpSpMk id="23" creationId="{0F333DF8-0BB4-A152-3450-2FF8C671A558}"/>
          </ac:grpSpMkLst>
        </pc:grpChg>
        <pc:grpChg chg="mod">
          <ac:chgData name="Bowen Cheek" userId="8fca192e-0677-4b46-9386-7af871cc0c0f" providerId="ADAL" clId="{A7C2DF13-9E9B-41A5-8CD9-30DC2F6668C6}" dt="2026-04-15T13:33:37.516" v="311"/>
          <ac:grpSpMkLst>
            <pc:docMk/>
            <pc:sldMk cId="4262603962" sldId="283"/>
            <ac:grpSpMk id="25" creationId="{C27E84E9-8370-BB45-879E-B16DD2102337}"/>
          </ac:grpSpMkLst>
        </pc:grpChg>
        <pc:grpChg chg="del mod">
          <ac:chgData name="Bowen Cheek" userId="8fca192e-0677-4b46-9386-7af871cc0c0f" providerId="ADAL" clId="{A7C2DF13-9E9B-41A5-8CD9-30DC2F6668C6}" dt="2026-04-15T16:46:18.016" v="611"/>
          <ac:grpSpMkLst>
            <pc:docMk/>
            <pc:sldMk cId="4262603962" sldId="283"/>
            <ac:grpSpMk id="26" creationId="{262CE392-274D-9B9F-CB99-C93D47845DFD}"/>
          </ac:grpSpMkLst>
        </pc:grpChg>
        <pc:grpChg chg="mod">
          <ac:chgData name="Bowen Cheek" userId="8fca192e-0677-4b46-9386-7af871cc0c0f" providerId="ADAL" clId="{A7C2DF13-9E9B-41A5-8CD9-30DC2F6668C6}" dt="2026-04-15T16:46:18.016" v="611"/>
          <ac:grpSpMkLst>
            <pc:docMk/>
            <pc:sldMk cId="4262603962" sldId="283"/>
            <ac:grpSpMk id="28" creationId="{0274030F-8940-27BB-E5F7-D1EB65BD677E}"/>
          </ac:grpSpMkLst>
        </pc:grpChg>
        <pc:inkChg chg="add">
          <ac:chgData name="Bowen Cheek" userId="8fca192e-0677-4b46-9386-7af871cc0c0f" providerId="ADAL" clId="{A7C2DF13-9E9B-41A5-8CD9-30DC2F6668C6}" dt="2026-04-15T16:45:12.873" v="590" actId="9405"/>
          <ac:inkMkLst>
            <pc:docMk/>
            <pc:sldMk cId="4262603962" sldId="283"/>
            <ac:inkMk id="6" creationId="{84CA9885-6079-A4A1-B2B1-2DD7C7C850FA}"/>
          </ac:inkMkLst>
        </pc:inkChg>
        <pc:inkChg chg="add">
          <ac:chgData name="Bowen Cheek" userId="8fca192e-0677-4b46-9386-7af871cc0c0f" providerId="ADAL" clId="{A7C2DF13-9E9B-41A5-8CD9-30DC2F6668C6}" dt="2026-04-15T13:32:44.066" v="292" actId="9405"/>
          <ac:inkMkLst>
            <pc:docMk/>
            <pc:sldMk cId="4262603962" sldId="283"/>
            <ac:inkMk id="6" creationId="{974DAB5F-D529-D5D7-D243-00002ABEF8FE}"/>
          </ac:inkMkLst>
        </pc:inkChg>
        <pc:inkChg chg="add">
          <ac:chgData name="Bowen Cheek" userId="8fca192e-0677-4b46-9386-7af871cc0c0f" providerId="ADAL" clId="{A7C2DF13-9E9B-41A5-8CD9-30DC2F6668C6}" dt="2026-04-15T13:32:45.784" v="293" actId="9405"/>
          <ac:inkMkLst>
            <pc:docMk/>
            <pc:sldMk cId="4262603962" sldId="283"/>
            <ac:inkMk id="7" creationId="{1817CCCE-018D-AF1F-1251-4D8AE15F5F4C}"/>
          </ac:inkMkLst>
        </pc:inkChg>
        <pc:inkChg chg="add">
          <ac:chgData name="Bowen Cheek" userId="8fca192e-0677-4b46-9386-7af871cc0c0f" providerId="ADAL" clId="{A7C2DF13-9E9B-41A5-8CD9-30DC2F6668C6}" dt="2026-04-15T16:45:31.973" v="591" actId="9405"/>
          <ac:inkMkLst>
            <pc:docMk/>
            <pc:sldMk cId="4262603962" sldId="283"/>
            <ac:inkMk id="7" creationId="{E8BCEE8C-220D-AC50-AF86-982665B5EB51}"/>
          </ac:inkMkLst>
        </pc:inkChg>
        <pc:inkChg chg="add mod">
          <ac:chgData name="Bowen Cheek" userId="8fca192e-0677-4b46-9386-7af871cc0c0f" providerId="ADAL" clId="{A7C2DF13-9E9B-41A5-8CD9-30DC2F6668C6}" dt="2026-04-15T13:33:37.516" v="311"/>
          <ac:inkMkLst>
            <pc:docMk/>
            <pc:sldMk cId="4262603962" sldId="283"/>
            <ac:inkMk id="8" creationId="{689C8549-358A-4AE9-B21E-464C4CEA97D3}"/>
          </ac:inkMkLst>
        </pc:inkChg>
        <pc:inkChg chg="add mod">
          <ac:chgData name="Bowen Cheek" userId="8fca192e-0677-4b46-9386-7af871cc0c0f" providerId="ADAL" clId="{A7C2DF13-9E9B-41A5-8CD9-30DC2F6668C6}" dt="2026-04-15T16:46:18.016" v="611"/>
          <ac:inkMkLst>
            <pc:docMk/>
            <pc:sldMk cId="4262603962" sldId="283"/>
            <ac:inkMk id="8" creationId="{8CAE5B02-14AA-4DF3-5AF6-BA3414C4AEC1}"/>
          </ac:inkMkLst>
        </pc:inkChg>
        <pc:inkChg chg="add mod">
          <ac:chgData name="Bowen Cheek" userId="8fca192e-0677-4b46-9386-7af871cc0c0f" providerId="ADAL" clId="{A7C2DF13-9E9B-41A5-8CD9-30DC2F6668C6}" dt="2026-04-15T13:33:33.773" v="304"/>
          <ac:inkMkLst>
            <pc:docMk/>
            <pc:sldMk cId="4262603962" sldId="283"/>
            <ac:inkMk id="9" creationId="{873E7E82-214C-B8E4-8F08-2A726CC39F50}"/>
          </ac:inkMkLst>
        </pc:inkChg>
        <pc:inkChg chg="add mod">
          <ac:chgData name="Bowen Cheek" userId="8fca192e-0677-4b46-9386-7af871cc0c0f" providerId="ADAL" clId="{A7C2DF13-9E9B-41A5-8CD9-30DC2F6668C6}" dt="2026-04-15T16:46:12.601" v="606"/>
          <ac:inkMkLst>
            <pc:docMk/>
            <pc:sldMk cId="4262603962" sldId="283"/>
            <ac:inkMk id="9" creationId="{E0339C16-7732-860B-5CED-2AEC4208225F}"/>
          </ac:inkMkLst>
        </pc:inkChg>
        <pc:inkChg chg="add mod">
          <ac:chgData name="Bowen Cheek" userId="8fca192e-0677-4b46-9386-7af871cc0c0f" providerId="ADAL" clId="{A7C2DF13-9E9B-41A5-8CD9-30DC2F6668C6}" dt="2026-04-15T16:46:10.127" v="602"/>
          <ac:inkMkLst>
            <pc:docMk/>
            <pc:sldMk cId="4262603962" sldId="283"/>
            <ac:inkMk id="10" creationId="{0293DF92-DAE7-1AB1-2638-B182195E268C}"/>
          </ac:inkMkLst>
        </pc:inkChg>
        <pc:inkChg chg="add mod">
          <ac:chgData name="Bowen Cheek" userId="8fca192e-0677-4b46-9386-7af871cc0c0f" providerId="ADAL" clId="{A7C2DF13-9E9B-41A5-8CD9-30DC2F6668C6}" dt="2026-04-15T13:33:37.516" v="311"/>
          <ac:inkMkLst>
            <pc:docMk/>
            <pc:sldMk cId="4262603962" sldId="283"/>
            <ac:inkMk id="10" creationId="{512BFD32-CBA8-C2E0-9942-7C1D4FED1499}"/>
          </ac:inkMkLst>
        </pc:inkChg>
        <pc:inkChg chg="add mod">
          <ac:chgData name="Bowen Cheek" userId="8fca192e-0677-4b46-9386-7af871cc0c0f" providerId="ADAL" clId="{A7C2DF13-9E9B-41A5-8CD9-30DC2F6668C6}" dt="2026-04-15T13:33:33.773" v="304"/>
          <ac:inkMkLst>
            <pc:docMk/>
            <pc:sldMk cId="4262603962" sldId="283"/>
            <ac:inkMk id="12" creationId="{2179C347-CFF5-6893-9757-6E00A8AC3E5F}"/>
          </ac:inkMkLst>
        </pc:inkChg>
        <pc:inkChg chg="add mod">
          <ac:chgData name="Bowen Cheek" userId="8fca192e-0677-4b46-9386-7af871cc0c0f" providerId="ADAL" clId="{A7C2DF13-9E9B-41A5-8CD9-30DC2F6668C6}" dt="2026-04-15T16:46:10.127" v="602"/>
          <ac:inkMkLst>
            <pc:docMk/>
            <pc:sldMk cId="4262603962" sldId="283"/>
            <ac:inkMk id="12" creationId="{E6307DE9-88C7-8FDC-C4BC-FF9BF4413EC6}"/>
          </ac:inkMkLst>
        </pc:inkChg>
        <pc:inkChg chg="add mod">
          <ac:chgData name="Bowen Cheek" userId="8fca192e-0677-4b46-9386-7af871cc0c0f" providerId="ADAL" clId="{A7C2DF13-9E9B-41A5-8CD9-30DC2F6668C6}" dt="2026-04-15T16:46:18.016" v="611"/>
          <ac:inkMkLst>
            <pc:docMk/>
            <pc:sldMk cId="4262603962" sldId="283"/>
            <ac:inkMk id="13" creationId="{1CCCE58A-318D-DDF2-AB60-434EC4CDC30A}"/>
          </ac:inkMkLst>
        </pc:inkChg>
        <pc:inkChg chg="add mod">
          <ac:chgData name="Bowen Cheek" userId="8fca192e-0677-4b46-9386-7af871cc0c0f" providerId="ADAL" clId="{A7C2DF13-9E9B-41A5-8CD9-30DC2F6668C6}" dt="2026-04-15T13:33:37.516" v="311"/>
          <ac:inkMkLst>
            <pc:docMk/>
            <pc:sldMk cId="4262603962" sldId="283"/>
            <ac:inkMk id="13" creationId="{4480EED7-0461-0CD6-0F16-5D7CA34132CE}"/>
          </ac:inkMkLst>
        </pc:inkChg>
        <pc:inkChg chg="add mod">
          <ac:chgData name="Bowen Cheek" userId="8fca192e-0677-4b46-9386-7af871cc0c0f" providerId="ADAL" clId="{A7C2DF13-9E9B-41A5-8CD9-30DC2F6668C6}" dt="2026-04-15T13:33:37.516" v="311"/>
          <ac:inkMkLst>
            <pc:docMk/>
            <pc:sldMk cId="4262603962" sldId="283"/>
            <ac:inkMk id="14" creationId="{09AC549C-0AD3-A251-5BFE-9A623F4B422B}"/>
          </ac:inkMkLst>
        </pc:inkChg>
        <pc:inkChg chg="add mod">
          <ac:chgData name="Bowen Cheek" userId="8fca192e-0677-4b46-9386-7af871cc0c0f" providerId="ADAL" clId="{A7C2DF13-9E9B-41A5-8CD9-30DC2F6668C6}" dt="2026-04-15T16:46:10.127" v="602"/>
          <ac:inkMkLst>
            <pc:docMk/>
            <pc:sldMk cId="4262603962" sldId="283"/>
            <ac:inkMk id="14" creationId="{8BB85A32-4769-2760-F8F3-A697E74FD23A}"/>
          </ac:inkMkLst>
        </pc:inkChg>
        <pc:inkChg chg="add mod">
          <ac:chgData name="Bowen Cheek" userId="8fca192e-0677-4b46-9386-7af871cc0c0f" providerId="ADAL" clId="{A7C2DF13-9E9B-41A5-8CD9-30DC2F6668C6}" dt="2026-04-15T13:33:33.773" v="304"/>
          <ac:inkMkLst>
            <pc:docMk/>
            <pc:sldMk cId="4262603962" sldId="283"/>
            <ac:inkMk id="15" creationId="{51756D3F-4B06-1293-08F8-9C96EDFF0665}"/>
          </ac:inkMkLst>
        </pc:inkChg>
        <pc:inkChg chg="add mod">
          <ac:chgData name="Bowen Cheek" userId="8fca192e-0677-4b46-9386-7af871cc0c0f" providerId="ADAL" clId="{A7C2DF13-9E9B-41A5-8CD9-30DC2F6668C6}" dt="2026-04-15T16:46:18.016" v="611"/>
          <ac:inkMkLst>
            <pc:docMk/>
            <pc:sldMk cId="4262603962" sldId="283"/>
            <ac:inkMk id="15" creationId="{ECBDA458-8BB4-F3BB-2256-DDDA4C374CCA}"/>
          </ac:inkMkLst>
        </pc:inkChg>
        <pc:inkChg chg="add">
          <ac:chgData name="Bowen Cheek" userId="8fca192e-0677-4b46-9386-7af871cc0c0f" providerId="ADAL" clId="{A7C2DF13-9E9B-41A5-8CD9-30DC2F6668C6}" dt="2026-04-15T13:33:32.659" v="302" actId="9405"/>
          <ac:inkMkLst>
            <pc:docMk/>
            <pc:sldMk cId="4262603962" sldId="283"/>
            <ac:inkMk id="16" creationId="{B1E39246-511B-717F-0B91-5B3328ABAD14}"/>
          </ac:inkMkLst>
        </pc:inkChg>
        <pc:inkChg chg="add mod">
          <ac:chgData name="Bowen Cheek" userId="8fca192e-0677-4b46-9386-7af871cc0c0f" providerId="ADAL" clId="{A7C2DF13-9E9B-41A5-8CD9-30DC2F6668C6}" dt="2026-04-15T13:33:37.516" v="311"/>
          <ac:inkMkLst>
            <pc:docMk/>
            <pc:sldMk cId="4262603962" sldId="283"/>
            <ac:inkMk id="17" creationId="{47575A06-4225-11A2-48F1-99977FD54913}"/>
          </ac:inkMkLst>
        </pc:inkChg>
        <pc:inkChg chg="add mod">
          <ac:chgData name="Bowen Cheek" userId="8fca192e-0677-4b46-9386-7af871cc0c0f" providerId="ADAL" clId="{A7C2DF13-9E9B-41A5-8CD9-30DC2F6668C6}" dt="2026-04-15T16:46:18.016" v="611"/>
          <ac:inkMkLst>
            <pc:docMk/>
            <pc:sldMk cId="4262603962" sldId="283"/>
            <ac:inkMk id="17" creationId="{C574A957-B742-3696-D35D-CDF909F0FA9A}"/>
          </ac:inkMkLst>
        </pc:inkChg>
        <pc:inkChg chg="add mod">
          <ac:chgData name="Bowen Cheek" userId="8fca192e-0677-4b46-9386-7af871cc0c0f" providerId="ADAL" clId="{A7C2DF13-9E9B-41A5-8CD9-30DC2F6668C6}" dt="2026-04-15T13:33:37.516" v="311"/>
          <ac:inkMkLst>
            <pc:docMk/>
            <pc:sldMk cId="4262603962" sldId="283"/>
            <ac:inkMk id="19" creationId="{5153F197-F7E4-E6A8-53E0-17AEE93A03E2}"/>
          </ac:inkMkLst>
        </pc:inkChg>
        <pc:inkChg chg="add">
          <ac:chgData name="Bowen Cheek" userId="8fca192e-0677-4b46-9386-7af871cc0c0f" providerId="ADAL" clId="{A7C2DF13-9E9B-41A5-8CD9-30DC2F6668C6}" dt="2026-04-15T16:46:10.648" v="603" actId="9405"/>
          <ac:inkMkLst>
            <pc:docMk/>
            <pc:sldMk cId="4262603962" sldId="283"/>
            <ac:inkMk id="19" creationId="{9A0D8D4F-663C-8D34-25BB-D70119F03748}"/>
          </ac:inkMkLst>
        </pc:inkChg>
        <pc:inkChg chg="add mod">
          <ac:chgData name="Bowen Cheek" userId="8fca192e-0677-4b46-9386-7af871cc0c0f" providerId="ADAL" clId="{A7C2DF13-9E9B-41A5-8CD9-30DC2F6668C6}" dt="2026-04-15T16:46:18.016" v="611"/>
          <ac:inkMkLst>
            <pc:docMk/>
            <pc:sldMk cId="4262603962" sldId="283"/>
            <ac:inkMk id="20" creationId="{7E858443-9332-CBE4-69C7-B7175D8B985C}"/>
          </ac:inkMkLst>
        </pc:inkChg>
        <pc:inkChg chg="add mod">
          <ac:chgData name="Bowen Cheek" userId="8fca192e-0677-4b46-9386-7af871cc0c0f" providerId="ADAL" clId="{A7C2DF13-9E9B-41A5-8CD9-30DC2F6668C6}" dt="2026-04-15T13:33:37.516" v="311"/>
          <ac:inkMkLst>
            <pc:docMk/>
            <pc:sldMk cId="4262603962" sldId="283"/>
            <ac:inkMk id="20" creationId="{D64CE53B-9C25-A7D7-4667-7A05CA028559}"/>
          </ac:inkMkLst>
        </pc:inkChg>
        <pc:inkChg chg="add">
          <ac:chgData name="Bowen Cheek" userId="8fca192e-0677-4b46-9386-7af871cc0c0f" providerId="ADAL" clId="{A7C2DF13-9E9B-41A5-8CD9-30DC2F6668C6}" dt="2026-04-15T13:33:34.804" v="307" actId="9405"/>
          <ac:inkMkLst>
            <pc:docMk/>
            <pc:sldMk cId="4262603962" sldId="283"/>
            <ac:inkMk id="21" creationId="{05E50B4A-BAC3-47D2-ADD7-5F4DF1E60A6E}"/>
          </ac:inkMkLst>
        </pc:inkChg>
        <pc:inkChg chg="add mod">
          <ac:chgData name="Bowen Cheek" userId="8fca192e-0677-4b46-9386-7af871cc0c0f" providerId="ADAL" clId="{A7C2DF13-9E9B-41A5-8CD9-30DC2F6668C6}" dt="2026-04-15T16:46:18.016" v="611"/>
          <ac:inkMkLst>
            <pc:docMk/>
            <pc:sldMk cId="4262603962" sldId="283"/>
            <ac:inkMk id="21" creationId="{94BAB04F-86C5-237E-2B9C-3782311EB8EE}"/>
          </ac:inkMkLst>
        </pc:inkChg>
        <pc:inkChg chg="add">
          <ac:chgData name="Bowen Cheek" userId="8fca192e-0677-4b46-9386-7af871cc0c0f" providerId="ADAL" clId="{A7C2DF13-9E9B-41A5-8CD9-30DC2F6668C6}" dt="2026-04-15T13:33:35.552" v="308" actId="9405"/>
          <ac:inkMkLst>
            <pc:docMk/>
            <pc:sldMk cId="4262603962" sldId="283"/>
            <ac:inkMk id="22" creationId="{ED59BB18-D6F2-B29E-7860-C464FD4AC9F3}"/>
          </ac:inkMkLst>
        </pc:inkChg>
        <pc:inkChg chg="add">
          <ac:chgData name="Bowen Cheek" userId="8fca192e-0677-4b46-9386-7af871cc0c0f" providerId="ADAL" clId="{A7C2DF13-9E9B-41A5-8CD9-30DC2F6668C6}" dt="2026-04-15T13:33:36.180" v="309" actId="9405"/>
          <ac:inkMkLst>
            <pc:docMk/>
            <pc:sldMk cId="4262603962" sldId="283"/>
            <ac:inkMk id="23" creationId="{C0DDAC04-4DBD-FC93-6C9E-337004A8426C}"/>
          </ac:inkMkLst>
        </pc:inkChg>
        <pc:inkChg chg="add mod">
          <ac:chgData name="Bowen Cheek" userId="8fca192e-0677-4b46-9386-7af871cc0c0f" providerId="ADAL" clId="{A7C2DF13-9E9B-41A5-8CD9-30DC2F6668C6}" dt="2026-04-15T16:46:16.248" v="609"/>
          <ac:inkMkLst>
            <pc:docMk/>
            <pc:sldMk cId="4262603962" sldId="283"/>
            <ac:inkMk id="24" creationId="{4ADF56FC-F589-B4D8-DC5E-86DAC75DA566}"/>
          </ac:inkMkLst>
        </pc:inkChg>
        <pc:inkChg chg="add mod">
          <ac:chgData name="Bowen Cheek" userId="8fca192e-0677-4b46-9386-7af871cc0c0f" providerId="ADAL" clId="{A7C2DF13-9E9B-41A5-8CD9-30DC2F6668C6}" dt="2026-04-15T13:33:37.516" v="311"/>
          <ac:inkMkLst>
            <pc:docMk/>
            <pc:sldMk cId="4262603962" sldId="283"/>
            <ac:inkMk id="24" creationId="{5F6AD653-4685-DD6A-7A2C-671DD5EDC8C8}"/>
          </ac:inkMkLst>
        </pc:inkChg>
        <pc:inkChg chg="add mod">
          <ac:chgData name="Bowen Cheek" userId="8fca192e-0677-4b46-9386-7af871cc0c0f" providerId="ADAL" clId="{A7C2DF13-9E9B-41A5-8CD9-30DC2F6668C6}" dt="2026-04-15T16:46:16.248" v="609"/>
          <ac:inkMkLst>
            <pc:docMk/>
            <pc:sldMk cId="4262603962" sldId="283"/>
            <ac:inkMk id="25" creationId="{4509ED74-99F5-3A9D-AB35-318FB22EB8A5}"/>
          </ac:inkMkLst>
        </pc:inkChg>
        <pc:inkChg chg="add">
          <ac:chgData name="Bowen Cheek" userId="8fca192e-0677-4b46-9386-7af871cc0c0f" providerId="ADAL" clId="{A7C2DF13-9E9B-41A5-8CD9-30DC2F6668C6}" dt="2026-04-15T13:34:26.365" v="312" actId="9405"/>
          <ac:inkMkLst>
            <pc:docMk/>
            <pc:sldMk cId="4262603962" sldId="283"/>
            <ac:inkMk id="26" creationId="{278599BA-F7E7-E710-6E31-8AA2C050AA09}"/>
          </ac:inkMkLst>
        </pc:inkChg>
        <pc:inkChg chg="add">
          <ac:chgData name="Bowen Cheek" userId="8fca192e-0677-4b46-9386-7af871cc0c0f" providerId="ADAL" clId="{A7C2DF13-9E9B-41A5-8CD9-30DC2F6668C6}" dt="2026-04-15T16:46:17.465" v="610" actId="9405"/>
          <ac:inkMkLst>
            <pc:docMk/>
            <pc:sldMk cId="4262603962" sldId="283"/>
            <ac:inkMk id="27" creationId="{79CC6740-D42B-0163-1AFC-CE83A9FD40D5}"/>
          </ac:inkMkLst>
        </pc:inkChg>
        <pc:inkChg chg="add">
          <ac:chgData name="Bowen Cheek" userId="8fca192e-0677-4b46-9386-7af871cc0c0f" providerId="ADAL" clId="{A7C2DF13-9E9B-41A5-8CD9-30DC2F6668C6}" dt="2026-04-15T13:34:39.716" v="313" actId="9405"/>
          <ac:inkMkLst>
            <pc:docMk/>
            <pc:sldMk cId="4262603962" sldId="283"/>
            <ac:inkMk id="27" creationId="{EA36CA7C-FBB3-095F-C516-90EB5A24F471}"/>
          </ac:inkMkLst>
        </pc:inkChg>
        <pc:inkChg chg="add">
          <ac:chgData name="Bowen Cheek" userId="8fca192e-0677-4b46-9386-7af871cc0c0f" providerId="ADAL" clId="{A7C2DF13-9E9B-41A5-8CD9-30DC2F6668C6}" dt="2026-04-15T16:46:25.584" v="612" actId="9405"/>
          <ac:inkMkLst>
            <pc:docMk/>
            <pc:sldMk cId="4262603962" sldId="283"/>
            <ac:inkMk id="29" creationId="{A437F9E6-6166-372B-F98B-1236DC57DCA5}"/>
          </ac:inkMkLst>
        </pc:inkChg>
        <pc:inkChg chg="add">
          <ac:chgData name="Bowen Cheek" userId="8fca192e-0677-4b46-9386-7af871cc0c0f" providerId="ADAL" clId="{A7C2DF13-9E9B-41A5-8CD9-30DC2F6668C6}" dt="2026-04-15T16:46:43.732" v="613" actId="9405"/>
          <ac:inkMkLst>
            <pc:docMk/>
            <pc:sldMk cId="4262603962" sldId="283"/>
            <ac:inkMk id="30" creationId="{BD43E296-563E-140E-EA7A-1CD00CDD1917}"/>
          </ac:inkMkLst>
        </pc:inkChg>
        <pc:inkChg chg="add">
          <ac:chgData name="Bowen Cheek" userId="8fca192e-0677-4b46-9386-7af871cc0c0f" providerId="ADAL" clId="{A7C2DF13-9E9B-41A5-8CD9-30DC2F6668C6}" dt="2026-04-15T16:46:45.165" v="614" actId="9405"/>
          <ac:inkMkLst>
            <pc:docMk/>
            <pc:sldMk cId="4262603962" sldId="283"/>
            <ac:inkMk id="31" creationId="{B3EB3E88-B411-A886-BECB-A31F80A7829E}"/>
          </ac:inkMkLst>
        </pc:inkChg>
        <pc:inkChg chg="add">
          <ac:chgData name="Bowen Cheek" userId="8fca192e-0677-4b46-9386-7af871cc0c0f" providerId="ADAL" clId="{A7C2DF13-9E9B-41A5-8CD9-30DC2F6668C6}" dt="2026-04-15T16:47:11.254" v="615" actId="9405"/>
          <ac:inkMkLst>
            <pc:docMk/>
            <pc:sldMk cId="4262603962" sldId="283"/>
            <ac:inkMk id="32" creationId="{4C62CC3A-3EBB-2F86-C7A3-FF59971F3195}"/>
          </ac:inkMkLst>
        </pc:inkChg>
      </pc:sldChg>
      <pc:sldChg chg="addSp delSp modSp mod">
        <pc:chgData name="Bowen Cheek" userId="8fca192e-0677-4b46-9386-7af871cc0c0f" providerId="ADAL" clId="{A7C2DF13-9E9B-41A5-8CD9-30DC2F6668C6}" dt="2026-04-15T16:51:04.064" v="649"/>
        <pc:sldMkLst>
          <pc:docMk/>
          <pc:sldMk cId="2337894161" sldId="284"/>
        </pc:sldMkLst>
        <pc:grpChg chg="mod">
          <ac:chgData name="Bowen Cheek" userId="8fca192e-0677-4b46-9386-7af871cc0c0f" providerId="ADAL" clId="{A7C2DF13-9E9B-41A5-8CD9-30DC2F6668C6}" dt="2026-04-15T16:49:18.824" v="624"/>
          <ac:grpSpMkLst>
            <pc:docMk/>
            <pc:sldMk cId="2337894161" sldId="284"/>
            <ac:grpSpMk id="14" creationId="{A23B0092-322B-A9D3-C64B-CBB55FC60B62}"/>
          </ac:grpSpMkLst>
        </pc:grpChg>
        <pc:grpChg chg="del mod">
          <ac:chgData name="Bowen Cheek" userId="8fca192e-0677-4b46-9386-7af871cc0c0f" providerId="ADAL" clId="{A7C2DF13-9E9B-41A5-8CD9-30DC2F6668C6}" dt="2026-04-15T13:37:11.738" v="325"/>
          <ac:grpSpMkLst>
            <pc:docMk/>
            <pc:sldMk cId="2337894161" sldId="284"/>
            <ac:grpSpMk id="14" creationId="{EE6AF1DB-746D-49C9-80C3-AC48154D6182}"/>
          </ac:grpSpMkLst>
        </pc:grpChg>
        <pc:grpChg chg="mod">
          <ac:chgData name="Bowen Cheek" userId="8fca192e-0677-4b46-9386-7af871cc0c0f" providerId="ADAL" clId="{A7C2DF13-9E9B-41A5-8CD9-30DC2F6668C6}" dt="2026-04-15T13:37:09.576" v="322"/>
          <ac:grpSpMkLst>
            <pc:docMk/>
            <pc:sldMk cId="2337894161" sldId="284"/>
            <ac:grpSpMk id="15" creationId="{9B979D45-45CF-9386-CBCB-906D1903BB9E}"/>
          </ac:grpSpMkLst>
        </pc:grpChg>
        <pc:grpChg chg="mod">
          <ac:chgData name="Bowen Cheek" userId="8fca192e-0677-4b46-9386-7af871cc0c0f" providerId="ADAL" clId="{A7C2DF13-9E9B-41A5-8CD9-30DC2F6668C6}" dt="2026-04-15T16:49:18.824" v="624"/>
          <ac:grpSpMkLst>
            <pc:docMk/>
            <pc:sldMk cId="2337894161" sldId="284"/>
            <ac:grpSpMk id="15" creationId="{B206D1EA-CA92-415F-40D8-0F0EA00E819D}"/>
          </ac:grpSpMkLst>
        </pc:grpChg>
        <pc:grpChg chg="mod">
          <ac:chgData name="Bowen Cheek" userId="8fca192e-0677-4b46-9386-7af871cc0c0f" providerId="ADAL" clId="{A7C2DF13-9E9B-41A5-8CD9-30DC2F6668C6}" dt="2026-04-15T13:37:11.738" v="325"/>
          <ac:grpSpMkLst>
            <pc:docMk/>
            <pc:sldMk cId="2337894161" sldId="284"/>
            <ac:grpSpMk id="18" creationId="{15C5F79E-BF26-5DB7-B519-1D4498746EE7}"/>
          </ac:grpSpMkLst>
        </pc:grpChg>
        <pc:grpChg chg="mod">
          <ac:chgData name="Bowen Cheek" userId="8fca192e-0677-4b46-9386-7af871cc0c0f" providerId="ADAL" clId="{A7C2DF13-9E9B-41A5-8CD9-30DC2F6668C6}" dt="2026-04-15T16:50:25.894" v="631"/>
          <ac:grpSpMkLst>
            <pc:docMk/>
            <pc:sldMk cId="2337894161" sldId="284"/>
            <ac:grpSpMk id="22" creationId="{C31DA2B8-8BA5-B445-E0F6-D9777F480D1C}"/>
          </ac:grpSpMkLst>
        </pc:grpChg>
        <pc:grpChg chg="del mod">
          <ac:chgData name="Bowen Cheek" userId="8fca192e-0677-4b46-9386-7af871cc0c0f" providerId="ADAL" clId="{A7C2DF13-9E9B-41A5-8CD9-30DC2F6668C6}" dt="2026-04-15T13:38:25.358" v="334"/>
          <ac:grpSpMkLst>
            <pc:docMk/>
            <pc:sldMk cId="2337894161" sldId="284"/>
            <ac:grpSpMk id="23" creationId="{34C6EA12-D840-F23B-FA31-98CBC3A14755}"/>
          </ac:grpSpMkLst>
        </pc:grpChg>
        <pc:grpChg chg="mod">
          <ac:chgData name="Bowen Cheek" userId="8fca192e-0677-4b46-9386-7af871cc0c0f" providerId="ADAL" clId="{A7C2DF13-9E9B-41A5-8CD9-30DC2F6668C6}" dt="2026-04-15T13:38:25.358" v="334"/>
          <ac:grpSpMkLst>
            <pc:docMk/>
            <pc:sldMk cId="2337894161" sldId="284"/>
            <ac:grpSpMk id="27" creationId="{DEC21EDB-2FBD-705F-2476-DF2AD428C814}"/>
          </ac:grpSpMkLst>
        </pc:grpChg>
        <pc:grpChg chg="mod">
          <ac:chgData name="Bowen Cheek" userId="8fca192e-0677-4b46-9386-7af871cc0c0f" providerId="ADAL" clId="{A7C2DF13-9E9B-41A5-8CD9-30DC2F6668C6}" dt="2026-04-15T13:38:42.244" v="337"/>
          <ac:grpSpMkLst>
            <pc:docMk/>
            <pc:sldMk cId="2337894161" sldId="284"/>
            <ac:grpSpMk id="30" creationId="{DD36B656-6C36-D150-52D6-BD7FD18BA44F}"/>
          </ac:grpSpMkLst>
        </pc:grpChg>
        <pc:grpChg chg="mod">
          <ac:chgData name="Bowen Cheek" userId="8fca192e-0677-4b46-9386-7af871cc0c0f" providerId="ADAL" clId="{A7C2DF13-9E9B-41A5-8CD9-30DC2F6668C6}" dt="2026-04-15T16:50:31.681" v="641"/>
          <ac:grpSpMkLst>
            <pc:docMk/>
            <pc:sldMk cId="2337894161" sldId="284"/>
            <ac:grpSpMk id="32" creationId="{E8B3531C-379D-D8D6-12F1-F2B5C5A96372}"/>
          </ac:grpSpMkLst>
        </pc:grpChg>
        <pc:grpChg chg="mod">
          <ac:chgData name="Bowen Cheek" userId="8fca192e-0677-4b46-9386-7af871cc0c0f" providerId="ADAL" clId="{A7C2DF13-9E9B-41A5-8CD9-30DC2F6668C6}" dt="2026-04-15T16:50:31.681" v="641"/>
          <ac:grpSpMkLst>
            <pc:docMk/>
            <pc:sldMk cId="2337894161" sldId="284"/>
            <ac:grpSpMk id="33" creationId="{5DFBCE36-1555-DEA6-0E7A-B09F3AAD9291}"/>
          </ac:grpSpMkLst>
        </pc:grpChg>
        <pc:grpChg chg="mod">
          <ac:chgData name="Bowen Cheek" userId="8fca192e-0677-4b46-9386-7af871cc0c0f" providerId="ADAL" clId="{A7C2DF13-9E9B-41A5-8CD9-30DC2F6668C6}" dt="2026-04-15T16:51:04.064" v="649"/>
          <ac:grpSpMkLst>
            <pc:docMk/>
            <pc:sldMk cId="2337894161" sldId="284"/>
            <ac:grpSpMk id="41" creationId="{11CAF1BF-A2C8-3873-B17E-2A96E98CBCEF}"/>
          </ac:grpSpMkLst>
        </pc:grpChg>
        <pc:inkChg chg="add mod">
          <ac:chgData name="Bowen Cheek" userId="8fca192e-0677-4b46-9386-7af871cc0c0f" providerId="ADAL" clId="{A7C2DF13-9E9B-41A5-8CD9-30DC2F6668C6}" dt="2026-04-15T13:37:09.576" v="322"/>
          <ac:inkMkLst>
            <pc:docMk/>
            <pc:sldMk cId="2337894161" sldId="284"/>
            <ac:inkMk id="6" creationId="{104BD3A9-543D-C73A-7441-D89C5C8EFB70}"/>
          </ac:inkMkLst>
        </pc:inkChg>
        <pc:inkChg chg="add mod">
          <ac:chgData name="Bowen Cheek" userId="8fca192e-0677-4b46-9386-7af871cc0c0f" providerId="ADAL" clId="{A7C2DF13-9E9B-41A5-8CD9-30DC2F6668C6}" dt="2026-04-15T16:49:18.824" v="624"/>
          <ac:inkMkLst>
            <pc:docMk/>
            <pc:sldMk cId="2337894161" sldId="284"/>
            <ac:inkMk id="6" creationId="{5605F674-4F26-D8DD-453A-AF7EFCA9A7F0}"/>
          </ac:inkMkLst>
        </pc:inkChg>
        <pc:inkChg chg="add mod">
          <ac:chgData name="Bowen Cheek" userId="8fca192e-0677-4b46-9386-7af871cc0c0f" providerId="ADAL" clId="{A7C2DF13-9E9B-41A5-8CD9-30DC2F6668C6}" dt="2026-04-15T16:49:18.824" v="624"/>
          <ac:inkMkLst>
            <pc:docMk/>
            <pc:sldMk cId="2337894161" sldId="284"/>
            <ac:inkMk id="7" creationId="{68544ACD-3BB4-89C9-E7EC-B243E2EDFF38}"/>
          </ac:inkMkLst>
        </pc:inkChg>
        <pc:inkChg chg="add mod">
          <ac:chgData name="Bowen Cheek" userId="8fca192e-0677-4b46-9386-7af871cc0c0f" providerId="ADAL" clId="{A7C2DF13-9E9B-41A5-8CD9-30DC2F6668C6}" dt="2026-04-15T13:37:09.576" v="322"/>
          <ac:inkMkLst>
            <pc:docMk/>
            <pc:sldMk cId="2337894161" sldId="284"/>
            <ac:inkMk id="7" creationId="{C5C3D6C3-BFC2-99A3-6702-F1E85835B1FD}"/>
          </ac:inkMkLst>
        </pc:inkChg>
        <pc:inkChg chg="add mod">
          <ac:chgData name="Bowen Cheek" userId="8fca192e-0677-4b46-9386-7af871cc0c0f" providerId="ADAL" clId="{A7C2DF13-9E9B-41A5-8CD9-30DC2F6668C6}" dt="2026-04-15T13:37:09.576" v="322"/>
          <ac:inkMkLst>
            <pc:docMk/>
            <pc:sldMk cId="2337894161" sldId="284"/>
            <ac:inkMk id="8" creationId="{746F81E1-DF85-3226-DB44-BA2CF909D4EF}"/>
          </ac:inkMkLst>
        </pc:inkChg>
        <pc:inkChg chg="add mod">
          <ac:chgData name="Bowen Cheek" userId="8fca192e-0677-4b46-9386-7af871cc0c0f" providerId="ADAL" clId="{A7C2DF13-9E9B-41A5-8CD9-30DC2F6668C6}" dt="2026-04-15T16:49:18.824" v="624"/>
          <ac:inkMkLst>
            <pc:docMk/>
            <pc:sldMk cId="2337894161" sldId="284"/>
            <ac:inkMk id="8" creationId="{F57ABD69-C3A7-12BD-916E-41F198833CE4}"/>
          </ac:inkMkLst>
        </pc:inkChg>
        <pc:inkChg chg="add mod">
          <ac:chgData name="Bowen Cheek" userId="8fca192e-0677-4b46-9386-7af871cc0c0f" providerId="ADAL" clId="{A7C2DF13-9E9B-41A5-8CD9-30DC2F6668C6}" dt="2026-04-15T16:49:18.824" v="624"/>
          <ac:inkMkLst>
            <pc:docMk/>
            <pc:sldMk cId="2337894161" sldId="284"/>
            <ac:inkMk id="9" creationId="{9CEBB301-F82C-923D-7C44-E31B0DC52486}"/>
          </ac:inkMkLst>
        </pc:inkChg>
        <pc:inkChg chg="add mod">
          <ac:chgData name="Bowen Cheek" userId="8fca192e-0677-4b46-9386-7af871cc0c0f" providerId="ADAL" clId="{A7C2DF13-9E9B-41A5-8CD9-30DC2F6668C6}" dt="2026-04-15T13:37:11.738" v="325"/>
          <ac:inkMkLst>
            <pc:docMk/>
            <pc:sldMk cId="2337894161" sldId="284"/>
            <ac:inkMk id="9" creationId="{F3CE284C-5F77-5D12-9D77-5C95937A6237}"/>
          </ac:inkMkLst>
        </pc:inkChg>
        <pc:inkChg chg="add mod">
          <ac:chgData name="Bowen Cheek" userId="8fca192e-0677-4b46-9386-7af871cc0c0f" providerId="ADAL" clId="{A7C2DF13-9E9B-41A5-8CD9-30DC2F6668C6}" dt="2026-04-15T16:49:18.824" v="624"/>
          <ac:inkMkLst>
            <pc:docMk/>
            <pc:sldMk cId="2337894161" sldId="284"/>
            <ac:inkMk id="10" creationId="{D8DFF6EF-A325-506A-AAF2-98739E3272A5}"/>
          </ac:inkMkLst>
        </pc:inkChg>
        <pc:inkChg chg="add mod">
          <ac:chgData name="Bowen Cheek" userId="8fca192e-0677-4b46-9386-7af871cc0c0f" providerId="ADAL" clId="{A7C2DF13-9E9B-41A5-8CD9-30DC2F6668C6}" dt="2026-04-15T13:37:11.738" v="325"/>
          <ac:inkMkLst>
            <pc:docMk/>
            <pc:sldMk cId="2337894161" sldId="284"/>
            <ac:inkMk id="10" creationId="{F5E078DF-4FB2-719F-6A9B-051BB9853071}"/>
          </ac:inkMkLst>
        </pc:inkChg>
        <pc:inkChg chg="add mod">
          <ac:chgData name="Bowen Cheek" userId="8fca192e-0677-4b46-9386-7af871cc0c0f" providerId="ADAL" clId="{A7C2DF13-9E9B-41A5-8CD9-30DC2F6668C6}" dt="2026-04-15T16:49:18.824" v="624"/>
          <ac:inkMkLst>
            <pc:docMk/>
            <pc:sldMk cId="2337894161" sldId="284"/>
            <ac:inkMk id="11" creationId="{173995DF-4D5D-E7FF-1B31-7B0DE66DFF91}"/>
          </ac:inkMkLst>
        </pc:inkChg>
        <pc:inkChg chg="add mod">
          <ac:chgData name="Bowen Cheek" userId="8fca192e-0677-4b46-9386-7af871cc0c0f" providerId="ADAL" clId="{A7C2DF13-9E9B-41A5-8CD9-30DC2F6668C6}" dt="2026-04-15T13:37:11.738" v="325"/>
          <ac:inkMkLst>
            <pc:docMk/>
            <pc:sldMk cId="2337894161" sldId="284"/>
            <ac:inkMk id="11" creationId="{CB0452D0-908E-5EDE-13D3-2F78B09AE8FA}"/>
          </ac:inkMkLst>
        </pc:inkChg>
        <pc:inkChg chg="add mod">
          <ac:chgData name="Bowen Cheek" userId="8fca192e-0677-4b46-9386-7af871cc0c0f" providerId="ADAL" clId="{A7C2DF13-9E9B-41A5-8CD9-30DC2F6668C6}" dt="2026-04-15T13:37:11.738" v="325"/>
          <ac:inkMkLst>
            <pc:docMk/>
            <pc:sldMk cId="2337894161" sldId="284"/>
            <ac:inkMk id="12" creationId="{1B315B86-568C-D16F-9FA6-8D529AB6ADAC}"/>
          </ac:inkMkLst>
        </pc:inkChg>
        <pc:inkChg chg="add mod">
          <ac:chgData name="Bowen Cheek" userId="8fca192e-0677-4b46-9386-7af871cc0c0f" providerId="ADAL" clId="{A7C2DF13-9E9B-41A5-8CD9-30DC2F6668C6}" dt="2026-04-15T16:49:18.824" v="624"/>
          <ac:inkMkLst>
            <pc:docMk/>
            <pc:sldMk cId="2337894161" sldId="284"/>
            <ac:inkMk id="12" creationId="{2959C67D-F00B-DC7C-B23A-47FA061267EF}"/>
          </ac:inkMkLst>
        </pc:inkChg>
        <pc:inkChg chg="add mod">
          <ac:chgData name="Bowen Cheek" userId="8fca192e-0677-4b46-9386-7af871cc0c0f" providerId="ADAL" clId="{A7C2DF13-9E9B-41A5-8CD9-30DC2F6668C6}" dt="2026-04-15T16:49:18.824" v="624"/>
          <ac:inkMkLst>
            <pc:docMk/>
            <pc:sldMk cId="2337894161" sldId="284"/>
            <ac:inkMk id="13" creationId="{0F7C5611-E078-70AB-68B0-639A6A4FEF3E}"/>
          </ac:inkMkLst>
        </pc:inkChg>
        <pc:inkChg chg="add mod">
          <ac:chgData name="Bowen Cheek" userId="8fca192e-0677-4b46-9386-7af871cc0c0f" providerId="ADAL" clId="{A7C2DF13-9E9B-41A5-8CD9-30DC2F6668C6}" dt="2026-04-15T13:37:11.738" v="325"/>
          <ac:inkMkLst>
            <pc:docMk/>
            <pc:sldMk cId="2337894161" sldId="284"/>
            <ac:inkMk id="13" creationId="{2EC7AF09-D5C7-1BA7-1860-EDE17B1FB52B}"/>
          </ac:inkMkLst>
        </pc:inkChg>
        <pc:inkChg chg="add mod">
          <ac:chgData name="Bowen Cheek" userId="8fca192e-0677-4b46-9386-7af871cc0c0f" providerId="ADAL" clId="{A7C2DF13-9E9B-41A5-8CD9-30DC2F6668C6}" dt="2026-04-15T13:37:11.738" v="325"/>
          <ac:inkMkLst>
            <pc:docMk/>
            <pc:sldMk cId="2337894161" sldId="284"/>
            <ac:inkMk id="16" creationId="{8B8C4639-45E6-6402-8E05-D634C3B880F4}"/>
          </ac:inkMkLst>
        </pc:inkChg>
        <pc:inkChg chg="add">
          <ac:chgData name="Bowen Cheek" userId="8fca192e-0677-4b46-9386-7af871cc0c0f" providerId="ADAL" clId="{A7C2DF13-9E9B-41A5-8CD9-30DC2F6668C6}" dt="2026-04-15T16:49:38.459" v="625" actId="9405"/>
          <ac:inkMkLst>
            <pc:docMk/>
            <pc:sldMk cId="2337894161" sldId="284"/>
            <ac:inkMk id="16" creationId="{B8E56307-38B8-F761-7261-6B1B6F715BAB}"/>
          </ac:inkMkLst>
        </pc:inkChg>
        <pc:inkChg chg="add mod">
          <ac:chgData name="Bowen Cheek" userId="8fca192e-0677-4b46-9386-7af871cc0c0f" providerId="ADAL" clId="{A7C2DF13-9E9B-41A5-8CD9-30DC2F6668C6}" dt="2026-04-15T16:50:25.894" v="631"/>
          <ac:inkMkLst>
            <pc:docMk/>
            <pc:sldMk cId="2337894161" sldId="284"/>
            <ac:inkMk id="17" creationId="{0DCE2200-FECB-4115-699B-563A9E9964A3}"/>
          </ac:inkMkLst>
        </pc:inkChg>
        <pc:inkChg chg="add mod">
          <ac:chgData name="Bowen Cheek" userId="8fca192e-0677-4b46-9386-7af871cc0c0f" providerId="ADAL" clId="{A7C2DF13-9E9B-41A5-8CD9-30DC2F6668C6}" dt="2026-04-15T13:37:11.738" v="325"/>
          <ac:inkMkLst>
            <pc:docMk/>
            <pc:sldMk cId="2337894161" sldId="284"/>
            <ac:inkMk id="17" creationId="{CF98A922-82F0-6AD8-0EEB-F43CB8E0C35B}"/>
          </ac:inkMkLst>
        </pc:inkChg>
        <pc:inkChg chg="add mod">
          <ac:chgData name="Bowen Cheek" userId="8fca192e-0677-4b46-9386-7af871cc0c0f" providerId="ADAL" clId="{A7C2DF13-9E9B-41A5-8CD9-30DC2F6668C6}" dt="2026-04-15T16:50:25.894" v="631"/>
          <ac:inkMkLst>
            <pc:docMk/>
            <pc:sldMk cId="2337894161" sldId="284"/>
            <ac:inkMk id="18" creationId="{57AD6430-DDDD-9F65-BCF7-3AEDF8AAE9C0}"/>
          </ac:inkMkLst>
        </pc:inkChg>
        <pc:inkChg chg="add mod">
          <ac:chgData name="Bowen Cheek" userId="8fca192e-0677-4b46-9386-7af871cc0c0f" providerId="ADAL" clId="{A7C2DF13-9E9B-41A5-8CD9-30DC2F6668C6}" dt="2026-04-15T16:50:25.894" v="631"/>
          <ac:inkMkLst>
            <pc:docMk/>
            <pc:sldMk cId="2337894161" sldId="284"/>
            <ac:inkMk id="19" creationId="{08DE564E-7EC1-398E-D606-00BEA1ED9CC4}"/>
          </ac:inkMkLst>
        </pc:inkChg>
        <pc:inkChg chg="add mod">
          <ac:chgData name="Bowen Cheek" userId="8fca192e-0677-4b46-9386-7af871cc0c0f" providerId="ADAL" clId="{A7C2DF13-9E9B-41A5-8CD9-30DC2F6668C6}" dt="2026-04-15T13:38:25.358" v="334"/>
          <ac:inkMkLst>
            <pc:docMk/>
            <pc:sldMk cId="2337894161" sldId="284"/>
            <ac:inkMk id="19" creationId="{64D371F9-87C3-99AB-D2E1-C4F8188AD199}"/>
          </ac:inkMkLst>
        </pc:inkChg>
        <pc:inkChg chg="add mod">
          <ac:chgData name="Bowen Cheek" userId="8fca192e-0677-4b46-9386-7af871cc0c0f" providerId="ADAL" clId="{A7C2DF13-9E9B-41A5-8CD9-30DC2F6668C6}" dt="2026-04-15T16:50:25.894" v="631"/>
          <ac:inkMkLst>
            <pc:docMk/>
            <pc:sldMk cId="2337894161" sldId="284"/>
            <ac:inkMk id="20" creationId="{0A06F386-8608-1803-AE2A-67F3A8D28210}"/>
          </ac:inkMkLst>
        </pc:inkChg>
        <pc:inkChg chg="add mod">
          <ac:chgData name="Bowen Cheek" userId="8fca192e-0677-4b46-9386-7af871cc0c0f" providerId="ADAL" clId="{A7C2DF13-9E9B-41A5-8CD9-30DC2F6668C6}" dt="2026-04-15T13:38:25.358" v="334"/>
          <ac:inkMkLst>
            <pc:docMk/>
            <pc:sldMk cId="2337894161" sldId="284"/>
            <ac:inkMk id="20" creationId="{9FBFA6FC-4D52-360D-6AD7-36F79A4845B7}"/>
          </ac:inkMkLst>
        </pc:inkChg>
        <pc:inkChg chg="add mod">
          <ac:chgData name="Bowen Cheek" userId="8fca192e-0677-4b46-9386-7af871cc0c0f" providerId="ADAL" clId="{A7C2DF13-9E9B-41A5-8CD9-30DC2F6668C6}" dt="2026-04-15T16:50:25.894" v="631"/>
          <ac:inkMkLst>
            <pc:docMk/>
            <pc:sldMk cId="2337894161" sldId="284"/>
            <ac:inkMk id="21" creationId="{201F824B-6986-6069-86B9-9D19732F32EA}"/>
          </ac:inkMkLst>
        </pc:inkChg>
        <pc:inkChg chg="add mod">
          <ac:chgData name="Bowen Cheek" userId="8fca192e-0677-4b46-9386-7af871cc0c0f" providerId="ADAL" clId="{A7C2DF13-9E9B-41A5-8CD9-30DC2F6668C6}" dt="2026-04-15T13:38:25.358" v="334"/>
          <ac:inkMkLst>
            <pc:docMk/>
            <pc:sldMk cId="2337894161" sldId="284"/>
            <ac:inkMk id="21" creationId="{75DB7C3D-8FCC-1D56-DB9D-867BBFAE2EAC}"/>
          </ac:inkMkLst>
        </pc:inkChg>
        <pc:inkChg chg="add mod">
          <ac:chgData name="Bowen Cheek" userId="8fca192e-0677-4b46-9386-7af871cc0c0f" providerId="ADAL" clId="{A7C2DF13-9E9B-41A5-8CD9-30DC2F6668C6}" dt="2026-04-15T13:38:25.358" v="334"/>
          <ac:inkMkLst>
            <pc:docMk/>
            <pc:sldMk cId="2337894161" sldId="284"/>
            <ac:inkMk id="22" creationId="{3590EFBA-A939-2305-07E7-42EC90070F8F}"/>
          </ac:inkMkLst>
        </pc:inkChg>
        <pc:inkChg chg="add mod">
          <ac:chgData name="Bowen Cheek" userId="8fca192e-0677-4b46-9386-7af871cc0c0f" providerId="ADAL" clId="{A7C2DF13-9E9B-41A5-8CD9-30DC2F6668C6}" dt="2026-04-15T16:50:31.681" v="641"/>
          <ac:inkMkLst>
            <pc:docMk/>
            <pc:sldMk cId="2337894161" sldId="284"/>
            <ac:inkMk id="23" creationId="{4013492F-F490-E13F-185A-B3E61D60296A}"/>
          </ac:inkMkLst>
        </pc:inkChg>
        <pc:inkChg chg="add mod">
          <ac:chgData name="Bowen Cheek" userId="8fca192e-0677-4b46-9386-7af871cc0c0f" providerId="ADAL" clId="{A7C2DF13-9E9B-41A5-8CD9-30DC2F6668C6}" dt="2026-04-15T16:50:31.681" v="641"/>
          <ac:inkMkLst>
            <pc:docMk/>
            <pc:sldMk cId="2337894161" sldId="284"/>
            <ac:inkMk id="24" creationId="{96E51D1A-57E4-56C9-38E9-4302E6C56CA1}"/>
          </ac:inkMkLst>
        </pc:inkChg>
        <pc:inkChg chg="add mod">
          <ac:chgData name="Bowen Cheek" userId="8fca192e-0677-4b46-9386-7af871cc0c0f" providerId="ADAL" clId="{A7C2DF13-9E9B-41A5-8CD9-30DC2F6668C6}" dt="2026-04-15T13:38:25.358" v="334"/>
          <ac:inkMkLst>
            <pc:docMk/>
            <pc:sldMk cId="2337894161" sldId="284"/>
            <ac:inkMk id="24" creationId="{E87739E9-0CCA-5961-BB0A-4F549607D305}"/>
          </ac:inkMkLst>
        </pc:inkChg>
        <pc:inkChg chg="add mod">
          <ac:chgData name="Bowen Cheek" userId="8fca192e-0677-4b46-9386-7af871cc0c0f" providerId="ADAL" clId="{A7C2DF13-9E9B-41A5-8CD9-30DC2F6668C6}" dt="2026-04-15T13:38:25.358" v="334"/>
          <ac:inkMkLst>
            <pc:docMk/>
            <pc:sldMk cId="2337894161" sldId="284"/>
            <ac:inkMk id="25" creationId="{2AB13DB3-7823-0AF8-8262-F7611B30DB96}"/>
          </ac:inkMkLst>
        </pc:inkChg>
        <pc:inkChg chg="add">
          <ac:chgData name="Bowen Cheek" userId="8fca192e-0677-4b46-9386-7af871cc0c0f" providerId="ADAL" clId="{A7C2DF13-9E9B-41A5-8CD9-30DC2F6668C6}" dt="2026-04-15T16:50:27.241" v="634" actId="9405"/>
          <ac:inkMkLst>
            <pc:docMk/>
            <pc:sldMk cId="2337894161" sldId="284"/>
            <ac:inkMk id="25" creationId="{9D997E7A-33B3-BE18-0D7A-BEDBBC360640}"/>
          </ac:inkMkLst>
        </pc:inkChg>
        <pc:inkChg chg="add mod">
          <ac:chgData name="Bowen Cheek" userId="8fca192e-0677-4b46-9386-7af871cc0c0f" providerId="ADAL" clId="{A7C2DF13-9E9B-41A5-8CD9-30DC2F6668C6}" dt="2026-04-15T16:50:31.681" v="641"/>
          <ac:inkMkLst>
            <pc:docMk/>
            <pc:sldMk cId="2337894161" sldId="284"/>
            <ac:inkMk id="26" creationId="{01FDD160-2C0D-5EC5-D392-3ED5C4BFDAE5}"/>
          </ac:inkMkLst>
        </pc:inkChg>
        <pc:inkChg chg="add mod">
          <ac:chgData name="Bowen Cheek" userId="8fca192e-0677-4b46-9386-7af871cc0c0f" providerId="ADAL" clId="{A7C2DF13-9E9B-41A5-8CD9-30DC2F6668C6}" dt="2026-04-15T13:38:25.358" v="334"/>
          <ac:inkMkLst>
            <pc:docMk/>
            <pc:sldMk cId="2337894161" sldId="284"/>
            <ac:inkMk id="26" creationId="{40A177F5-E5A8-A719-E377-8FFF320D98FC}"/>
          </ac:inkMkLst>
        </pc:inkChg>
        <pc:inkChg chg="add mod">
          <ac:chgData name="Bowen Cheek" userId="8fca192e-0677-4b46-9386-7af871cc0c0f" providerId="ADAL" clId="{A7C2DF13-9E9B-41A5-8CD9-30DC2F6668C6}" dt="2026-04-15T16:50:31.681" v="641"/>
          <ac:inkMkLst>
            <pc:docMk/>
            <pc:sldMk cId="2337894161" sldId="284"/>
            <ac:inkMk id="27" creationId="{655C9AF2-84E1-478A-3D77-984F0E5AA481}"/>
          </ac:inkMkLst>
        </pc:inkChg>
        <pc:inkChg chg="add mod">
          <ac:chgData name="Bowen Cheek" userId="8fca192e-0677-4b46-9386-7af871cc0c0f" providerId="ADAL" clId="{A7C2DF13-9E9B-41A5-8CD9-30DC2F6668C6}" dt="2026-04-15T16:50:31.681" v="641"/>
          <ac:inkMkLst>
            <pc:docMk/>
            <pc:sldMk cId="2337894161" sldId="284"/>
            <ac:inkMk id="28" creationId="{022A8BFF-850D-3315-828A-D8A144BA75F3}"/>
          </ac:inkMkLst>
        </pc:inkChg>
        <pc:inkChg chg="add mod">
          <ac:chgData name="Bowen Cheek" userId="8fca192e-0677-4b46-9386-7af871cc0c0f" providerId="ADAL" clId="{A7C2DF13-9E9B-41A5-8CD9-30DC2F6668C6}" dt="2026-04-15T13:38:42.244" v="337"/>
          <ac:inkMkLst>
            <pc:docMk/>
            <pc:sldMk cId="2337894161" sldId="284"/>
            <ac:inkMk id="28" creationId="{E391CB59-E2C8-087E-A73D-D317AD0C0444}"/>
          </ac:inkMkLst>
        </pc:inkChg>
        <pc:inkChg chg="add mod">
          <ac:chgData name="Bowen Cheek" userId="8fca192e-0677-4b46-9386-7af871cc0c0f" providerId="ADAL" clId="{A7C2DF13-9E9B-41A5-8CD9-30DC2F6668C6}" dt="2026-04-15T13:38:42.244" v="337"/>
          <ac:inkMkLst>
            <pc:docMk/>
            <pc:sldMk cId="2337894161" sldId="284"/>
            <ac:inkMk id="29" creationId="{42222293-D909-6F74-B099-C4F61565E4E0}"/>
          </ac:inkMkLst>
        </pc:inkChg>
        <pc:inkChg chg="add mod">
          <ac:chgData name="Bowen Cheek" userId="8fca192e-0677-4b46-9386-7af871cc0c0f" providerId="ADAL" clId="{A7C2DF13-9E9B-41A5-8CD9-30DC2F6668C6}" dt="2026-04-15T16:50:31.681" v="641"/>
          <ac:inkMkLst>
            <pc:docMk/>
            <pc:sldMk cId="2337894161" sldId="284"/>
            <ac:inkMk id="29" creationId="{6B85CE9D-A6E7-44AF-81CA-F6300EEEB25F}"/>
          </ac:inkMkLst>
        </pc:inkChg>
        <pc:inkChg chg="add mod">
          <ac:chgData name="Bowen Cheek" userId="8fca192e-0677-4b46-9386-7af871cc0c0f" providerId="ADAL" clId="{A7C2DF13-9E9B-41A5-8CD9-30DC2F6668C6}" dt="2026-04-15T16:50:31.681" v="641"/>
          <ac:inkMkLst>
            <pc:docMk/>
            <pc:sldMk cId="2337894161" sldId="284"/>
            <ac:inkMk id="30" creationId="{D7280046-D650-179D-D4E0-FE7C90CC28CF}"/>
          </ac:inkMkLst>
        </pc:inkChg>
        <pc:inkChg chg="add mod">
          <ac:chgData name="Bowen Cheek" userId="8fca192e-0677-4b46-9386-7af871cc0c0f" providerId="ADAL" clId="{A7C2DF13-9E9B-41A5-8CD9-30DC2F6668C6}" dt="2026-04-15T16:50:31.681" v="641"/>
          <ac:inkMkLst>
            <pc:docMk/>
            <pc:sldMk cId="2337894161" sldId="284"/>
            <ac:inkMk id="31" creationId="{D0D2DFC2-F469-64F2-0FA5-219577E10C33}"/>
          </ac:inkMkLst>
        </pc:inkChg>
        <pc:inkChg chg="add mod">
          <ac:chgData name="Bowen Cheek" userId="8fca192e-0677-4b46-9386-7af871cc0c0f" providerId="ADAL" clId="{A7C2DF13-9E9B-41A5-8CD9-30DC2F6668C6}" dt="2026-04-15T16:51:04.064" v="649"/>
          <ac:inkMkLst>
            <pc:docMk/>
            <pc:sldMk cId="2337894161" sldId="284"/>
            <ac:inkMk id="34" creationId="{229E1BB5-6A04-B4EA-675F-678E08F15D74}"/>
          </ac:inkMkLst>
        </pc:inkChg>
        <pc:inkChg chg="add mod">
          <ac:chgData name="Bowen Cheek" userId="8fca192e-0677-4b46-9386-7af871cc0c0f" providerId="ADAL" clId="{A7C2DF13-9E9B-41A5-8CD9-30DC2F6668C6}" dt="2026-04-15T16:51:04.064" v="649"/>
          <ac:inkMkLst>
            <pc:docMk/>
            <pc:sldMk cId="2337894161" sldId="284"/>
            <ac:inkMk id="35" creationId="{FFF22FB5-DDF1-7A86-F581-F1D196650E16}"/>
          </ac:inkMkLst>
        </pc:inkChg>
        <pc:inkChg chg="add mod">
          <ac:chgData name="Bowen Cheek" userId="8fca192e-0677-4b46-9386-7af871cc0c0f" providerId="ADAL" clId="{A7C2DF13-9E9B-41A5-8CD9-30DC2F6668C6}" dt="2026-04-15T16:51:04.064" v="649"/>
          <ac:inkMkLst>
            <pc:docMk/>
            <pc:sldMk cId="2337894161" sldId="284"/>
            <ac:inkMk id="36" creationId="{DCACEC99-2062-6991-06FF-BA971A37115D}"/>
          </ac:inkMkLst>
        </pc:inkChg>
        <pc:inkChg chg="add mod">
          <ac:chgData name="Bowen Cheek" userId="8fca192e-0677-4b46-9386-7af871cc0c0f" providerId="ADAL" clId="{A7C2DF13-9E9B-41A5-8CD9-30DC2F6668C6}" dt="2026-04-15T16:51:04.064" v="649"/>
          <ac:inkMkLst>
            <pc:docMk/>
            <pc:sldMk cId="2337894161" sldId="284"/>
            <ac:inkMk id="37" creationId="{52A79CE5-7838-9906-1EF4-46629D2EDFF0}"/>
          </ac:inkMkLst>
        </pc:inkChg>
        <pc:inkChg chg="add mod">
          <ac:chgData name="Bowen Cheek" userId="8fca192e-0677-4b46-9386-7af871cc0c0f" providerId="ADAL" clId="{A7C2DF13-9E9B-41A5-8CD9-30DC2F6668C6}" dt="2026-04-15T16:51:04.064" v="649"/>
          <ac:inkMkLst>
            <pc:docMk/>
            <pc:sldMk cId="2337894161" sldId="284"/>
            <ac:inkMk id="38" creationId="{D5A210EF-D1DF-4ADD-96C0-F1EC299E2525}"/>
          </ac:inkMkLst>
        </pc:inkChg>
        <pc:inkChg chg="add mod">
          <ac:chgData name="Bowen Cheek" userId="8fca192e-0677-4b46-9386-7af871cc0c0f" providerId="ADAL" clId="{A7C2DF13-9E9B-41A5-8CD9-30DC2F6668C6}" dt="2026-04-15T16:51:04.064" v="649"/>
          <ac:inkMkLst>
            <pc:docMk/>
            <pc:sldMk cId="2337894161" sldId="284"/>
            <ac:inkMk id="39" creationId="{EFAB621F-DC69-BB91-B5F3-2C5A5477C81C}"/>
          </ac:inkMkLst>
        </pc:inkChg>
        <pc:inkChg chg="add mod">
          <ac:chgData name="Bowen Cheek" userId="8fca192e-0677-4b46-9386-7af871cc0c0f" providerId="ADAL" clId="{A7C2DF13-9E9B-41A5-8CD9-30DC2F6668C6}" dt="2026-04-15T16:51:04.064" v="649"/>
          <ac:inkMkLst>
            <pc:docMk/>
            <pc:sldMk cId="2337894161" sldId="284"/>
            <ac:inkMk id="40" creationId="{508434B6-24B4-87A1-86D6-059BF7C6E67B}"/>
          </ac:inkMkLst>
        </pc:inkChg>
      </pc:sldChg>
    </pc:docChg>
  </pc:docChgLst>
  <pc:docChgLst>
    <pc:chgData name="Bowen Cheek" userId="S::meldrid8@kennesaw.edu::8fca192e-0677-4b46-9386-7af871cc0c0f" providerId="AD" clId="Web-{754ACD7B-E2E2-7BE5-BA2D-9C9702A34797}"/>
    <pc:docChg chg="modSld">
      <pc:chgData name="Bowen Cheek" userId="S::meldrid8@kennesaw.edu::8fca192e-0677-4b46-9386-7af871cc0c0f" providerId="AD" clId="Web-{754ACD7B-E2E2-7BE5-BA2D-9C9702A34797}" dt="2026-03-27T15:28:05.647" v="12"/>
      <pc:docMkLst>
        <pc:docMk/>
      </pc:docMkLst>
      <pc:sldChg chg="modSp mod setBg">
        <pc:chgData name="Bowen Cheek" userId="S::meldrid8@kennesaw.edu::8fca192e-0677-4b46-9386-7af871cc0c0f" providerId="AD" clId="Web-{754ACD7B-E2E2-7BE5-BA2D-9C9702A34797}" dt="2026-03-27T15:28:05.647" v="12"/>
        <pc:sldMkLst>
          <pc:docMk/>
          <pc:sldMk cId="109857222" sldId="256"/>
        </pc:sldMkLst>
        <pc:spChg chg="mod">
          <ac:chgData name="Bowen Cheek" userId="S::meldrid8@kennesaw.edu::8fca192e-0677-4b46-9386-7af871cc0c0f" providerId="AD" clId="Web-{754ACD7B-E2E2-7BE5-BA2D-9C9702A34797}" dt="2026-03-27T15:27:45.934" v="10" actId="20577"/>
          <ac:spMkLst>
            <pc:docMk/>
            <pc:sldMk cId="109857222" sldId="256"/>
            <ac:spMk id="2" creationId="{00000000-0000-0000-0000-000000000000}"/>
          </ac:spMkLst>
        </pc:spChg>
        <pc:spChg chg="mod">
          <ac:chgData name="Bowen Cheek" userId="S::meldrid8@kennesaw.edu::8fca192e-0677-4b46-9386-7af871cc0c0f" providerId="AD" clId="Web-{754ACD7B-E2E2-7BE5-BA2D-9C9702A34797}" dt="2026-03-27T15:27:33.898" v="9" actId="20577"/>
          <ac:spMkLst>
            <pc:docMk/>
            <pc:sldMk cId="109857222" sldId="256"/>
            <ac:spMk id="3" creationId="{00000000-0000-0000-0000-000000000000}"/>
          </ac:spMkLst>
        </pc:spChg>
      </pc:sldChg>
    </pc:docChg>
  </pc:docChgLst>
  <pc:docChgLst>
    <pc:chgData name="Bowen Cheek" userId="S::meldrid8@kennesaw.edu::8fca192e-0677-4b46-9386-7af871cc0c0f" providerId="AD" clId="Web-{A6E90FCE-A435-D9CB-AB6E-49C603AE5503}"/>
    <pc:docChg chg="modSld">
      <pc:chgData name="Bowen Cheek" userId="S::meldrid8@kennesaw.edu::8fca192e-0677-4b46-9386-7af871cc0c0f" providerId="AD" clId="Web-{A6E90FCE-A435-D9CB-AB6E-49C603AE5503}" dt="2026-04-10T13:52:08.129" v="289"/>
      <pc:docMkLst>
        <pc:docMk/>
      </pc:docMkLst>
      <pc:sldChg chg="addSp">
        <pc:chgData name="Bowen Cheek" userId="S::meldrid8@kennesaw.edu::8fca192e-0677-4b46-9386-7af871cc0c0f" providerId="AD" clId="Web-{A6E90FCE-A435-D9CB-AB6E-49C603AE5503}" dt="2026-04-10T13:14:11.360" v="33"/>
        <pc:sldMkLst>
          <pc:docMk/>
          <pc:sldMk cId="2770479134" sldId="258"/>
        </pc:sldMkLst>
      </pc:sldChg>
      <pc:sldChg chg="addSp">
        <pc:chgData name="Bowen Cheek" userId="S::meldrid8@kennesaw.edu::8fca192e-0677-4b46-9386-7af871cc0c0f" providerId="AD" clId="Web-{A6E90FCE-A435-D9CB-AB6E-49C603AE5503}" dt="2026-04-10T13:24:10.415" v="127"/>
        <pc:sldMkLst>
          <pc:docMk/>
          <pc:sldMk cId="997089070" sldId="259"/>
        </pc:sldMkLst>
      </pc:sldChg>
      <pc:sldChg chg="addSp">
        <pc:chgData name="Bowen Cheek" userId="S::meldrid8@kennesaw.edu::8fca192e-0677-4b46-9386-7af871cc0c0f" providerId="AD" clId="Web-{A6E90FCE-A435-D9CB-AB6E-49C603AE5503}" dt="2026-04-10T13:18:46.458" v="62"/>
        <pc:sldMkLst>
          <pc:docMk/>
          <pc:sldMk cId="3443093730" sldId="260"/>
        </pc:sldMkLst>
      </pc:sldChg>
      <pc:sldChg chg="addSp">
        <pc:chgData name="Bowen Cheek" userId="S::meldrid8@kennesaw.edu::8fca192e-0677-4b46-9386-7af871cc0c0f" providerId="AD" clId="Web-{A6E90FCE-A435-D9CB-AB6E-49C603AE5503}" dt="2026-04-10T13:21:09.525" v="101"/>
        <pc:sldMkLst>
          <pc:docMk/>
          <pc:sldMk cId="1459150829" sldId="261"/>
        </pc:sldMkLst>
      </pc:sldChg>
      <pc:sldChg chg="addSp">
        <pc:chgData name="Bowen Cheek" userId="S::meldrid8@kennesaw.edu::8fca192e-0677-4b46-9386-7af871cc0c0f" providerId="AD" clId="Web-{A6E90FCE-A435-D9CB-AB6E-49C603AE5503}" dt="2026-04-10T13:26:45.063" v="145"/>
        <pc:sldMkLst>
          <pc:docMk/>
          <pc:sldMk cId="3607064340" sldId="262"/>
        </pc:sldMkLst>
      </pc:sldChg>
      <pc:sldChg chg="addSp">
        <pc:chgData name="Bowen Cheek" userId="S::meldrid8@kennesaw.edu::8fca192e-0677-4b46-9386-7af871cc0c0f" providerId="AD" clId="Web-{A6E90FCE-A435-D9CB-AB6E-49C603AE5503}" dt="2026-04-10T13:30:04.523" v="194"/>
        <pc:sldMkLst>
          <pc:docMk/>
          <pc:sldMk cId="408161461" sldId="263"/>
        </pc:sldMkLst>
      </pc:sldChg>
      <pc:sldChg chg="addSp">
        <pc:chgData name="Bowen Cheek" userId="S::meldrid8@kennesaw.edu::8fca192e-0677-4b46-9386-7af871cc0c0f" providerId="AD" clId="Web-{A6E90FCE-A435-D9CB-AB6E-49C603AE5503}" dt="2026-04-10T13:40:55.718" v="208"/>
        <pc:sldMkLst>
          <pc:docMk/>
          <pc:sldMk cId="2428754540" sldId="264"/>
        </pc:sldMkLst>
      </pc:sldChg>
      <pc:sldChg chg="addSp">
        <pc:chgData name="Bowen Cheek" userId="S::meldrid8@kennesaw.edu::8fca192e-0677-4b46-9386-7af871cc0c0f" providerId="AD" clId="Web-{A6E90FCE-A435-D9CB-AB6E-49C603AE5503}" dt="2026-04-10T13:43:07.288" v="252"/>
        <pc:sldMkLst>
          <pc:docMk/>
          <pc:sldMk cId="1324484192" sldId="266"/>
        </pc:sldMkLst>
      </pc:sldChg>
      <pc:sldChg chg="addSp">
        <pc:chgData name="Bowen Cheek" userId="S::meldrid8@kennesaw.edu::8fca192e-0677-4b46-9386-7af871cc0c0f" providerId="AD" clId="Web-{A6E90FCE-A435-D9CB-AB6E-49C603AE5503}" dt="2026-04-10T13:52:08.129" v="289"/>
        <pc:sldMkLst>
          <pc:docMk/>
          <pc:sldMk cId="647685370" sldId="268"/>
        </pc:sldMkLst>
      </pc:sldChg>
    </pc:docChg>
  </pc:docChgLst>
  <pc:docChgLst>
    <pc:chgData name="Bowen Cheek" userId="S::meldrid8@kennesaw.edu::8fca192e-0677-4b46-9386-7af871cc0c0f" providerId="AD" clId="Web-{337D53B0-7F78-4C1A-626C-A377F6B68888}"/>
    <pc:docChg chg="modSld">
      <pc:chgData name="Bowen Cheek" userId="S::meldrid8@kennesaw.edu::8fca192e-0677-4b46-9386-7af871cc0c0f" providerId="AD" clId="Web-{337D53B0-7F78-4C1A-626C-A377F6B68888}" dt="2026-04-10T17:04:52.972" v="207"/>
      <pc:docMkLst>
        <pc:docMk/>
      </pc:docMkLst>
      <pc:sldChg chg="addSp">
        <pc:chgData name="Bowen Cheek" userId="S::meldrid8@kennesaw.edu::8fca192e-0677-4b46-9386-7af871cc0c0f" providerId="AD" clId="Web-{337D53B0-7F78-4C1A-626C-A377F6B68888}" dt="2026-04-10T16:27:43.806" v="1"/>
        <pc:sldMkLst>
          <pc:docMk/>
          <pc:sldMk cId="2770479134" sldId="258"/>
        </pc:sldMkLst>
      </pc:sldChg>
      <pc:sldChg chg="addSp">
        <pc:chgData name="Bowen Cheek" userId="S::meldrid8@kennesaw.edu::8fca192e-0677-4b46-9386-7af871cc0c0f" providerId="AD" clId="Web-{337D53B0-7F78-4C1A-626C-A377F6B68888}" dt="2026-04-10T16:28:54.638" v="28"/>
        <pc:sldMkLst>
          <pc:docMk/>
          <pc:sldMk cId="997089070" sldId="259"/>
        </pc:sldMkLst>
      </pc:sldChg>
      <pc:sldChg chg="addSp">
        <pc:chgData name="Bowen Cheek" userId="S::meldrid8@kennesaw.edu::8fca192e-0677-4b46-9386-7af871cc0c0f" providerId="AD" clId="Web-{337D53B0-7F78-4C1A-626C-A377F6B68888}" dt="2026-04-10T16:32:17.957" v="46"/>
        <pc:sldMkLst>
          <pc:docMk/>
          <pc:sldMk cId="3443093730" sldId="260"/>
        </pc:sldMkLst>
      </pc:sldChg>
      <pc:sldChg chg="addSp">
        <pc:chgData name="Bowen Cheek" userId="S::meldrid8@kennesaw.edu::8fca192e-0677-4b46-9386-7af871cc0c0f" providerId="AD" clId="Web-{337D53B0-7F78-4C1A-626C-A377F6B68888}" dt="2026-04-10T16:34:39.382" v="58"/>
        <pc:sldMkLst>
          <pc:docMk/>
          <pc:sldMk cId="1459150829" sldId="261"/>
        </pc:sldMkLst>
      </pc:sldChg>
      <pc:sldChg chg="addSp">
        <pc:chgData name="Bowen Cheek" userId="S::meldrid8@kennesaw.edu::8fca192e-0677-4b46-9386-7af871cc0c0f" providerId="AD" clId="Web-{337D53B0-7F78-4C1A-626C-A377F6B68888}" dt="2026-04-10T16:37:51.588" v="80"/>
        <pc:sldMkLst>
          <pc:docMk/>
          <pc:sldMk cId="3607064340" sldId="262"/>
        </pc:sldMkLst>
      </pc:sldChg>
      <pc:sldChg chg="addSp">
        <pc:chgData name="Bowen Cheek" userId="S::meldrid8@kennesaw.edu::8fca192e-0677-4b46-9386-7af871cc0c0f" providerId="AD" clId="Web-{337D53B0-7F78-4C1A-626C-A377F6B68888}" dt="2026-04-10T16:41:38.997" v="138"/>
        <pc:sldMkLst>
          <pc:docMk/>
          <pc:sldMk cId="408161461" sldId="263"/>
        </pc:sldMkLst>
      </pc:sldChg>
      <pc:sldChg chg="addSp">
        <pc:chgData name="Bowen Cheek" userId="S::meldrid8@kennesaw.edu::8fca192e-0677-4b46-9386-7af871cc0c0f" providerId="AD" clId="Web-{337D53B0-7F78-4C1A-626C-A377F6B68888}" dt="2026-04-10T16:48:00.094" v="151"/>
        <pc:sldMkLst>
          <pc:docMk/>
          <pc:sldMk cId="2428754540" sldId="264"/>
        </pc:sldMkLst>
      </pc:sldChg>
      <pc:sldChg chg="addSp">
        <pc:chgData name="Bowen Cheek" userId="S::meldrid8@kennesaw.edu::8fca192e-0677-4b46-9386-7af871cc0c0f" providerId="AD" clId="Web-{337D53B0-7F78-4C1A-626C-A377F6B68888}" dt="2026-04-10T16:53:51.442" v="201"/>
        <pc:sldMkLst>
          <pc:docMk/>
          <pc:sldMk cId="1324484192" sldId="266"/>
        </pc:sldMkLst>
      </pc:sldChg>
      <pc:sldChg chg="addSp">
        <pc:chgData name="Bowen Cheek" userId="S::meldrid8@kennesaw.edu::8fca192e-0677-4b46-9386-7af871cc0c0f" providerId="AD" clId="Web-{337D53B0-7F78-4C1A-626C-A377F6B68888}" dt="2026-04-10T17:04:52.972" v="207"/>
        <pc:sldMkLst>
          <pc:docMk/>
          <pc:sldMk cId="3759419079" sldId="269"/>
        </pc:sldMkLst>
      </pc:sldChg>
    </pc:docChg>
  </pc:docChgLst>
  <pc:docChgLst>
    <pc:chgData name="Bowen Cheek" userId="8fca192e-0677-4b46-9386-7af871cc0c0f" providerId="ADAL" clId="{539CF98A-204F-498C-B6D5-5A6451AD35FD}"/>
    <pc:docChg chg="undo custSel addSld delSld modSld modMainMaster">
      <pc:chgData name="Bowen Cheek" userId="8fca192e-0677-4b46-9386-7af871cc0c0f" providerId="ADAL" clId="{539CF98A-204F-498C-B6D5-5A6451AD35FD}" dt="2026-04-03T15:54:47.801" v="4769" actId="962"/>
      <pc:docMkLst>
        <pc:docMk/>
      </pc:docMkLst>
      <pc:sldChg chg="addSp modSp mod setBg addAnim setClrOvrMap">
        <pc:chgData name="Bowen Cheek" userId="8fca192e-0677-4b46-9386-7af871cc0c0f" providerId="ADAL" clId="{539CF98A-204F-498C-B6D5-5A6451AD35FD}" dt="2026-04-03T15:51:02.946" v="4676" actId="962"/>
        <pc:sldMkLst>
          <pc:docMk/>
          <pc:sldMk cId="109857222" sldId="256"/>
        </pc:sldMkLst>
        <pc:spChg chg="mod">
          <ac:chgData name="Bowen Cheek" userId="8fca192e-0677-4b46-9386-7af871cc0c0f" providerId="ADAL" clId="{539CF98A-204F-498C-B6D5-5A6451AD35FD}" dt="2026-03-30T15:28:10.602" v="680" actId="26606"/>
          <ac:spMkLst>
            <pc:docMk/>
            <pc:sldMk cId="109857222" sldId="256"/>
            <ac:spMk id="2" creationId="{00000000-0000-0000-0000-000000000000}"/>
          </ac:spMkLst>
        </pc:spChg>
        <pc:spChg chg="mod">
          <ac:chgData name="Bowen Cheek" userId="8fca192e-0677-4b46-9386-7af871cc0c0f" providerId="ADAL" clId="{539CF98A-204F-498C-B6D5-5A6451AD35FD}" dt="2026-03-30T15:28:10.602" v="680" actId="26606"/>
          <ac:spMkLst>
            <pc:docMk/>
            <pc:sldMk cId="109857222" sldId="256"/>
            <ac:spMk id="3" creationId="{00000000-0000-0000-0000-000000000000}"/>
          </ac:spMkLst>
        </pc:spChg>
        <pc:spChg chg="add">
          <ac:chgData name="Bowen Cheek" userId="8fca192e-0677-4b46-9386-7af871cc0c0f" providerId="ADAL" clId="{539CF98A-204F-498C-B6D5-5A6451AD35FD}" dt="2026-03-30T15:28:10.602" v="680" actId="26606"/>
          <ac:spMkLst>
            <pc:docMk/>
            <pc:sldMk cId="109857222" sldId="256"/>
            <ac:spMk id="10" creationId="{71B2258F-86CA-4D4D-8270-BC05FCDEBFB3}"/>
          </ac:spMkLst>
        </pc:spChg>
        <pc:picChg chg="add mod ord">
          <ac:chgData name="Bowen Cheek" userId="8fca192e-0677-4b46-9386-7af871cc0c0f" providerId="ADAL" clId="{539CF98A-204F-498C-B6D5-5A6451AD35FD}" dt="2026-04-03T15:51:02.946" v="4676" actId="962"/>
          <ac:picMkLst>
            <pc:docMk/>
            <pc:sldMk cId="109857222" sldId="256"/>
            <ac:picMk id="5" creationId="{8A76B8C3-932E-0444-52BC-6D817F8E88D4}"/>
          </ac:picMkLst>
        </pc:picChg>
      </pc:sldChg>
      <pc:sldChg chg="modSp new mod setBg">
        <pc:chgData name="Bowen Cheek" userId="8fca192e-0677-4b46-9386-7af871cc0c0f" providerId="ADAL" clId="{539CF98A-204F-498C-B6D5-5A6451AD35FD}" dt="2026-03-30T15:37:25.170" v="734" actId="20577"/>
        <pc:sldMkLst>
          <pc:docMk/>
          <pc:sldMk cId="164078269" sldId="257"/>
        </pc:sldMkLst>
        <pc:spChg chg="mod">
          <ac:chgData name="Bowen Cheek" userId="8fca192e-0677-4b46-9386-7af871cc0c0f" providerId="ADAL" clId="{539CF98A-204F-498C-B6D5-5A6451AD35FD}" dt="2026-03-30T15:06:52.370" v="28" actId="20577"/>
          <ac:spMkLst>
            <pc:docMk/>
            <pc:sldMk cId="164078269" sldId="257"/>
            <ac:spMk id="2" creationId="{366183DC-4C66-71DC-7AA8-B23E4DFA396D}"/>
          </ac:spMkLst>
        </pc:spChg>
        <pc:spChg chg="mod">
          <ac:chgData name="Bowen Cheek" userId="8fca192e-0677-4b46-9386-7af871cc0c0f" providerId="ADAL" clId="{539CF98A-204F-498C-B6D5-5A6451AD35FD}" dt="2026-03-30T15:37:25.170" v="734" actId="20577"/>
          <ac:spMkLst>
            <pc:docMk/>
            <pc:sldMk cId="164078269" sldId="257"/>
            <ac:spMk id="3" creationId="{B1FB6C80-4DB8-BFF0-9FA7-A9293A7E97F6}"/>
          </ac:spMkLst>
        </pc:spChg>
      </pc:sldChg>
      <pc:sldChg chg="addSp delSp modSp new mod">
        <pc:chgData name="Bowen Cheek" userId="8fca192e-0677-4b46-9386-7af871cc0c0f" providerId="ADAL" clId="{539CF98A-204F-498C-B6D5-5A6451AD35FD}" dt="2026-03-30T15:12:45.374" v="214" actId="20577"/>
        <pc:sldMkLst>
          <pc:docMk/>
          <pc:sldMk cId="2770479134" sldId="258"/>
        </pc:sldMkLst>
        <pc:spChg chg="mod">
          <ac:chgData name="Bowen Cheek" userId="8fca192e-0677-4b46-9386-7af871cc0c0f" providerId="ADAL" clId="{539CF98A-204F-498C-B6D5-5A6451AD35FD}" dt="2026-03-30T15:10:40.212" v="139" actId="20577"/>
          <ac:spMkLst>
            <pc:docMk/>
            <pc:sldMk cId="2770479134" sldId="258"/>
            <ac:spMk id="2" creationId="{32F0C06F-3554-015F-8C75-BA5CC9C6F3AE}"/>
          </ac:spMkLst>
        </pc:spChg>
        <pc:spChg chg="add del mod">
          <ac:chgData name="Bowen Cheek" userId="8fca192e-0677-4b46-9386-7af871cc0c0f" providerId="ADAL" clId="{539CF98A-204F-498C-B6D5-5A6451AD35FD}" dt="2026-03-30T15:12:45.374" v="214" actId="20577"/>
          <ac:spMkLst>
            <pc:docMk/>
            <pc:sldMk cId="2770479134" sldId="258"/>
            <ac:spMk id="3" creationId="{5D98D782-18B1-DE56-CE91-928DC8A5D617}"/>
          </ac:spMkLst>
        </pc:spChg>
      </pc:sldChg>
      <pc:sldChg chg="modSp new mod">
        <pc:chgData name="Bowen Cheek" userId="8fca192e-0677-4b46-9386-7af871cc0c0f" providerId="ADAL" clId="{539CF98A-204F-498C-B6D5-5A6451AD35FD}" dt="2026-03-30T15:14:57.991" v="315" actId="20577"/>
        <pc:sldMkLst>
          <pc:docMk/>
          <pc:sldMk cId="997089070" sldId="259"/>
        </pc:sldMkLst>
        <pc:spChg chg="mod">
          <ac:chgData name="Bowen Cheek" userId="8fca192e-0677-4b46-9386-7af871cc0c0f" providerId="ADAL" clId="{539CF98A-204F-498C-B6D5-5A6451AD35FD}" dt="2026-03-30T15:13:58.969" v="245" actId="20577"/>
          <ac:spMkLst>
            <pc:docMk/>
            <pc:sldMk cId="997089070" sldId="259"/>
            <ac:spMk id="2" creationId="{5F5E515D-7D54-3204-765C-4D1575DBBEFE}"/>
          </ac:spMkLst>
        </pc:spChg>
        <pc:spChg chg="mod">
          <ac:chgData name="Bowen Cheek" userId="8fca192e-0677-4b46-9386-7af871cc0c0f" providerId="ADAL" clId="{539CF98A-204F-498C-B6D5-5A6451AD35FD}" dt="2026-03-30T15:14:57.991" v="315" actId="20577"/>
          <ac:spMkLst>
            <pc:docMk/>
            <pc:sldMk cId="997089070" sldId="259"/>
            <ac:spMk id="3" creationId="{D45C5DD7-8544-AD6F-BD8B-AD4CE87B6535}"/>
          </ac:spMkLst>
        </pc:spChg>
      </pc:sldChg>
      <pc:sldChg chg="modSp new mod">
        <pc:chgData name="Bowen Cheek" userId="8fca192e-0677-4b46-9386-7af871cc0c0f" providerId="ADAL" clId="{539CF98A-204F-498C-B6D5-5A6451AD35FD}" dt="2026-03-30T15:20:37.449" v="537" actId="20577"/>
        <pc:sldMkLst>
          <pc:docMk/>
          <pc:sldMk cId="3443093730" sldId="260"/>
        </pc:sldMkLst>
        <pc:spChg chg="mod">
          <ac:chgData name="Bowen Cheek" userId="8fca192e-0677-4b46-9386-7af871cc0c0f" providerId="ADAL" clId="{539CF98A-204F-498C-B6D5-5A6451AD35FD}" dt="2026-03-30T15:16:13.027" v="350" actId="20577"/>
          <ac:spMkLst>
            <pc:docMk/>
            <pc:sldMk cId="3443093730" sldId="260"/>
            <ac:spMk id="2" creationId="{C4417ED7-E61B-63CC-876A-C02C35CBB8B4}"/>
          </ac:spMkLst>
        </pc:spChg>
        <pc:spChg chg="mod">
          <ac:chgData name="Bowen Cheek" userId="8fca192e-0677-4b46-9386-7af871cc0c0f" providerId="ADAL" clId="{539CF98A-204F-498C-B6D5-5A6451AD35FD}" dt="2026-03-30T15:20:37.449" v="537" actId="20577"/>
          <ac:spMkLst>
            <pc:docMk/>
            <pc:sldMk cId="3443093730" sldId="260"/>
            <ac:spMk id="3" creationId="{62F8487B-2EA4-85DA-A913-F324CF0EA687}"/>
          </ac:spMkLst>
        </pc:spChg>
      </pc:sldChg>
      <pc:sldChg chg="addSp modSp new mod">
        <pc:chgData name="Bowen Cheek" userId="8fca192e-0677-4b46-9386-7af871cc0c0f" providerId="ADAL" clId="{539CF98A-204F-498C-B6D5-5A6451AD35FD}" dt="2026-04-03T15:51:23.940" v="4678" actId="962"/>
        <pc:sldMkLst>
          <pc:docMk/>
          <pc:sldMk cId="1459150829" sldId="261"/>
        </pc:sldMkLst>
        <pc:spChg chg="mod">
          <ac:chgData name="Bowen Cheek" userId="8fca192e-0677-4b46-9386-7af871cc0c0f" providerId="ADAL" clId="{539CF98A-204F-498C-B6D5-5A6451AD35FD}" dt="2026-03-30T15:20:49.587" v="567" actId="20577"/>
          <ac:spMkLst>
            <pc:docMk/>
            <pc:sldMk cId="1459150829" sldId="261"/>
            <ac:spMk id="2" creationId="{32208C20-4408-0151-39D4-E98E8F5A046D}"/>
          </ac:spMkLst>
        </pc:spChg>
        <pc:spChg chg="mod">
          <ac:chgData name="Bowen Cheek" userId="8fca192e-0677-4b46-9386-7af871cc0c0f" providerId="ADAL" clId="{539CF98A-204F-498C-B6D5-5A6451AD35FD}" dt="2026-03-30T15:22:36.084" v="600" actId="20577"/>
          <ac:spMkLst>
            <pc:docMk/>
            <pc:sldMk cId="1459150829" sldId="261"/>
            <ac:spMk id="3" creationId="{ABFA9AAE-7792-D2F0-5B60-BCBABB975357}"/>
          </ac:spMkLst>
        </pc:spChg>
        <pc:picChg chg="add mod">
          <ac:chgData name="Bowen Cheek" userId="8fca192e-0677-4b46-9386-7af871cc0c0f" providerId="ADAL" clId="{539CF98A-204F-498C-B6D5-5A6451AD35FD}" dt="2026-04-03T15:51:23.940" v="4678" actId="962"/>
          <ac:picMkLst>
            <pc:docMk/>
            <pc:sldMk cId="1459150829" sldId="261"/>
            <ac:picMk id="2050" creationId="{22ADF55B-8781-DD69-2CBC-F9C320D9D874}"/>
          </ac:picMkLst>
        </pc:picChg>
      </pc:sldChg>
      <pc:sldChg chg="modSp new mod">
        <pc:chgData name="Bowen Cheek" userId="8fca192e-0677-4b46-9386-7af871cc0c0f" providerId="ADAL" clId="{539CF98A-204F-498C-B6D5-5A6451AD35FD}" dt="2026-03-30T15:40:36.240" v="745" actId="20577"/>
        <pc:sldMkLst>
          <pc:docMk/>
          <pc:sldMk cId="3607064340" sldId="262"/>
        </pc:sldMkLst>
        <pc:spChg chg="mod">
          <ac:chgData name="Bowen Cheek" userId="8fca192e-0677-4b46-9386-7af871cc0c0f" providerId="ADAL" clId="{539CF98A-204F-498C-B6D5-5A6451AD35FD}" dt="2026-03-30T15:23:29.518" v="625" actId="20577"/>
          <ac:spMkLst>
            <pc:docMk/>
            <pc:sldMk cId="3607064340" sldId="262"/>
            <ac:spMk id="2" creationId="{9935FA8E-4D7E-AAF9-CB61-598FDF28E1E9}"/>
          </ac:spMkLst>
        </pc:spChg>
        <pc:spChg chg="mod">
          <ac:chgData name="Bowen Cheek" userId="8fca192e-0677-4b46-9386-7af871cc0c0f" providerId="ADAL" clId="{539CF98A-204F-498C-B6D5-5A6451AD35FD}" dt="2026-03-30T15:40:36.240" v="745" actId="20577"/>
          <ac:spMkLst>
            <pc:docMk/>
            <pc:sldMk cId="3607064340" sldId="262"/>
            <ac:spMk id="3" creationId="{0741C6FF-3C51-B88E-F683-EE9F437BA4A0}"/>
          </ac:spMkLst>
        </pc:spChg>
      </pc:sldChg>
      <pc:sldChg chg="modSp new mod">
        <pc:chgData name="Bowen Cheek" userId="8fca192e-0677-4b46-9386-7af871cc0c0f" providerId="ADAL" clId="{539CF98A-204F-498C-B6D5-5A6451AD35FD}" dt="2026-03-30T18:10:34.942" v="1122" actId="114"/>
        <pc:sldMkLst>
          <pc:docMk/>
          <pc:sldMk cId="408161461" sldId="263"/>
        </pc:sldMkLst>
        <pc:spChg chg="mod">
          <ac:chgData name="Bowen Cheek" userId="8fca192e-0677-4b46-9386-7af871cc0c0f" providerId="ADAL" clId="{539CF98A-204F-498C-B6D5-5A6451AD35FD}" dt="2026-03-30T15:41:27.333" v="770" actId="20577"/>
          <ac:spMkLst>
            <pc:docMk/>
            <pc:sldMk cId="408161461" sldId="263"/>
            <ac:spMk id="2" creationId="{C7ED48BB-8553-67C7-8599-AC68B0A67AD6}"/>
          </ac:spMkLst>
        </pc:spChg>
        <pc:spChg chg="mod">
          <ac:chgData name="Bowen Cheek" userId="8fca192e-0677-4b46-9386-7af871cc0c0f" providerId="ADAL" clId="{539CF98A-204F-498C-B6D5-5A6451AD35FD}" dt="2026-03-30T18:10:34.942" v="1122" actId="114"/>
          <ac:spMkLst>
            <pc:docMk/>
            <pc:sldMk cId="408161461" sldId="263"/>
            <ac:spMk id="3" creationId="{4A792532-41B8-3BFF-3D83-7530E0065672}"/>
          </ac:spMkLst>
        </pc:spChg>
      </pc:sldChg>
      <pc:sldChg chg="addSp delSp modSp new mod">
        <pc:chgData name="Bowen Cheek" userId="8fca192e-0677-4b46-9386-7af871cc0c0f" providerId="ADAL" clId="{539CF98A-204F-498C-B6D5-5A6451AD35FD}" dt="2026-04-03T15:54:47.801" v="4769" actId="962"/>
        <pc:sldMkLst>
          <pc:docMk/>
          <pc:sldMk cId="2428754540" sldId="264"/>
        </pc:sldMkLst>
        <pc:spChg chg="mod">
          <ac:chgData name="Bowen Cheek" userId="8fca192e-0677-4b46-9386-7af871cc0c0f" providerId="ADAL" clId="{539CF98A-204F-498C-B6D5-5A6451AD35FD}" dt="2026-03-30T17:57:11.759" v="839" actId="404"/>
          <ac:spMkLst>
            <pc:docMk/>
            <pc:sldMk cId="2428754540" sldId="264"/>
            <ac:spMk id="2" creationId="{515C8F0D-CB98-47FD-E5AD-48CA9E1FA27E}"/>
          </ac:spMkLst>
        </pc:spChg>
        <pc:spChg chg="add mod">
          <ac:chgData name="Bowen Cheek" userId="8fca192e-0677-4b46-9386-7af871cc0c0f" providerId="ADAL" clId="{539CF98A-204F-498C-B6D5-5A6451AD35FD}" dt="2026-03-30T18:03:04.454" v="937" actId="207"/>
          <ac:spMkLst>
            <pc:docMk/>
            <pc:sldMk cId="2428754540" sldId="264"/>
            <ac:spMk id="7" creationId="{C3E6B01F-A57D-B774-ABC8-C5306E9B4DEE}"/>
          </ac:spMkLst>
        </pc:spChg>
        <pc:spChg chg="add mod">
          <ac:chgData name="Bowen Cheek" userId="8fca192e-0677-4b46-9386-7af871cc0c0f" providerId="ADAL" clId="{539CF98A-204F-498C-B6D5-5A6451AD35FD}" dt="2026-04-03T15:52:06.297" v="4682" actId="962"/>
          <ac:spMkLst>
            <pc:docMk/>
            <pc:sldMk cId="2428754540" sldId="264"/>
            <ac:spMk id="8" creationId="{63B360C3-E810-64BC-4E81-6D49B05167EF}"/>
          </ac:spMkLst>
        </pc:spChg>
        <pc:spChg chg="mod">
          <ac:chgData name="Bowen Cheek" userId="8fca192e-0677-4b46-9386-7af871cc0c0f" providerId="ADAL" clId="{539CF98A-204F-498C-B6D5-5A6451AD35FD}" dt="2026-04-03T15:54:47.801" v="4769" actId="962"/>
          <ac:spMkLst>
            <pc:docMk/>
            <pc:sldMk cId="2428754540" sldId="264"/>
            <ac:spMk id="11" creationId="{92029D8A-0356-EA87-2197-413E8398970E}"/>
          </ac:spMkLst>
        </pc:spChg>
        <pc:picChg chg="add mod ord">
          <ac:chgData name="Bowen Cheek" userId="8fca192e-0677-4b46-9386-7af871cc0c0f" providerId="ADAL" clId="{539CF98A-204F-498C-B6D5-5A6451AD35FD}" dt="2026-04-03T15:51:54.594" v="4680" actId="962"/>
          <ac:picMkLst>
            <pc:docMk/>
            <pc:sldMk cId="2428754540" sldId="264"/>
            <ac:picMk id="5" creationId="{57AA49A8-68AF-BA24-282C-74140BCA66D7}"/>
          </ac:picMkLst>
        </pc:picChg>
        <pc:picChg chg="add mod">
          <ac:chgData name="Bowen Cheek" userId="8fca192e-0677-4b46-9386-7af871cc0c0f" providerId="ADAL" clId="{539CF98A-204F-498C-B6D5-5A6451AD35FD}" dt="2026-03-30T18:05:30.361" v="945" actId="1076"/>
          <ac:picMkLst>
            <pc:docMk/>
            <pc:sldMk cId="2428754540" sldId="264"/>
            <ac:picMk id="10" creationId="{B3F98ADA-4A86-A712-37C2-019087CE9C63}"/>
          </ac:picMkLst>
        </pc:picChg>
      </pc:sldChg>
      <pc:sldChg chg="modSp add mod">
        <pc:chgData name="Bowen Cheek" userId="8fca192e-0677-4b46-9386-7af871cc0c0f" providerId="ADAL" clId="{539CF98A-204F-498C-B6D5-5A6451AD35FD}" dt="2026-03-30T18:07:04.274" v="975" actId="207"/>
        <pc:sldMkLst>
          <pc:docMk/>
          <pc:sldMk cId="4172140054" sldId="265"/>
        </pc:sldMkLst>
        <pc:spChg chg="mod">
          <ac:chgData name="Bowen Cheek" userId="8fca192e-0677-4b46-9386-7af871cc0c0f" providerId="ADAL" clId="{539CF98A-204F-498C-B6D5-5A6451AD35FD}" dt="2026-03-30T18:06:28.116" v="962" actId="20577"/>
          <ac:spMkLst>
            <pc:docMk/>
            <pc:sldMk cId="4172140054" sldId="265"/>
            <ac:spMk id="2" creationId="{0B8275D9-5F52-CD74-2053-DFF280BDA484}"/>
          </ac:spMkLst>
        </pc:spChg>
        <pc:spChg chg="mod">
          <ac:chgData name="Bowen Cheek" userId="8fca192e-0677-4b46-9386-7af871cc0c0f" providerId="ADAL" clId="{539CF98A-204F-498C-B6D5-5A6451AD35FD}" dt="2026-03-30T18:07:04.274" v="975" actId="207"/>
          <ac:spMkLst>
            <pc:docMk/>
            <pc:sldMk cId="4172140054" sldId="265"/>
            <ac:spMk id="3" creationId="{9B30F696-F2E9-DBE7-5298-7BB91FA631C5}"/>
          </ac:spMkLst>
        </pc:spChg>
      </pc:sldChg>
      <pc:sldChg chg="modSp new mod">
        <pc:chgData name="Bowen Cheek" userId="8fca192e-0677-4b46-9386-7af871cc0c0f" providerId="ADAL" clId="{539CF98A-204F-498C-B6D5-5A6451AD35FD}" dt="2026-03-30T18:18:35.620" v="1301" actId="20577"/>
        <pc:sldMkLst>
          <pc:docMk/>
          <pc:sldMk cId="1324484192" sldId="266"/>
        </pc:sldMkLst>
        <pc:spChg chg="mod">
          <ac:chgData name="Bowen Cheek" userId="8fca192e-0677-4b46-9386-7af871cc0c0f" providerId="ADAL" clId="{539CF98A-204F-498C-B6D5-5A6451AD35FD}" dt="2026-03-30T18:13:32.975" v="1143" actId="20577"/>
          <ac:spMkLst>
            <pc:docMk/>
            <pc:sldMk cId="1324484192" sldId="266"/>
            <ac:spMk id="2" creationId="{CC2D1A6C-2AD9-C470-BBD4-AAB3D91FBEB3}"/>
          </ac:spMkLst>
        </pc:spChg>
        <pc:spChg chg="mod">
          <ac:chgData name="Bowen Cheek" userId="8fca192e-0677-4b46-9386-7af871cc0c0f" providerId="ADAL" clId="{539CF98A-204F-498C-B6D5-5A6451AD35FD}" dt="2026-03-30T18:18:35.620" v="1301" actId="20577"/>
          <ac:spMkLst>
            <pc:docMk/>
            <pc:sldMk cId="1324484192" sldId="266"/>
            <ac:spMk id="3" creationId="{B88880C4-B8E3-D2EF-AFA8-4A5AE61E0BE5}"/>
          </ac:spMkLst>
        </pc:spChg>
      </pc:sldChg>
      <pc:sldChg chg="modSp add mod">
        <pc:chgData name="Bowen Cheek" userId="8fca192e-0677-4b46-9386-7af871cc0c0f" providerId="ADAL" clId="{539CF98A-204F-498C-B6D5-5A6451AD35FD}" dt="2026-03-30T18:23:57.766" v="1576" actId="20577"/>
        <pc:sldMkLst>
          <pc:docMk/>
          <pc:sldMk cId="1038228876" sldId="267"/>
        </pc:sldMkLst>
        <pc:spChg chg="mod">
          <ac:chgData name="Bowen Cheek" userId="8fca192e-0677-4b46-9386-7af871cc0c0f" providerId="ADAL" clId="{539CF98A-204F-498C-B6D5-5A6451AD35FD}" dt="2026-03-30T18:16:16.143" v="1155" actId="20577"/>
          <ac:spMkLst>
            <pc:docMk/>
            <pc:sldMk cId="1038228876" sldId="267"/>
            <ac:spMk id="2" creationId="{611D0DA1-DB32-17FD-31A8-CEF156DB8F78}"/>
          </ac:spMkLst>
        </pc:spChg>
        <pc:spChg chg="mod">
          <ac:chgData name="Bowen Cheek" userId="8fca192e-0677-4b46-9386-7af871cc0c0f" providerId="ADAL" clId="{539CF98A-204F-498C-B6D5-5A6451AD35FD}" dt="2026-03-30T18:23:57.766" v="1576" actId="20577"/>
          <ac:spMkLst>
            <pc:docMk/>
            <pc:sldMk cId="1038228876" sldId="267"/>
            <ac:spMk id="3" creationId="{D6074566-63D9-6E7D-0131-470987730A7B}"/>
          </ac:spMkLst>
        </pc:spChg>
      </pc:sldChg>
      <pc:sldChg chg="modSp add mod">
        <pc:chgData name="Bowen Cheek" userId="8fca192e-0677-4b46-9386-7af871cc0c0f" providerId="ADAL" clId="{539CF98A-204F-498C-B6D5-5A6451AD35FD}" dt="2026-03-30T18:27:02.441" v="1659" actId="20577"/>
        <pc:sldMkLst>
          <pc:docMk/>
          <pc:sldMk cId="647685370" sldId="268"/>
        </pc:sldMkLst>
        <pc:spChg chg="mod">
          <ac:chgData name="Bowen Cheek" userId="8fca192e-0677-4b46-9386-7af871cc0c0f" providerId="ADAL" clId="{539CF98A-204F-498C-B6D5-5A6451AD35FD}" dt="2026-03-30T18:20:40.093" v="1439" actId="20577"/>
          <ac:spMkLst>
            <pc:docMk/>
            <pc:sldMk cId="647685370" sldId="268"/>
            <ac:spMk id="2" creationId="{0EF28186-4566-081A-ECBA-8FFEC6E2C427}"/>
          </ac:spMkLst>
        </pc:spChg>
        <pc:spChg chg="mod">
          <ac:chgData name="Bowen Cheek" userId="8fca192e-0677-4b46-9386-7af871cc0c0f" providerId="ADAL" clId="{539CF98A-204F-498C-B6D5-5A6451AD35FD}" dt="2026-03-30T18:27:02.441" v="1659" actId="20577"/>
          <ac:spMkLst>
            <pc:docMk/>
            <pc:sldMk cId="647685370" sldId="268"/>
            <ac:spMk id="3" creationId="{80D77FBA-8C36-3F84-E3EB-51C71B9EDEB3}"/>
          </ac:spMkLst>
        </pc:spChg>
      </pc:sldChg>
      <pc:sldChg chg="modSp add mod">
        <pc:chgData name="Bowen Cheek" userId="8fca192e-0677-4b46-9386-7af871cc0c0f" providerId="ADAL" clId="{539CF98A-204F-498C-B6D5-5A6451AD35FD}" dt="2026-03-30T18:27:43.880" v="1735" actId="114"/>
        <pc:sldMkLst>
          <pc:docMk/>
          <pc:sldMk cId="3759419079" sldId="269"/>
        </pc:sldMkLst>
        <pc:spChg chg="mod">
          <ac:chgData name="Bowen Cheek" userId="8fca192e-0677-4b46-9386-7af871cc0c0f" providerId="ADAL" clId="{539CF98A-204F-498C-B6D5-5A6451AD35FD}" dt="2026-03-30T18:27:14.910" v="1671" actId="20577"/>
          <ac:spMkLst>
            <pc:docMk/>
            <pc:sldMk cId="3759419079" sldId="269"/>
            <ac:spMk id="2" creationId="{4190B1F1-0D1A-7F84-3C92-32BF3CEF8FCA}"/>
          </ac:spMkLst>
        </pc:spChg>
        <pc:spChg chg="mod">
          <ac:chgData name="Bowen Cheek" userId="8fca192e-0677-4b46-9386-7af871cc0c0f" providerId="ADAL" clId="{539CF98A-204F-498C-B6D5-5A6451AD35FD}" dt="2026-03-30T18:27:43.880" v="1735" actId="114"/>
          <ac:spMkLst>
            <pc:docMk/>
            <pc:sldMk cId="3759419079" sldId="269"/>
            <ac:spMk id="3" creationId="{F226E265-E5B4-8485-88ED-48C03B649381}"/>
          </ac:spMkLst>
        </pc:spChg>
      </pc:sldChg>
      <pc:sldChg chg="modSp new mod">
        <pc:chgData name="Bowen Cheek" userId="8fca192e-0677-4b46-9386-7af871cc0c0f" providerId="ADAL" clId="{539CF98A-204F-498C-B6D5-5A6451AD35FD}" dt="2026-04-03T13:34:29.136" v="2125" actId="20577"/>
        <pc:sldMkLst>
          <pc:docMk/>
          <pc:sldMk cId="248131457" sldId="270"/>
        </pc:sldMkLst>
        <pc:spChg chg="mod">
          <ac:chgData name="Bowen Cheek" userId="8fca192e-0677-4b46-9386-7af871cc0c0f" providerId="ADAL" clId="{539CF98A-204F-498C-B6D5-5A6451AD35FD}" dt="2026-03-30T18:31:50.037" v="1743" actId="1076"/>
          <ac:spMkLst>
            <pc:docMk/>
            <pc:sldMk cId="248131457" sldId="270"/>
            <ac:spMk id="2" creationId="{6C0BEA31-251B-4B87-BB58-67D57F4EC802}"/>
          </ac:spMkLst>
        </pc:spChg>
        <pc:spChg chg="mod">
          <ac:chgData name="Bowen Cheek" userId="8fca192e-0677-4b46-9386-7af871cc0c0f" providerId="ADAL" clId="{539CF98A-204F-498C-B6D5-5A6451AD35FD}" dt="2026-04-03T13:34:29.136" v="2125" actId="20577"/>
          <ac:spMkLst>
            <pc:docMk/>
            <pc:sldMk cId="248131457" sldId="270"/>
            <ac:spMk id="3" creationId="{6F89C9DF-962C-4129-F365-0DECDE59D372}"/>
          </ac:spMkLst>
        </pc:spChg>
      </pc:sldChg>
      <pc:sldChg chg="addSp modSp new mod">
        <pc:chgData name="Bowen Cheek" userId="8fca192e-0677-4b46-9386-7af871cc0c0f" providerId="ADAL" clId="{539CF98A-204F-498C-B6D5-5A6451AD35FD}" dt="2026-04-03T15:52:15.895" v="4684" actId="962"/>
        <pc:sldMkLst>
          <pc:docMk/>
          <pc:sldMk cId="513707281" sldId="271"/>
        </pc:sldMkLst>
        <pc:spChg chg="mod">
          <ac:chgData name="Bowen Cheek" userId="8fca192e-0677-4b46-9386-7af871cc0c0f" providerId="ADAL" clId="{539CF98A-204F-498C-B6D5-5A6451AD35FD}" dt="2026-04-03T13:34:59.680" v="2166" actId="20577"/>
          <ac:spMkLst>
            <pc:docMk/>
            <pc:sldMk cId="513707281" sldId="271"/>
            <ac:spMk id="2" creationId="{B8639ECE-296D-F02A-38FD-1ACE8D2E49AE}"/>
          </ac:spMkLst>
        </pc:spChg>
        <pc:spChg chg="mod">
          <ac:chgData name="Bowen Cheek" userId="8fca192e-0677-4b46-9386-7af871cc0c0f" providerId="ADAL" clId="{539CF98A-204F-498C-B6D5-5A6451AD35FD}" dt="2026-04-03T13:39:03.803" v="2246" actId="20577"/>
          <ac:spMkLst>
            <pc:docMk/>
            <pc:sldMk cId="513707281" sldId="271"/>
            <ac:spMk id="3" creationId="{27096E2B-0B70-5AE3-7B9E-7C5423F5F133}"/>
          </ac:spMkLst>
        </pc:spChg>
        <pc:picChg chg="add mod">
          <ac:chgData name="Bowen Cheek" userId="8fca192e-0677-4b46-9386-7af871cc0c0f" providerId="ADAL" clId="{539CF98A-204F-498C-B6D5-5A6451AD35FD}" dt="2026-04-03T15:52:15.895" v="4684" actId="962"/>
          <ac:picMkLst>
            <pc:docMk/>
            <pc:sldMk cId="513707281" sldId="271"/>
            <ac:picMk id="1026" creationId="{6E412200-6FB8-D478-C511-7F199B28650D}"/>
          </ac:picMkLst>
        </pc:picChg>
      </pc:sldChg>
      <pc:sldChg chg="modSp new mod">
        <pc:chgData name="Bowen Cheek" userId="8fca192e-0677-4b46-9386-7af871cc0c0f" providerId="ADAL" clId="{539CF98A-204F-498C-B6D5-5A6451AD35FD}" dt="2026-04-03T13:43:19.923" v="2390" actId="20577"/>
        <pc:sldMkLst>
          <pc:docMk/>
          <pc:sldMk cId="1015789680" sldId="272"/>
        </pc:sldMkLst>
        <pc:spChg chg="mod">
          <ac:chgData name="Bowen Cheek" userId="8fca192e-0677-4b46-9386-7af871cc0c0f" providerId="ADAL" clId="{539CF98A-204F-498C-B6D5-5A6451AD35FD}" dt="2026-04-03T13:40:59.497" v="2271" actId="20577"/>
          <ac:spMkLst>
            <pc:docMk/>
            <pc:sldMk cId="1015789680" sldId="272"/>
            <ac:spMk id="2" creationId="{2ABACDC8-7B3A-B6A1-480F-E9B2C344EF90}"/>
          </ac:spMkLst>
        </pc:spChg>
        <pc:spChg chg="mod">
          <ac:chgData name="Bowen Cheek" userId="8fca192e-0677-4b46-9386-7af871cc0c0f" providerId="ADAL" clId="{539CF98A-204F-498C-B6D5-5A6451AD35FD}" dt="2026-04-03T13:43:19.923" v="2390" actId="20577"/>
          <ac:spMkLst>
            <pc:docMk/>
            <pc:sldMk cId="1015789680" sldId="272"/>
            <ac:spMk id="3" creationId="{D1A6AF4D-2B25-3651-E68C-CE7F5A87FEF5}"/>
          </ac:spMkLst>
        </pc:spChg>
      </pc:sldChg>
      <pc:sldChg chg="modSp new mod">
        <pc:chgData name="Bowen Cheek" userId="8fca192e-0677-4b46-9386-7af871cc0c0f" providerId="ADAL" clId="{539CF98A-204F-498C-B6D5-5A6451AD35FD}" dt="2026-04-03T13:44:11.259" v="2412"/>
        <pc:sldMkLst>
          <pc:docMk/>
          <pc:sldMk cId="2462776229" sldId="273"/>
        </pc:sldMkLst>
        <pc:spChg chg="mod">
          <ac:chgData name="Bowen Cheek" userId="8fca192e-0677-4b46-9386-7af871cc0c0f" providerId="ADAL" clId="{539CF98A-204F-498C-B6D5-5A6451AD35FD}" dt="2026-04-03T13:44:05.650" v="2410" actId="20577"/>
          <ac:spMkLst>
            <pc:docMk/>
            <pc:sldMk cId="2462776229" sldId="273"/>
            <ac:spMk id="2" creationId="{E4639DA1-C625-691F-E937-66BBE18A9C4E}"/>
          </ac:spMkLst>
        </pc:spChg>
        <pc:spChg chg="mod">
          <ac:chgData name="Bowen Cheek" userId="8fca192e-0677-4b46-9386-7af871cc0c0f" providerId="ADAL" clId="{539CF98A-204F-498C-B6D5-5A6451AD35FD}" dt="2026-04-03T13:44:11.259" v="2412"/>
          <ac:spMkLst>
            <pc:docMk/>
            <pc:sldMk cId="2462776229" sldId="273"/>
            <ac:spMk id="3" creationId="{D1F13ACE-FC55-10C5-C098-E8E99E325696}"/>
          </ac:spMkLst>
        </pc:spChg>
      </pc:sldChg>
      <pc:sldChg chg="modSp add mod">
        <pc:chgData name="Bowen Cheek" userId="8fca192e-0677-4b46-9386-7af871cc0c0f" providerId="ADAL" clId="{539CF98A-204F-498C-B6D5-5A6451AD35FD}" dt="2026-04-03T13:45:55.196" v="2431" actId="207"/>
        <pc:sldMkLst>
          <pc:docMk/>
          <pc:sldMk cId="3503771615" sldId="274"/>
        </pc:sldMkLst>
        <pc:spChg chg="mod">
          <ac:chgData name="Bowen Cheek" userId="8fca192e-0677-4b46-9386-7af871cc0c0f" providerId="ADAL" clId="{539CF98A-204F-498C-B6D5-5A6451AD35FD}" dt="2026-04-03T13:44:35.907" v="2422" actId="20577"/>
          <ac:spMkLst>
            <pc:docMk/>
            <pc:sldMk cId="3503771615" sldId="274"/>
            <ac:spMk id="2" creationId="{9FC234EB-3140-2793-6B62-175A322C0A27}"/>
          </ac:spMkLst>
        </pc:spChg>
        <pc:spChg chg="mod">
          <ac:chgData name="Bowen Cheek" userId="8fca192e-0677-4b46-9386-7af871cc0c0f" providerId="ADAL" clId="{539CF98A-204F-498C-B6D5-5A6451AD35FD}" dt="2026-04-03T13:45:55.196" v="2431" actId="207"/>
          <ac:spMkLst>
            <pc:docMk/>
            <pc:sldMk cId="3503771615" sldId="274"/>
            <ac:spMk id="3" creationId="{1E644E46-A739-A2F2-4A65-842CAFAE4E40}"/>
          </ac:spMkLst>
        </pc:spChg>
      </pc:sldChg>
      <pc:sldChg chg="modSp new mod">
        <pc:chgData name="Bowen Cheek" userId="8fca192e-0677-4b46-9386-7af871cc0c0f" providerId="ADAL" clId="{539CF98A-204F-498C-B6D5-5A6451AD35FD}" dt="2026-04-03T13:57:50.731" v="2623" actId="113"/>
        <pc:sldMkLst>
          <pc:docMk/>
          <pc:sldMk cId="3535549150" sldId="275"/>
        </pc:sldMkLst>
        <pc:spChg chg="mod">
          <ac:chgData name="Bowen Cheek" userId="8fca192e-0677-4b46-9386-7af871cc0c0f" providerId="ADAL" clId="{539CF98A-204F-498C-B6D5-5A6451AD35FD}" dt="2026-04-03T13:52:22.044" v="2466" actId="20577"/>
          <ac:spMkLst>
            <pc:docMk/>
            <pc:sldMk cId="3535549150" sldId="275"/>
            <ac:spMk id="2" creationId="{D28F0D2B-764A-7EC4-B283-F27393721055}"/>
          </ac:spMkLst>
        </pc:spChg>
        <pc:spChg chg="mod">
          <ac:chgData name="Bowen Cheek" userId="8fca192e-0677-4b46-9386-7af871cc0c0f" providerId="ADAL" clId="{539CF98A-204F-498C-B6D5-5A6451AD35FD}" dt="2026-04-03T13:57:50.731" v="2623" actId="113"/>
          <ac:spMkLst>
            <pc:docMk/>
            <pc:sldMk cId="3535549150" sldId="275"/>
            <ac:spMk id="3" creationId="{BFD0F191-BDB5-12EE-88EC-5B5B4736BD7B}"/>
          </ac:spMkLst>
        </pc:spChg>
      </pc:sldChg>
      <pc:sldChg chg="modSp new mod">
        <pc:chgData name="Bowen Cheek" userId="8fca192e-0677-4b46-9386-7af871cc0c0f" providerId="ADAL" clId="{539CF98A-204F-498C-B6D5-5A6451AD35FD}" dt="2026-04-03T14:00:05.076" v="2700" actId="33524"/>
        <pc:sldMkLst>
          <pc:docMk/>
          <pc:sldMk cId="1587643347" sldId="276"/>
        </pc:sldMkLst>
        <pc:spChg chg="mod">
          <ac:chgData name="Bowen Cheek" userId="8fca192e-0677-4b46-9386-7af871cc0c0f" providerId="ADAL" clId="{539CF98A-204F-498C-B6D5-5A6451AD35FD}" dt="2026-04-03T13:58:09.644" v="2650" actId="20577"/>
          <ac:spMkLst>
            <pc:docMk/>
            <pc:sldMk cId="1587643347" sldId="276"/>
            <ac:spMk id="2" creationId="{7D4AAD27-4E53-FC95-B422-7317CC099912}"/>
          </ac:spMkLst>
        </pc:spChg>
        <pc:spChg chg="mod">
          <ac:chgData name="Bowen Cheek" userId="8fca192e-0677-4b46-9386-7af871cc0c0f" providerId="ADAL" clId="{539CF98A-204F-498C-B6D5-5A6451AD35FD}" dt="2026-04-03T14:00:05.076" v="2700" actId="33524"/>
          <ac:spMkLst>
            <pc:docMk/>
            <pc:sldMk cId="1587643347" sldId="276"/>
            <ac:spMk id="3" creationId="{7210D0B8-32EE-BB88-1390-ABAB83E19191}"/>
          </ac:spMkLst>
        </pc:spChg>
      </pc:sldChg>
      <pc:sldChg chg="modSp add mod">
        <pc:chgData name="Bowen Cheek" userId="8fca192e-0677-4b46-9386-7af871cc0c0f" providerId="ADAL" clId="{539CF98A-204F-498C-B6D5-5A6451AD35FD}" dt="2026-04-03T14:02:53.655" v="2825" actId="207"/>
        <pc:sldMkLst>
          <pc:docMk/>
          <pc:sldMk cId="3328676455" sldId="277"/>
        </pc:sldMkLst>
        <pc:spChg chg="mod">
          <ac:chgData name="Bowen Cheek" userId="8fca192e-0677-4b46-9386-7af871cc0c0f" providerId="ADAL" clId="{539CF98A-204F-498C-B6D5-5A6451AD35FD}" dt="2026-04-03T14:02:23.171" v="2717" actId="20577"/>
          <ac:spMkLst>
            <pc:docMk/>
            <pc:sldMk cId="3328676455" sldId="277"/>
            <ac:spMk id="2" creationId="{4F50D9F5-D3FB-E1B3-0D87-397C3A82D6C6}"/>
          </ac:spMkLst>
        </pc:spChg>
        <pc:spChg chg="mod">
          <ac:chgData name="Bowen Cheek" userId="8fca192e-0677-4b46-9386-7af871cc0c0f" providerId="ADAL" clId="{539CF98A-204F-498C-B6D5-5A6451AD35FD}" dt="2026-04-03T14:02:53.655" v="2825" actId="207"/>
          <ac:spMkLst>
            <pc:docMk/>
            <pc:sldMk cId="3328676455" sldId="277"/>
            <ac:spMk id="3" creationId="{15149FD7-05DE-7B61-93A3-D949198E7508}"/>
          </ac:spMkLst>
        </pc:spChg>
      </pc:sldChg>
      <pc:sldChg chg="addSp delSp modSp new mod">
        <pc:chgData name="Bowen Cheek" userId="8fca192e-0677-4b46-9386-7af871cc0c0f" providerId="ADAL" clId="{539CF98A-204F-498C-B6D5-5A6451AD35FD}" dt="2026-04-03T15:52:29.485" v="4686" actId="962"/>
        <pc:sldMkLst>
          <pc:docMk/>
          <pc:sldMk cId="3453013724" sldId="278"/>
        </pc:sldMkLst>
        <pc:spChg chg="mod">
          <ac:chgData name="Bowen Cheek" userId="8fca192e-0677-4b46-9386-7af871cc0c0f" providerId="ADAL" clId="{539CF98A-204F-498C-B6D5-5A6451AD35FD}" dt="2026-04-03T14:03:49.959" v="2858" actId="20577"/>
          <ac:spMkLst>
            <pc:docMk/>
            <pc:sldMk cId="3453013724" sldId="278"/>
            <ac:spMk id="2" creationId="{F58C8BCF-6698-D5A6-088E-F53566176ABC}"/>
          </ac:spMkLst>
        </pc:spChg>
        <pc:picChg chg="add mod">
          <ac:chgData name="Bowen Cheek" userId="8fca192e-0677-4b46-9386-7af871cc0c0f" providerId="ADAL" clId="{539CF98A-204F-498C-B6D5-5A6451AD35FD}" dt="2026-04-03T15:52:29.485" v="4686" actId="962"/>
          <ac:picMkLst>
            <pc:docMk/>
            <pc:sldMk cId="3453013724" sldId="278"/>
            <ac:picMk id="2050" creationId="{40462753-1144-8071-AFC0-DF33AD8B1869}"/>
          </ac:picMkLst>
        </pc:picChg>
      </pc:sldChg>
      <pc:sldChg chg="modSp new mod">
        <pc:chgData name="Bowen Cheek" userId="8fca192e-0677-4b46-9386-7af871cc0c0f" providerId="ADAL" clId="{539CF98A-204F-498C-B6D5-5A6451AD35FD}" dt="2026-04-03T14:07:18.022" v="2985" actId="20577"/>
        <pc:sldMkLst>
          <pc:docMk/>
          <pc:sldMk cId="3751135715" sldId="279"/>
        </pc:sldMkLst>
        <pc:spChg chg="mod">
          <ac:chgData name="Bowen Cheek" userId="8fca192e-0677-4b46-9386-7af871cc0c0f" providerId="ADAL" clId="{539CF98A-204F-498C-B6D5-5A6451AD35FD}" dt="2026-04-03T14:04:32.432" v="2896" actId="20577"/>
          <ac:spMkLst>
            <pc:docMk/>
            <pc:sldMk cId="3751135715" sldId="279"/>
            <ac:spMk id="2" creationId="{BAB4DB4B-BF6E-B27A-5E82-BD0BBBE33164}"/>
          </ac:spMkLst>
        </pc:spChg>
        <pc:spChg chg="mod">
          <ac:chgData name="Bowen Cheek" userId="8fca192e-0677-4b46-9386-7af871cc0c0f" providerId="ADAL" clId="{539CF98A-204F-498C-B6D5-5A6451AD35FD}" dt="2026-04-03T14:07:18.022" v="2985" actId="20577"/>
          <ac:spMkLst>
            <pc:docMk/>
            <pc:sldMk cId="3751135715" sldId="279"/>
            <ac:spMk id="3" creationId="{BC84C25C-157F-0E75-7FD1-C92EC0217835}"/>
          </ac:spMkLst>
        </pc:spChg>
      </pc:sldChg>
      <pc:sldChg chg="modSp new mod">
        <pc:chgData name="Bowen Cheek" userId="8fca192e-0677-4b46-9386-7af871cc0c0f" providerId="ADAL" clId="{539CF98A-204F-498C-B6D5-5A6451AD35FD}" dt="2026-04-03T14:12:47.015" v="3308" actId="16959"/>
        <pc:sldMkLst>
          <pc:docMk/>
          <pc:sldMk cId="815590568" sldId="280"/>
        </pc:sldMkLst>
        <pc:spChg chg="mod">
          <ac:chgData name="Bowen Cheek" userId="8fca192e-0677-4b46-9386-7af871cc0c0f" providerId="ADAL" clId="{539CF98A-204F-498C-B6D5-5A6451AD35FD}" dt="2026-04-03T14:09:28.836" v="3195" actId="20577"/>
          <ac:spMkLst>
            <pc:docMk/>
            <pc:sldMk cId="815590568" sldId="280"/>
            <ac:spMk id="2" creationId="{0BDA371A-7713-132A-14B1-B0991343A761}"/>
          </ac:spMkLst>
        </pc:spChg>
        <pc:spChg chg="mod">
          <ac:chgData name="Bowen Cheek" userId="8fca192e-0677-4b46-9386-7af871cc0c0f" providerId="ADAL" clId="{539CF98A-204F-498C-B6D5-5A6451AD35FD}" dt="2026-04-03T14:12:47.015" v="3308" actId="16959"/>
          <ac:spMkLst>
            <pc:docMk/>
            <pc:sldMk cId="815590568" sldId="280"/>
            <ac:spMk id="3" creationId="{FF6D4CA8-71A5-83FB-B220-D78794DDA7E5}"/>
          </ac:spMkLst>
        </pc:spChg>
      </pc:sldChg>
      <pc:sldChg chg="modSp new mod">
        <pc:chgData name="Bowen Cheek" userId="8fca192e-0677-4b46-9386-7af871cc0c0f" providerId="ADAL" clId="{539CF98A-204F-498C-B6D5-5A6451AD35FD}" dt="2026-04-03T14:19:17.656" v="3560" actId="20577"/>
        <pc:sldMkLst>
          <pc:docMk/>
          <pc:sldMk cId="147702139" sldId="281"/>
        </pc:sldMkLst>
        <pc:spChg chg="mod">
          <ac:chgData name="Bowen Cheek" userId="8fca192e-0677-4b46-9386-7af871cc0c0f" providerId="ADAL" clId="{539CF98A-204F-498C-B6D5-5A6451AD35FD}" dt="2026-04-03T14:18:51.944" v="3556" actId="20577"/>
          <ac:spMkLst>
            <pc:docMk/>
            <pc:sldMk cId="147702139" sldId="281"/>
            <ac:spMk id="2" creationId="{F7FF95C8-D311-D0D6-1F76-DC12E518FD16}"/>
          </ac:spMkLst>
        </pc:spChg>
        <pc:spChg chg="mod">
          <ac:chgData name="Bowen Cheek" userId="8fca192e-0677-4b46-9386-7af871cc0c0f" providerId="ADAL" clId="{539CF98A-204F-498C-B6D5-5A6451AD35FD}" dt="2026-04-03T14:19:17.656" v="3560" actId="20577"/>
          <ac:spMkLst>
            <pc:docMk/>
            <pc:sldMk cId="147702139" sldId="281"/>
            <ac:spMk id="3" creationId="{F56A0146-10C3-70F8-030F-5A7424D9230C}"/>
          </ac:spMkLst>
        </pc:spChg>
      </pc:sldChg>
      <pc:sldChg chg="modSp add mod">
        <pc:chgData name="Bowen Cheek" userId="8fca192e-0677-4b46-9386-7af871cc0c0f" providerId="ADAL" clId="{539CF98A-204F-498C-B6D5-5A6451AD35FD}" dt="2026-04-03T14:23:49.705" v="3588" actId="207"/>
        <pc:sldMkLst>
          <pc:docMk/>
          <pc:sldMk cId="1127266571" sldId="282"/>
        </pc:sldMkLst>
        <pc:spChg chg="mod">
          <ac:chgData name="Bowen Cheek" userId="8fca192e-0677-4b46-9386-7af871cc0c0f" providerId="ADAL" clId="{539CF98A-204F-498C-B6D5-5A6451AD35FD}" dt="2026-04-03T14:22:21.459" v="3571" actId="20577"/>
          <ac:spMkLst>
            <pc:docMk/>
            <pc:sldMk cId="1127266571" sldId="282"/>
            <ac:spMk id="2" creationId="{D6839B21-4A8A-3470-C2C4-8B417D1F5629}"/>
          </ac:spMkLst>
        </pc:spChg>
        <pc:spChg chg="mod">
          <ac:chgData name="Bowen Cheek" userId="8fca192e-0677-4b46-9386-7af871cc0c0f" providerId="ADAL" clId="{539CF98A-204F-498C-B6D5-5A6451AD35FD}" dt="2026-04-03T14:23:49.705" v="3588" actId="207"/>
          <ac:spMkLst>
            <pc:docMk/>
            <pc:sldMk cId="1127266571" sldId="282"/>
            <ac:spMk id="3" creationId="{F2334239-5651-57F9-3129-DC05531C00D5}"/>
          </ac:spMkLst>
        </pc:spChg>
      </pc:sldChg>
      <pc:sldChg chg="modSp new mod">
        <pc:chgData name="Bowen Cheek" userId="8fca192e-0677-4b46-9386-7af871cc0c0f" providerId="ADAL" clId="{539CF98A-204F-498C-B6D5-5A6451AD35FD}" dt="2026-04-03T15:53:41.654" v="4757" actId="20577"/>
        <pc:sldMkLst>
          <pc:docMk/>
          <pc:sldMk cId="4262603962" sldId="283"/>
        </pc:sldMkLst>
        <pc:spChg chg="mod">
          <ac:chgData name="Bowen Cheek" userId="8fca192e-0677-4b46-9386-7af871cc0c0f" providerId="ADAL" clId="{539CF98A-204F-498C-B6D5-5A6451AD35FD}" dt="2026-04-03T15:53:41.654" v="4757" actId="20577"/>
          <ac:spMkLst>
            <pc:docMk/>
            <pc:sldMk cId="4262603962" sldId="283"/>
            <ac:spMk id="2" creationId="{A2A36453-FA42-2D0A-7FC8-DAB8E60482F1}"/>
          </ac:spMkLst>
        </pc:spChg>
        <pc:spChg chg="mod">
          <ac:chgData name="Bowen Cheek" userId="8fca192e-0677-4b46-9386-7af871cc0c0f" providerId="ADAL" clId="{539CF98A-204F-498C-B6D5-5A6451AD35FD}" dt="2026-04-03T14:31:04.287" v="3813" actId="20577"/>
          <ac:spMkLst>
            <pc:docMk/>
            <pc:sldMk cId="4262603962" sldId="283"/>
            <ac:spMk id="3" creationId="{ED8B2757-5746-D415-5B66-B3465F8B2F3B}"/>
          </ac:spMkLst>
        </pc:spChg>
      </pc:sldChg>
      <pc:sldChg chg="modSp new mod">
        <pc:chgData name="Bowen Cheek" userId="8fca192e-0677-4b46-9386-7af871cc0c0f" providerId="ADAL" clId="{539CF98A-204F-498C-B6D5-5A6451AD35FD}" dt="2026-04-03T14:33:20.439" v="3891" actId="20577"/>
        <pc:sldMkLst>
          <pc:docMk/>
          <pc:sldMk cId="2337894161" sldId="284"/>
        </pc:sldMkLst>
        <pc:spChg chg="mod">
          <ac:chgData name="Bowen Cheek" userId="8fca192e-0677-4b46-9386-7af871cc0c0f" providerId="ADAL" clId="{539CF98A-204F-498C-B6D5-5A6451AD35FD}" dt="2026-04-03T14:32:55.701" v="3883" actId="20577"/>
          <ac:spMkLst>
            <pc:docMk/>
            <pc:sldMk cId="2337894161" sldId="284"/>
            <ac:spMk id="2" creationId="{4665E60C-6FA0-DA70-805A-406C7D8C29A0}"/>
          </ac:spMkLst>
        </pc:spChg>
        <pc:spChg chg="mod">
          <ac:chgData name="Bowen Cheek" userId="8fca192e-0677-4b46-9386-7af871cc0c0f" providerId="ADAL" clId="{539CF98A-204F-498C-B6D5-5A6451AD35FD}" dt="2026-04-03T14:33:20.439" v="3891" actId="20577"/>
          <ac:spMkLst>
            <pc:docMk/>
            <pc:sldMk cId="2337894161" sldId="284"/>
            <ac:spMk id="3" creationId="{0537A299-3499-9755-1EB0-62D08EDC1DE9}"/>
          </ac:spMkLst>
        </pc:spChg>
      </pc:sldChg>
      <pc:sldChg chg="modSp add mod">
        <pc:chgData name="Bowen Cheek" userId="8fca192e-0677-4b46-9386-7af871cc0c0f" providerId="ADAL" clId="{539CF98A-204F-498C-B6D5-5A6451AD35FD}" dt="2026-04-03T14:36:27.772" v="3954" actId="20577"/>
        <pc:sldMkLst>
          <pc:docMk/>
          <pc:sldMk cId="103782200" sldId="285"/>
        </pc:sldMkLst>
        <pc:spChg chg="mod">
          <ac:chgData name="Bowen Cheek" userId="8fca192e-0677-4b46-9386-7af871cc0c0f" providerId="ADAL" clId="{539CF98A-204F-498C-B6D5-5A6451AD35FD}" dt="2026-04-03T14:33:34.276" v="3903" actId="20577"/>
          <ac:spMkLst>
            <pc:docMk/>
            <pc:sldMk cId="103782200" sldId="285"/>
            <ac:spMk id="2" creationId="{A930C0DD-D49E-DF66-E514-87541DF4220B}"/>
          </ac:spMkLst>
        </pc:spChg>
        <pc:spChg chg="mod">
          <ac:chgData name="Bowen Cheek" userId="8fca192e-0677-4b46-9386-7af871cc0c0f" providerId="ADAL" clId="{539CF98A-204F-498C-B6D5-5A6451AD35FD}" dt="2026-04-03T14:36:27.772" v="3954" actId="20577"/>
          <ac:spMkLst>
            <pc:docMk/>
            <pc:sldMk cId="103782200" sldId="285"/>
            <ac:spMk id="3" creationId="{0C129237-E932-E3BB-6935-ABFC2F6F86D6}"/>
          </ac:spMkLst>
        </pc:spChg>
      </pc:sldChg>
      <pc:sldChg chg="modSp new mod">
        <pc:chgData name="Bowen Cheek" userId="8fca192e-0677-4b46-9386-7af871cc0c0f" providerId="ADAL" clId="{539CF98A-204F-498C-B6D5-5A6451AD35FD}" dt="2026-04-03T15:02:40.042" v="4671" actId="20577"/>
        <pc:sldMkLst>
          <pc:docMk/>
          <pc:sldMk cId="1132856864" sldId="286"/>
        </pc:sldMkLst>
        <pc:spChg chg="mod">
          <ac:chgData name="Bowen Cheek" userId="8fca192e-0677-4b46-9386-7af871cc0c0f" providerId="ADAL" clId="{539CF98A-204F-498C-B6D5-5A6451AD35FD}" dt="2026-04-03T14:37:41.620" v="4019" actId="404"/>
          <ac:spMkLst>
            <pc:docMk/>
            <pc:sldMk cId="1132856864" sldId="286"/>
            <ac:spMk id="2" creationId="{72C59D9B-7FF4-1834-7BAD-1990A551ECD6}"/>
          </ac:spMkLst>
        </pc:spChg>
        <pc:spChg chg="mod">
          <ac:chgData name="Bowen Cheek" userId="8fca192e-0677-4b46-9386-7af871cc0c0f" providerId="ADAL" clId="{539CF98A-204F-498C-B6D5-5A6451AD35FD}" dt="2026-04-03T15:02:40.042" v="4671" actId="20577"/>
          <ac:spMkLst>
            <pc:docMk/>
            <pc:sldMk cId="1132856864" sldId="286"/>
            <ac:spMk id="3" creationId="{F15ED121-8DDE-411E-52BF-B36915482792}"/>
          </ac:spMkLst>
        </pc:spChg>
      </pc:sldChg>
      <pc:sldChg chg="addSp delSp modSp new mod">
        <pc:chgData name="Bowen Cheek" userId="8fca192e-0677-4b46-9386-7af871cc0c0f" providerId="ADAL" clId="{539CF98A-204F-498C-B6D5-5A6451AD35FD}" dt="2026-04-03T15:52:52.871" v="4724" actId="20577"/>
        <pc:sldMkLst>
          <pc:docMk/>
          <pc:sldMk cId="155829062" sldId="287"/>
        </pc:sldMkLst>
        <pc:spChg chg="mod">
          <ac:chgData name="Bowen Cheek" userId="8fca192e-0677-4b46-9386-7af871cc0c0f" providerId="ADAL" clId="{539CF98A-204F-498C-B6D5-5A6451AD35FD}" dt="2026-04-03T14:50:12.093" v="4505" actId="20577"/>
          <ac:spMkLst>
            <pc:docMk/>
            <pc:sldMk cId="155829062" sldId="287"/>
            <ac:spMk id="3" creationId="{5B9A3B3E-EC72-152B-A3AD-D4FA0938E9FD}"/>
          </ac:spMkLst>
        </pc:spChg>
        <pc:spChg chg="add mod">
          <ac:chgData name="Bowen Cheek" userId="8fca192e-0677-4b46-9386-7af871cc0c0f" providerId="ADAL" clId="{539CF98A-204F-498C-B6D5-5A6451AD35FD}" dt="2026-04-03T15:52:52.871" v="4724" actId="20577"/>
          <ac:spMkLst>
            <pc:docMk/>
            <pc:sldMk cId="155829062" sldId="287"/>
            <ac:spMk id="6" creationId="{1762DF09-0D6E-0D78-6653-6648BD88C6EE}"/>
          </ac:spMkLst>
        </pc:spChg>
      </pc:sldChg>
      <pc:sldChg chg="addSp delSp modSp new mod">
        <pc:chgData name="Bowen Cheek" userId="8fca192e-0677-4b46-9386-7af871cc0c0f" providerId="ADAL" clId="{539CF98A-204F-498C-B6D5-5A6451AD35FD}" dt="2026-04-03T15:54:07.365" v="4759" actId="20577"/>
        <pc:sldMkLst>
          <pc:docMk/>
          <pc:sldMk cId="1603559524" sldId="288"/>
        </pc:sldMkLst>
        <pc:spChg chg="mod">
          <ac:chgData name="Bowen Cheek" userId="8fca192e-0677-4b46-9386-7af871cc0c0f" providerId="ADAL" clId="{539CF98A-204F-498C-B6D5-5A6451AD35FD}" dt="2026-04-03T14:50:18.523" v="4506" actId="20577"/>
          <ac:spMkLst>
            <pc:docMk/>
            <pc:sldMk cId="1603559524" sldId="288"/>
            <ac:spMk id="3" creationId="{EC8040E1-AD3D-7F76-5AF4-BEAA2DBA7815}"/>
          </ac:spMkLst>
        </pc:spChg>
        <pc:spChg chg="add mod">
          <ac:chgData name="Bowen Cheek" userId="8fca192e-0677-4b46-9386-7af871cc0c0f" providerId="ADAL" clId="{539CF98A-204F-498C-B6D5-5A6451AD35FD}" dt="2026-04-03T15:54:07.365" v="4759" actId="20577"/>
          <ac:spMkLst>
            <pc:docMk/>
            <pc:sldMk cId="1603559524" sldId="288"/>
            <ac:spMk id="6" creationId="{E28FF542-8A94-3BC8-41D4-48599174F6C2}"/>
          </ac:spMkLst>
        </pc:spChg>
      </pc:sldChg>
      <pc:sldChg chg="addSp delSp modSp new mod">
        <pc:chgData name="Bowen Cheek" userId="8fca192e-0677-4b46-9386-7af871cc0c0f" providerId="ADAL" clId="{539CF98A-204F-498C-B6D5-5A6451AD35FD}" dt="2026-04-03T15:54:13.607" v="4763" actId="5793"/>
        <pc:sldMkLst>
          <pc:docMk/>
          <pc:sldMk cId="4050718839" sldId="289"/>
        </pc:sldMkLst>
        <pc:spChg chg="mod">
          <ac:chgData name="Bowen Cheek" userId="8fca192e-0677-4b46-9386-7af871cc0c0f" providerId="ADAL" clId="{539CF98A-204F-498C-B6D5-5A6451AD35FD}" dt="2026-04-03T14:50:27.711" v="4509" actId="27636"/>
          <ac:spMkLst>
            <pc:docMk/>
            <pc:sldMk cId="4050718839" sldId="289"/>
            <ac:spMk id="3" creationId="{3D0D92EC-8B5D-CEC4-9447-E391B3397442}"/>
          </ac:spMkLst>
        </pc:spChg>
        <pc:spChg chg="add mod">
          <ac:chgData name="Bowen Cheek" userId="8fca192e-0677-4b46-9386-7af871cc0c0f" providerId="ADAL" clId="{539CF98A-204F-498C-B6D5-5A6451AD35FD}" dt="2026-04-03T15:54:13.607" v="4763" actId="5793"/>
          <ac:spMkLst>
            <pc:docMk/>
            <pc:sldMk cId="4050718839" sldId="289"/>
            <ac:spMk id="6" creationId="{280944AD-13DC-0CB5-27A7-D711EBE92BB5}"/>
          </ac:spMkLst>
        </pc:spChg>
      </pc:sldChg>
      <pc:sldChg chg="addSp delSp modSp new mod">
        <pc:chgData name="Bowen Cheek" userId="8fca192e-0677-4b46-9386-7af871cc0c0f" providerId="ADAL" clId="{539CF98A-204F-498C-B6D5-5A6451AD35FD}" dt="2026-04-03T15:54:17.635" v="4768" actId="20577"/>
        <pc:sldMkLst>
          <pc:docMk/>
          <pc:sldMk cId="2450269057" sldId="290"/>
        </pc:sldMkLst>
        <pc:spChg chg="mod">
          <ac:chgData name="Bowen Cheek" userId="8fca192e-0677-4b46-9386-7af871cc0c0f" providerId="ADAL" clId="{539CF98A-204F-498C-B6D5-5A6451AD35FD}" dt="2026-04-03T15:41:15.153" v="4675" actId="20577"/>
          <ac:spMkLst>
            <pc:docMk/>
            <pc:sldMk cId="2450269057" sldId="290"/>
            <ac:spMk id="3" creationId="{20256BC6-EDD5-5B0A-2C1E-1D4F03C2D133}"/>
          </ac:spMkLst>
        </pc:spChg>
        <pc:spChg chg="add mod">
          <ac:chgData name="Bowen Cheek" userId="8fca192e-0677-4b46-9386-7af871cc0c0f" providerId="ADAL" clId="{539CF98A-204F-498C-B6D5-5A6451AD35FD}" dt="2026-04-03T15:54:17.635" v="4768" actId="20577"/>
          <ac:spMkLst>
            <pc:docMk/>
            <pc:sldMk cId="2450269057" sldId="290"/>
            <ac:spMk id="6" creationId="{5BF8E1FF-1A27-3A2B-C757-3CD008408802}"/>
          </ac:spMkLst>
        </pc:spChg>
      </pc:sldChg>
      <pc:sldMasterChg chg="setBg modSldLayout">
        <pc:chgData name="Bowen Cheek" userId="8fca192e-0677-4b46-9386-7af871cc0c0f" providerId="ADAL" clId="{539CF98A-204F-498C-B6D5-5A6451AD35FD}" dt="2026-03-30T15:07:07.421" v="30"/>
        <pc:sldMasterMkLst>
          <pc:docMk/>
          <pc:sldMasterMk cId="2460954070" sldId="2147483660"/>
        </pc:sldMasterMkLst>
        <pc:sldLayoutChg chg="setBg">
          <pc:chgData name="Bowen Cheek" userId="8fca192e-0677-4b46-9386-7af871cc0c0f" providerId="ADAL" clId="{539CF98A-204F-498C-B6D5-5A6451AD35FD}" dt="2026-03-30T15:07:07.421" v="30"/>
          <pc:sldLayoutMkLst>
            <pc:docMk/>
            <pc:sldMasterMk cId="2460954070" sldId="2147483660"/>
            <pc:sldLayoutMk cId="2385387890" sldId="2147483661"/>
          </pc:sldLayoutMkLst>
        </pc:sldLayoutChg>
        <pc:sldLayoutChg chg="setBg">
          <pc:chgData name="Bowen Cheek" userId="8fca192e-0677-4b46-9386-7af871cc0c0f" providerId="ADAL" clId="{539CF98A-204F-498C-B6D5-5A6451AD35FD}" dt="2026-03-30T15:07:07.421" v="30"/>
          <pc:sldLayoutMkLst>
            <pc:docMk/>
            <pc:sldMasterMk cId="2460954070" sldId="2147483660"/>
            <pc:sldLayoutMk cId="949138452" sldId="2147483662"/>
          </pc:sldLayoutMkLst>
        </pc:sldLayoutChg>
        <pc:sldLayoutChg chg="setBg">
          <pc:chgData name="Bowen Cheek" userId="8fca192e-0677-4b46-9386-7af871cc0c0f" providerId="ADAL" clId="{539CF98A-204F-498C-B6D5-5A6451AD35FD}" dt="2026-03-30T15:07:07.421" v="30"/>
          <pc:sldLayoutMkLst>
            <pc:docMk/>
            <pc:sldMasterMk cId="2460954070" sldId="2147483660"/>
            <pc:sldLayoutMk cId="2591524520" sldId="2147483663"/>
          </pc:sldLayoutMkLst>
        </pc:sldLayoutChg>
        <pc:sldLayoutChg chg="setBg">
          <pc:chgData name="Bowen Cheek" userId="8fca192e-0677-4b46-9386-7af871cc0c0f" providerId="ADAL" clId="{539CF98A-204F-498C-B6D5-5A6451AD35FD}" dt="2026-03-30T15:07:07.421" v="30"/>
          <pc:sldLayoutMkLst>
            <pc:docMk/>
            <pc:sldMasterMk cId="2460954070" sldId="2147483660"/>
            <pc:sldLayoutMk cId="1203092039" sldId="2147483664"/>
          </pc:sldLayoutMkLst>
        </pc:sldLayoutChg>
        <pc:sldLayoutChg chg="setBg">
          <pc:chgData name="Bowen Cheek" userId="8fca192e-0677-4b46-9386-7af871cc0c0f" providerId="ADAL" clId="{539CF98A-204F-498C-B6D5-5A6451AD35FD}" dt="2026-03-30T15:07:07.421" v="30"/>
          <pc:sldLayoutMkLst>
            <pc:docMk/>
            <pc:sldMasterMk cId="2460954070" sldId="2147483660"/>
            <pc:sldLayoutMk cId="3733172339" sldId="2147483665"/>
          </pc:sldLayoutMkLst>
        </pc:sldLayoutChg>
        <pc:sldLayoutChg chg="setBg">
          <pc:chgData name="Bowen Cheek" userId="8fca192e-0677-4b46-9386-7af871cc0c0f" providerId="ADAL" clId="{539CF98A-204F-498C-B6D5-5A6451AD35FD}" dt="2026-03-30T15:07:07.421" v="30"/>
          <pc:sldLayoutMkLst>
            <pc:docMk/>
            <pc:sldMasterMk cId="2460954070" sldId="2147483660"/>
            <pc:sldLayoutMk cId="3210312558" sldId="2147483666"/>
          </pc:sldLayoutMkLst>
        </pc:sldLayoutChg>
        <pc:sldLayoutChg chg="setBg">
          <pc:chgData name="Bowen Cheek" userId="8fca192e-0677-4b46-9386-7af871cc0c0f" providerId="ADAL" clId="{539CF98A-204F-498C-B6D5-5A6451AD35FD}" dt="2026-03-30T15:07:07.421" v="30"/>
          <pc:sldLayoutMkLst>
            <pc:docMk/>
            <pc:sldMasterMk cId="2460954070" sldId="2147483660"/>
            <pc:sldLayoutMk cId="3146388984" sldId="2147483667"/>
          </pc:sldLayoutMkLst>
        </pc:sldLayoutChg>
        <pc:sldLayoutChg chg="setBg">
          <pc:chgData name="Bowen Cheek" userId="8fca192e-0677-4b46-9386-7af871cc0c0f" providerId="ADAL" clId="{539CF98A-204F-498C-B6D5-5A6451AD35FD}" dt="2026-03-30T15:07:07.421" v="30"/>
          <pc:sldLayoutMkLst>
            <pc:docMk/>
            <pc:sldMasterMk cId="2460954070" sldId="2147483660"/>
            <pc:sldLayoutMk cId="3171841454" sldId="2147483668"/>
          </pc:sldLayoutMkLst>
        </pc:sldLayoutChg>
        <pc:sldLayoutChg chg="setBg">
          <pc:chgData name="Bowen Cheek" userId="8fca192e-0677-4b46-9386-7af871cc0c0f" providerId="ADAL" clId="{539CF98A-204F-498C-B6D5-5A6451AD35FD}" dt="2026-03-30T15:07:07.421" v="30"/>
          <pc:sldLayoutMkLst>
            <pc:docMk/>
            <pc:sldMasterMk cId="2460954070" sldId="2147483660"/>
            <pc:sldLayoutMk cId="1718958274" sldId="2147483669"/>
          </pc:sldLayoutMkLst>
        </pc:sldLayoutChg>
        <pc:sldLayoutChg chg="setBg">
          <pc:chgData name="Bowen Cheek" userId="8fca192e-0677-4b46-9386-7af871cc0c0f" providerId="ADAL" clId="{539CF98A-204F-498C-B6D5-5A6451AD35FD}" dt="2026-03-30T15:07:07.421" v="30"/>
          <pc:sldLayoutMkLst>
            <pc:docMk/>
            <pc:sldMasterMk cId="2460954070" sldId="2147483660"/>
            <pc:sldLayoutMk cId="2202905451" sldId="2147483670"/>
          </pc:sldLayoutMkLst>
        </pc:sldLayoutChg>
        <pc:sldLayoutChg chg="setBg">
          <pc:chgData name="Bowen Cheek" userId="8fca192e-0677-4b46-9386-7af871cc0c0f" providerId="ADAL" clId="{539CF98A-204F-498C-B6D5-5A6451AD35FD}" dt="2026-03-30T15:07:07.421" v="30"/>
          <pc:sldLayoutMkLst>
            <pc:docMk/>
            <pc:sldMasterMk cId="2460954070" sldId="2147483660"/>
            <pc:sldLayoutMk cId="3479445657" sldId="2147483671"/>
          </pc:sldLayoutMkLst>
        </pc:sldLayoutChg>
      </pc:sldMasterChg>
    </pc:docChg>
  </pc:docChgLst>
  <pc:docChgLst>
    <pc:chgData name="Bowen Cheek" userId="S::meldrid8@kennesaw.edu::8fca192e-0677-4b46-9386-7af871cc0c0f" providerId="AD" clId="Web-{0065F6EC-608A-369E-27EC-C8881B68CC7A}"/>
    <pc:docChg chg="modSld">
      <pc:chgData name="Bowen Cheek" userId="S::meldrid8@kennesaw.edu::8fca192e-0677-4b46-9386-7af871cc0c0f" providerId="AD" clId="Web-{0065F6EC-608A-369E-27EC-C8881B68CC7A}" dt="2026-04-13T17:02:09.542" v="271"/>
      <pc:docMkLst>
        <pc:docMk/>
      </pc:docMkLst>
      <pc:sldChg chg="addSp">
        <pc:chgData name="Bowen Cheek" userId="S::meldrid8@kennesaw.edu::8fca192e-0677-4b46-9386-7af871cc0c0f" providerId="AD" clId="Web-{0065F6EC-608A-369E-27EC-C8881B68CC7A}" dt="2026-04-13T16:26:55.259" v="9"/>
        <pc:sldMkLst>
          <pc:docMk/>
          <pc:sldMk cId="3759419079" sldId="269"/>
        </pc:sldMkLst>
      </pc:sldChg>
      <pc:sldChg chg="addSp">
        <pc:chgData name="Bowen Cheek" userId="S::meldrid8@kennesaw.edu::8fca192e-0677-4b46-9386-7af871cc0c0f" providerId="AD" clId="Web-{0065F6EC-608A-369E-27EC-C8881B68CC7A}" dt="2026-04-13T16:33:28.217" v="56"/>
        <pc:sldMkLst>
          <pc:docMk/>
          <pc:sldMk cId="248131457" sldId="270"/>
        </pc:sldMkLst>
      </pc:sldChg>
      <pc:sldChg chg="addSp">
        <pc:chgData name="Bowen Cheek" userId="S::meldrid8@kennesaw.edu::8fca192e-0677-4b46-9386-7af871cc0c0f" providerId="AD" clId="Web-{0065F6EC-608A-369E-27EC-C8881B68CC7A}" dt="2026-04-13T16:42:38.454" v="167"/>
        <pc:sldMkLst>
          <pc:docMk/>
          <pc:sldMk cId="513707281" sldId="271"/>
        </pc:sldMkLst>
      </pc:sldChg>
      <pc:sldChg chg="addSp">
        <pc:chgData name="Bowen Cheek" userId="S::meldrid8@kennesaw.edu::8fca192e-0677-4b46-9386-7af871cc0c0f" providerId="AD" clId="Web-{0065F6EC-608A-369E-27EC-C8881B68CC7A}" dt="2026-04-13T16:37:58.047" v="94"/>
        <pc:sldMkLst>
          <pc:docMk/>
          <pc:sldMk cId="1015789680" sldId="272"/>
        </pc:sldMkLst>
      </pc:sldChg>
      <pc:sldChg chg="addSp">
        <pc:chgData name="Bowen Cheek" userId="S::meldrid8@kennesaw.edu::8fca192e-0677-4b46-9386-7af871cc0c0f" providerId="AD" clId="Web-{0065F6EC-608A-369E-27EC-C8881B68CC7A}" dt="2026-04-13T16:40:22.438" v="156"/>
        <pc:sldMkLst>
          <pc:docMk/>
          <pc:sldMk cId="2462776229" sldId="273"/>
        </pc:sldMkLst>
      </pc:sldChg>
      <pc:sldChg chg="addSp">
        <pc:chgData name="Bowen Cheek" userId="S::meldrid8@kennesaw.edu::8fca192e-0677-4b46-9386-7af871cc0c0f" providerId="AD" clId="Web-{0065F6EC-608A-369E-27EC-C8881B68CC7A}" dt="2026-04-13T16:50:49.491" v="191"/>
        <pc:sldMkLst>
          <pc:docMk/>
          <pc:sldMk cId="3535549150" sldId="275"/>
        </pc:sldMkLst>
      </pc:sldChg>
      <pc:sldChg chg="addSp">
        <pc:chgData name="Bowen Cheek" userId="S::meldrid8@kennesaw.edu::8fca192e-0677-4b46-9386-7af871cc0c0f" providerId="AD" clId="Web-{0065F6EC-608A-369E-27EC-C8881B68CC7A}" dt="2026-04-13T16:52:51.352" v="224"/>
        <pc:sldMkLst>
          <pc:docMk/>
          <pc:sldMk cId="1587643347" sldId="276"/>
        </pc:sldMkLst>
      </pc:sldChg>
      <pc:sldChg chg="addSp">
        <pc:chgData name="Bowen Cheek" userId="S::meldrid8@kennesaw.edu::8fca192e-0677-4b46-9386-7af871cc0c0f" providerId="AD" clId="Web-{0065F6EC-608A-369E-27EC-C8881B68CC7A}" dt="2026-04-13T17:02:09.542" v="271"/>
        <pc:sldMkLst>
          <pc:docMk/>
          <pc:sldMk cId="3453013724" sldId="278"/>
        </pc:sldMkLst>
      </pc:sldChg>
    </pc:docChg>
  </pc:docChgLst>
</pc:chgInfo>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534093-2754-4FB8-84AC-F3E0976948B2}" type="datetimeFigureOut">
              <a:rPr lang="en-US" smtClean="0"/>
              <a:t>4/15/2026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8263DA-9214-4538-8326-92773D9B579E}" type="slidenum">
              <a:rPr lang="en-US" smtClean="0"/>
              <a:t>‹#›</a:t>
            </a:fld>
            <a:endParaRPr lang="en-US"/>
          </a:p>
        </p:txBody>
      </p:sp>
    </p:spTree>
    <p:extLst>
      <p:ext uri="{BB962C8B-B14F-4D97-AF65-F5344CB8AC3E}">
        <p14:creationId xmlns:p14="http://schemas.microsoft.com/office/powerpoint/2010/main" val="11539635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0ECD77F-37A3-40A5-971B-7CE393D8FF1F}" type="datetime1">
              <a:rPr lang="en-US" smtClean="0"/>
              <a:t>4/15/2026</a:t>
            </a:fld>
            <a:endParaRPr lang="en-US"/>
          </a:p>
        </p:txBody>
      </p:sp>
      <p:sp>
        <p:nvSpPr>
          <p:cNvPr id="5" name="Footer Placeholder 4"/>
          <p:cNvSpPr>
            <a:spLocks noGrp="1"/>
          </p:cNvSpPr>
          <p:nvPr>
            <p:ph type="ftr" sz="quarter" idx="11"/>
          </p:nvPr>
        </p:nvSpPr>
        <p:spPr/>
        <p:txBody>
          <a:bodyPr/>
          <a:lstStyle/>
          <a:p>
            <a:r>
              <a:rPr lang="en-US"/>
              <a:t>Bowen C. </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E38E0E-F60A-4110-A08E-2ACF3350DEAD}" type="datetime1">
              <a:rPr lang="en-US" smtClean="0"/>
              <a:t>4/15/2026</a:t>
            </a:fld>
            <a:endParaRPr lang="en-US"/>
          </a:p>
        </p:txBody>
      </p:sp>
      <p:sp>
        <p:nvSpPr>
          <p:cNvPr id="5" name="Footer Placeholder 4"/>
          <p:cNvSpPr>
            <a:spLocks noGrp="1"/>
          </p:cNvSpPr>
          <p:nvPr>
            <p:ph type="ftr" sz="quarter" idx="11"/>
          </p:nvPr>
        </p:nvSpPr>
        <p:spPr/>
        <p:txBody>
          <a:bodyPr/>
          <a:lstStyle/>
          <a:p>
            <a:r>
              <a:rPr lang="en-US"/>
              <a:t>Bowen C. </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D9B974-CD3C-4360-85E6-F66A77866D63}" type="datetime1">
              <a:rPr lang="en-US" smtClean="0"/>
              <a:t>4/15/2026</a:t>
            </a:fld>
            <a:endParaRPr lang="en-US"/>
          </a:p>
        </p:txBody>
      </p:sp>
      <p:sp>
        <p:nvSpPr>
          <p:cNvPr id="5" name="Footer Placeholder 4"/>
          <p:cNvSpPr>
            <a:spLocks noGrp="1"/>
          </p:cNvSpPr>
          <p:nvPr>
            <p:ph type="ftr" sz="quarter" idx="11"/>
          </p:nvPr>
        </p:nvSpPr>
        <p:spPr/>
        <p:txBody>
          <a:bodyPr/>
          <a:lstStyle/>
          <a:p>
            <a:r>
              <a:rPr lang="en-US"/>
              <a:t>Bowen C. </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7E19B80-EBF1-4EBC-843B-2F803AC11EA9}" type="datetime1">
              <a:rPr lang="en-US" smtClean="0"/>
              <a:t>4/15/2026</a:t>
            </a:fld>
            <a:endParaRPr lang="en-US"/>
          </a:p>
        </p:txBody>
      </p:sp>
      <p:sp>
        <p:nvSpPr>
          <p:cNvPr id="6" name="Footer Placeholder 5"/>
          <p:cNvSpPr>
            <a:spLocks noGrp="1"/>
          </p:cNvSpPr>
          <p:nvPr>
            <p:ph type="ftr" sz="quarter" idx="11"/>
          </p:nvPr>
        </p:nvSpPr>
        <p:spPr/>
        <p:txBody>
          <a:bodyPr/>
          <a:lstStyle/>
          <a:p>
            <a:r>
              <a:rPr lang="en-US"/>
              <a:t>Bowen C. </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1431473-C51E-445D-856F-4D141D2AF252}" type="datetime1">
              <a:rPr lang="en-US" smtClean="0"/>
              <a:t>4/15/2026</a:t>
            </a:fld>
            <a:endParaRPr lang="en-US"/>
          </a:p>
        </p:txBody>
      </p:sp>
      <p:sp>
        <p:nvSpPr>
          <p:cNvPr id="8" name="Footer Placeholder 7"/>
          <p:cNvSpPr>
            <a:spLocks noGrp="1"/>
          </p:cNvSpPr>
          <p:nvPr>
            <p:ph type="ftr" sz="quarter" idx="11"/>
          </p:nvPr>
        </p:nvSpPr>
        <p:spPr/>
        <p:txBody>
          <a:bodyPr/>
          <a:lstStyle/>
          <a:p>
            <a:r>
              <a:rPr lang="en-US"/>
              <a:t>Bowen C. </a:t>
            </a:r>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EC4D80F-4126-482A-B8E8-A3C7F9A893FF}" type="datetime1">
              <a:rPr lang="en-US" smtClean="0"/>
              <a:t>4/15/2026</a:t>
            </a:fld>
            <a:endParaRPr lang="en-US"/>
          </a:p>
        </p:txBody>
      </p:sp>
      <p:sp>
        <p:nvSpPr>
          <p:cNvPr id="4" name="Footer Placeholder 3"/>
          <p:cNvSpPr>
            <a:spLocks noGrp="1"/>
          </p:cNvSpPr>
          <p:nvPr>
            <p:ph type="ftr" sz="quarter" idx="11"/>
          </p:nvPr>
        </p:nvSpPr>
        <p:spPr/>
        <p:txBody>
          <a:bodyPr/>
          <a:lstStyle/>
          <a:p>
            <a:r>
              <a:rPr lang="en-US"/>
              <a:t>Bowen C. </a:t>
            </a:r>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789521B-62D8-4DBF-972B-5EE00081056D}" type="datetime1">
              <a:rPr lang="en-US" smtClean="0"/>
              <a:t>4/15/2026</a:t>
            </a:fld>
            <a:endParaRPr lang="en-US"/>
          </a:p>
        </p:txBody>
      </p:sp>
      <p:sp>
        <p:nvSpPr>
          <p:cNvPr id="3" name="Footer Placeholder 2"/>
          <p:cNvSpPr>
            <a:spLocks noGrp="1"/>
          </p:cNvSpPr>
          <p:nvPr>
            <p:ph type="ftr" sz="quarter" idx="11"/>
          </p:nvPr>
        </p:nvSpPr>
        <p:spPr/>
        <p:txBody>
          <a:bodyPr/>
          <a:lstStyle/>
          <a:p>
            <a:r>
              <a:rPr lang="en-US"/>
              <a:t>Bowen C. </a:t>
            </a:r>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623DD16-5FB7-41F6-9485-3D750986450B}" type="datetime1">
              <a:rPr lang="en-US" smtClean="0"/>
              <a:t>4/15/2026</a:t>
            </a:fld>
            <a:endParaRPr lang="en-US"/>
          </a:p>
        </p:txBody>
      </p:sp>
      <p:sp>
        <p:nvSpPr>
          <p:cNvPr id="6" name="Footer Placeholder 5"/>
          <p:cNvSpPr>
            <a:spLocks noGrp="1"/>
          </p:cNvSpPr>
          <p:nvPr>
            <p:ph type="ftr" sz="quarter" idx="11"/>
          </p:nvPr>
        </p:nvSpPr>
        <p:spPr/>
        <p:txBody>
          <a:bodyPr/>
          <a:lstStyle/>
          <a:p>
            <a:r>
              <a:rPr lang="en-US"/>
              <a:t>Bowen C. </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C5A283E-8C46-431F-ADCE-0F5DCED93D97}" type="datetime1">
              <a:rPr lang="en-US" smtClean="0"/>
              <a:t>4/15/2026</a:t>
            </a:fld>
            <a:endParaRPr lang="en-US"/>
          </a:p>
        </p:txBody>
      </p:sp>
      <p:sp>
        <p:nvSpPr>
          <p:cNvPr id="6" name="Footer Placeholder 5"/>
          <p:cNvSpPr>
            <a:spLocks noGrp="1"/>
          </p:cNvSpPr>
          <p:nvPr>
            <p:ph type="ftr" sz="quarter" idx="11"/>
          </p:nvPr>
        </p:nvSpPr>
        <p:spPr/>
        <p:txBody>
          <a:bodyPr/>
          <a:lstStyle/>
          <a:p>
            <a:r>
              <a:rPr lang="en-US"/>
              <a:t>Bowen C. </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C213FA-2EF8-4ED9-8C70-2A8CDE11ADB9}" type="datetime1">
              <a:rPr lang="en-US" smtClean="0"/>
              <a:t>4/15/2026</a:t>
            </a:fld>
            <a:endParaRPr lang="en-US"/>
          </a:p>
        </p:txBody>
      </p:sp>
      <p:sp>
        <p:nvSpPr>
          <p:cNvPr id="5" name="Footer Placeholder 4"/>
          <p:cNvSpPr>
            <a:spLocks noGrp="1"/>
          </p:cNvSpPr>
          <p:nvPr>
            <p:ph type="ftr" sz="quarter" idx="11"/>
          </p:nvPr>
        </p:nvSpPr>
        <p:spPr/>
        <p:txBody>
          <a:bodyPr/>
          <a:lstStyle/>
          <a:p>
            <a:r>
              <a:rPr lang="en-US"/>
              <a:t>Bowen C. </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81EA832-5593-44B3-880E-D0CEC5E72456}" type="datetime1">
              <a:rPr lang="en-US" smtClean="0"/>
              <a:t>4/15/2026</a:t>
            </a:fld>
            <a:endParaRPr lang="en-US"/>
          </a:p>
        </p:txBody>
      </p:sp>
      <p:sp>
        <p:nvSpPr>
          <p:cNvPr id="5" name="Footer Placeholder 4"/>
          <p:cNvSpPr>
            <a:spLocks noGrp="1"/>
          </p:cNvSpPr>
          <p:nvPr>
            <p:ph type="ftr" sz="quarter" idx="11"/>
          </p:nvPr>
        </p:nvSpPr>
        <p:spPr/>
        <p:txBody>
          <a:bodyPr/>
          <a:lstStyle/>
          <a:p>
            <a:r>
              <a:rPr lang="en-US"/>
              <a:t>Bowen C. </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0E226D0-B9E7-4FB6-BA83-7F9215AD7579}" type="datetime1">
              <a:rPr lang="en-US" smtClean="0"/>
              <a:t>4/15/2026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Bowen C. </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1.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31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51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810.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2.xml" Type="http://schemas.openxmlformats.org/officeDocument/2006/relationships/slideLayout"/><Relationship Id="rId2" Target="https://youtu.be/Ea4_eX--mIY?si=qMbohM1hfYfyMfUV" TargetMode="External" Type="http://schemas.openxmlformats.org/officeDocument/2006/relationships/hyperlink"/><Relationship Id="rId3" Target="../media/image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010.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110.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7.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5.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310.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8.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410.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0.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1.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2.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3.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4.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5.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AdjustHandles="1" noChangeArrowheads="1" noChangeAspect="1" noChangeShapeType="1" noEditPoints="1" noGrp="1" noMove="1" noResize="1" noRot="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lang="en-US"/>
          </a:p>
        </p:txBody>
      </p:sp>
      <p:pic>
        <p:nvPicPr>
          <p:cNvPr id="5" name="Picture 4">
            <a:extLst>
              <a:ext uri="{FF2B5EF4-FFF2-40B4-BE49-F238E27FC236}">
                <a16:creationId xmlns:a16="http://schemas.microsoft.com/office/drawing/2014/main" id="{8A76B8C3-932E-0444-52BC-6D817F8E88D4}"/>
              </a:ext>
              <a:ext uri="{C183D7F6-B498-43B3-948B-1728B52AA6E4}">
                <adec:decorative xmlns:adec="http://schemas.microsoft.com/office/drawing/2017/decorative" val="1"/>
              </a:ext>
            </a:extLst>
          </p:cNvPr>
          <p:cNvPicPr>
            <a:picLocks noChangeAspect="1"/>
          </p:cNvPicPr>
          <p:nvPr/>
        </p:nvPicPr>
        <p:blipFill>
          <a:blip r:embed="rId2">
            <a:alphaModFix amt="50000"/>
          </a:blip>
          <a:srcRect b="15730"/>
          <a:stretch>
            <a:fillRect/>
          </a:stretch>
        </p:blipFill>
        <p:spPr>
          <a:xfrm>
            <a:off x="20" y="1"/>
            <a:ext cx="12191980" cy="6857999"/>
          </a:xfrm>
          <a:prstGeom prst="rect">
            <a:avLst/>
          </a:prstGeom>
        </p:spPr>
      </p:pic>
      <p:sp>
        <p:nvSpPr>
          <p:cNvPr id="2" name="Title 1"/>
          <p:cNvSpPr>
            <a:spLocks noGrp="1"/>
          </p:cNvSpPr>
          <p:nvPr>
            <p:ph type="ctrTitle"/>
          </p:nvPr>
        </p:nvSpPr>
        <p:spPr>
          <a:xfrm>
            <a:off x="1524000" y="1122362"/>
            <a:ext cx="9144000" cy="2900518"/>
          </a:xfrm>
        </p:spPr>
        <p:txBody>
          <a:bodyPr>
            <a:normAutofit/>
          </a:bodyPr>
          <a:lstStyle/>
          <a:p>
            <a:r>
              <a:rPr dirty="0" lang="en-US">
                <a:solidFill>
                  <a:srgbClr val="FFFFFF"/>
                </a:solidFill>
              </a:rPr>
              <a:t>Confidence Intervals </a:t>
            </a:r>
            <a:br>
              <a:rPr dirty="0" lang="en-US">
                <a:solidFill>
                  <a:srgbClr val="FFFFFF"/>
                </a:solidFill>
              </a:rPr>
            </a:br>
            <a:r>
              <a:rPr dirty="0" lang="en-US">
                <a:solidFill>
                  <a:srgbClr val="FFFFFF"/>
                </a:solidFill>
              </a:rPr>
              <a:t>for One Sample</a:t>
            </a:r>
          </a:p>
        </p:txBody>
      </p:sp>
      <p:sp>
        <p:nvSpPr>
          <p:cNvPr id="3" name="Subtitle 2"/>
          <p:cNvSpPr>
            <a:spLocks noGrp="1"/>
          </p:cNvSpPr>
          <p:nvPr>
            <p:ph idx="1" type="subTitle"/>
          </p:nvPr>
        </p:nvSpPr>
        <p:spPr>
          <a:xfrm>
            <a:off x="1524000" y="4159404"/>
            <a:ext cx="9144000" cy="1098395"/>
          </a:xfrm>
        </p:spPr>
        <p:txBody>
          <a:bodyPr bIns="45720" lIns="91440" rIns="91440" rtlCol="0" tIns="45720" vert="horz">
            <a:normAutofit/>
          </a:bodyPr>
          <a:lstStyle/>
          <a:p>
            <a:r>
              <a:rPr lang="en-US">
                <a:solidFill>
                  <a:srgbClr val="FFFFFF"/>
                </a:solidFill>
              </a:rPr>
              <a:t>Chapter 8</a:t>
            </a:r>
          </a:p>
        </p:txBody>
      </p:sp>
    </p:spTree>
    <p:extLst>
      <p:ext uri="{BB962C8B-B14F-4D97-AF65-F5344CB8AC3E}">
        <p14:creationId xmlns:p14="http://schemas.microsoft.com/office/powerpoint/2010/main" val="109857222"/>
      </p:ext>
    </p:extLst>
  </p:cSld>
  <p:clrMapOvr>
    <a:overrideClrMapping accent1="accent1" accent2="accent2" accent3="accent3" accent4="accent4" accent5="accent5" accent6="accent6" bg1="dk1" bg2="dk2" folHlink="folHlink" hlink="hlink" tx1="lt1" tx2="lt2"/>
  </p:clrMapOvr>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fill="hold" grpId="0" id="5" nodeType="withEffect" presetClass="entr" presetID="10" presetSubtype="0">
                                  <p:stCondLst>
                                    <p:cond delay="1000"/>
                                  </p:stCondLst>
                                  <p:iterate>
                                    <p:tmPct val="10000"/>
                                  </p:iterate>
                                  <p:childTnLst>
                                    <p:set>
                                      <p:cBhvr>
                                        <p:cTn dur="1" fill="hold" id="6">
                                          <p:stCondLst>
                                            <p:cond delay="0"/>
                                          </p:stCondLst>
                                        </p:cTn>
                                        <p:tgtEl>
                                          <p:spTgt spid="2"/>
                                        </p:tgtEl>
                                        <p:attrNameLst>
                                          <p:attrName>style.visibility</p:attrName>
                                        </p:attrNameLst>
                                      </p:cBhvr>
                                      <p:to>
                                        <p:strVal val="visible"/>
                                      </p:to>
                                    </p:set>
                                    <p:animEffect filter="fade" transition="in">
                                      <p:cBhvr>
                                        <p:cTn dur="700" id="7"/>
                                        <p:tgtEl>
                                          <p:spTgt spid="2"/>
                                        </p:tgtEl>
                                      </p:cBhvr>
                                    </p:animEffect>
                                  </p:childTnLst>
                                </p:cTn>
                              </p:par>
                              <p:par>
                                <p:cTn fill="hold" grpId="0" id="8" nodeType="withEffect" presetClass="entr" presetID="10" presetSubtype="0">
                                  <p:stCondLst>
                                    <p:cond delay="1500"/>
                                  </p:stCondLst>
                                  <p:iterate>
                                    <p:tmPct val="10000"/>
                                  </p:iterate>
                                  <p:childTnLst>
                                    <p:set>
                                      <p:cBhvr>
                                        <p:cTn dur="1" fill="hold" id="9">
                                          <p:stCondLst>
                                            <p:cond delay="0"/>
                                          </p:stCondLst>
                                        </p:cTn>
                                        <p:tgtEl>
                                          <p:spTgt spid="3">
                                            <p:txEl>
                                              <p:pRg end="0" st="0"/>
                                            </p:txEl>
                                          </p:spTgt>
                                        </p:tgtEl>
                                        <p:attrNameLst>
                                          <p:attrName>style.visibility</p:attrName>
                                        </p:attrNameLst>
                                      </p:cBhvr>
                                      <p:to>
                                        <p:strVal val="visible"/>
                                      </p:to>
                                    </p:set>
                                    <p:animEffect filter="fade" transition="in">
                                      <p:cBhvr>
                                        <p:cTn dur="700" id="10"/>
                                        <p:tgtEl>
                                          <p:spTgt spid="3">
                                            <p:txEl>
                                              <p:pRg end="0" st="0"/>
                                            </p:txEl>
                                          </p:spTgt>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2"/>
      <p:bldP build="p" grpId="0" spid="3"/>
    </p:bld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183DC-4C66-71DC-7AA8-B23E4DFA396D}"/>
              </a:ext>
            </a:extLst>
          </p:cNvPr>
          <p:cNvSpPr>
            <a:spLocks noGrp="1"/>
          </p:cNvSpPr>
          <p:nvPr>
            <p:ph type="title"/>
          </p:nvPr>
        </p:nvSpPr>
        <p:spPr/>
        <p:txBody>
          <a:bodyPr/>
          <a:lstStyle/>
          <a:p>
            <a:r>
              <a:rPr dirty="0" lang="en-US"/>
              <a:t>Objectives</a:t>
            </a:r>
          </a:p>
        </p:txBody>
      </p:sp>
      <p:sp>
        <p:nvSpPr>
          <p:cNvPr id="3" name="Content Placeholder 2">
            <a:extLst>
              <a:ext uri="{FF2B5EF4-FFF2-40B4-BE49-F238E27FC236}">
                <a16:creationId xmlns:a16="http://schemas.microsoft.com/office/drawing/2014/main" id="{B1FB6C80-4DB8-BFF0-9FA7-A9293A7E97F6}"/>
              </a:ext>
            </a:extLst>
          </p:cNvPr>
          <p:cNvSpPr>
            <a:spLocks noGrp="1"/>
          </p:cNvSpPr>
          <p:nvPr>
            <p:ph idx="1"/>
          </p:nvPr>
        </p:nvSpPr>
        <p:spPr/>
        <p:txBody>
          <a:bodyPr/>
          <a:lstStyle/>
          <a:p>
            <a:pPr fontAlgn="base"/>
            <a:r>
              <a:rPr dirty="0" lang="en-US"/>
              <a:t>Study sections 8.1 – 8.3.  </a:t>
            </a:r>
          </a:p>
          <a:p>
            <a:pPr fontAlgn="base"/>
            <a:r>
              <a:rPr dirty="0" lang="en-US"/>
              <a:t>Understand the interpretation of a confidence interval.  </a:t>
            </a:r>
          </a:p>
          <a:p>
            <a:pPr fontAlgn="base"/>
            <a:r>
              <a:rPr dirty="0" lang="en-US"/>
              <a:t>Know how to build a confidence interval using R Studio.  </a:t>
            </a:r>
          </a:p>
          <a:p>
            <a:pPr fontAlgn="base"/>
            <a:r>
              <a:rPr dirty="0" lang="en-US"/>
              <a:t>Understand how to choose the appropriate method for building a confidence interval, given the information provided.  </a:t>
            </a:r>
          </a:p>
          <a:p>
            <a:pPr fontAlgn="base"/>
            <a:r>
              <a:rPr dirty="0" lang="en-US"/>
              <a:t>Know how to calculate critical z- and t- values.  </a:t>
            </a:r>
          </a:p>
          <a:p>
            <a:pPr fontAlgn="base"/>
            <a:r>
              <a:rPr dirty="0" lang="en-US"/>
              <a:t>Calculate minimum sample sizes for future studies. </a:t>
            </a:r>
          </a:p>
          <a:p>
            <a:endParaRPr dirty="0" lang="en-US"/>
          </a:p>
        </p:txBody>
      </p:sp>
      <p:sp>
        <p:nvSpPr>
          <p:cNvPr id="4" name="Footer Placeholder 3">
            <a:extLst>
              <a:ext uri="{FF2B5EF4-FFF2-40B4-BE49-F238E27FC236}">
                <a16:creationId xmlns:a16="http://schemas.microsoft.com/office/drawing/2014/main" id="{537CF09A-3E01-AF7D-21CB-622CAB6BA09C}"/>
              </a:ext>
            </a:extLst>
          </p:cNvPr>
          <p:cNvSpPr>
            <a:spLocks noGrp="1"/>
          </p:cNvSpPr>
          <p:nvPr>
            <p:ph idx="11" sz="quarter" type="ftr"/>
          </p:nvPr>
        </p:nvSpPr>
        <p:spPr/>
        <p:txBody>
          <a:bodyPr/>
          <a:lstStyle/>
          <a:p>
            <a:r>
              <a:rPr lang="en-US">
                <a:solidFill>
                  <a:srgbClr val="000000"/>
                </a:solidFill>
              </a:rPr>
              <a:t>Bowen C. </a:t>
            </a:r>
          </a:p>
        </p:txBody>
      </p:sp>
      <p:sp>
        <p:nvSpPr>
          <p:cNvPr id="5" name="Slide Number Placeholder 4">
            <a:extLst>
              <a:ext uri="{FF2B5EF4-FFF2-40B4-BE49-F238E27FC236}">
                <a16:creationId xmlns:a16="http://schemas.microsoft.com/office/drawing/2014/main" id="{2F43DA2A-E8FF-3037-CAFC-4CA05DF6EA92}"/>
              </a:ext>
            </a:extLst>
          </p:cNvPr>
          <p:cNvSpPr>
            <a:spLocks noGrp="1"/>
          </p:cNvSpPr>
          <p:nvPr>
            <p:ph idx="12" sz="quarter" type="sldNum"/>
          </p:nvPr>
        </p:nvSpPr>
        <p:spPr/>
        <p:txBody>
          <a:bodyPr/>
          <a:lstStyle/>
          <a:p>
            <a:fld id="{330EA680-D336-4FF7-8B7A-9848BB0A1C32}" type="slidenum">
              <a:rPr lang="en-US" smtClean="0">
                <a:solidFill>
                  <a:srgbClr val="000000"/>
                </a:solidFill>
              </a:rPr>
              <a:t>2</a:t>
            </a:fld>
            <a:endParaRPr lang="en-US"/>
          </a:p>
        </p:txBody>
      </p:sp>
    </p:spTree>
    <p:extLst>
      <p:ext uri="{BB962C8B-B14F-4D97-AF65-F5344CB8AC3E}">
        <p14:creationId xmlns:p14="http://schemas.microsoft.com/office/powerpoint/2010/main" val="164078269"/>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0C06F-3554-015F-8C75-BA5CC9C6F3AE}"/>
              </a:ext>
            </a:extLst>
          </p:cNvPr>
          <p:cNvSpPr>
            <a:spLocks noGrp="1"/>
          </p:cNvSpPr>
          <p:nvPr>
            <p:ph type="title"/>
          </p:nvPr>
        </p:nvSpPr>
        <p:spPr>
          <a:xfrm>
            <a:off x="222422" y="365125"/>
            <a:ext cx="11757454" cy="1325563"/>
          </a:xfrm>
        </p:spPr>
        <p:txBody>
          <a:bodyPr>
            <a:normAutofit/>
          </a:bodyPr>
          <a:lstStyle/>
          <a:p>
            <a:r>
              <a:rPr dirty="0" lang="en-US"/>
              <a:t>Confidence Intervals for Means (</a:t>
            </a:r>
            <a:r>
              <a:rPr dirty="0" lang="el-GR"/>
              <a:t>σ</a:t>
            </a:r>
            <a:r>
              <a:rPr dirty="0" lang="en-US"/>
              <a:t> known) </a:t>
            </a:r>
          </a:p>
        </p:txBody>
      </p:sp>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5D98D782-18B1-DE56-CE91-928DC8A5D617}"/>
                  </a:ext>
                </a:extLst>
              </p:cNvPr>
              <p:cNvSpPr>
                <a:spLocks noGrp="1"/>
              </p:cNvSpPr>
              <p:nvPr>
                <p:ph idx="1"/>
              </p:nvPr>
            </p:nvSpPr>
            <p:spPr/>
            <p:txBody>
              <a:bodyPr>
                <a:normAutofit lnSpcReduction="10000"/>
              </a:bodyPr>
              <a:lstStyle/>
              <a:p>
                <a:r>
                  <a:rPr dirty="0" lang="en-US"/>
                  <a:t>Many times, we don’t know for certain the value of a population parameter. However, when we gather data from a sample, we can use the necessary sample statistic to estimate that parameter.   </a:t>
                </a:r>
              </a:p>
              <a:p>
                <a:r>
                  <a:rPr dirty="0" lang="en-US"/>
                  <a:t>A point estimate is a statistic that we use to estimate an unknown parameter.   </a:t>
                </a:r>
              </a:p>
              <a:p>
                <a:r>
                  <a:rPr dirty="0" lang="en-US"/>
                  <a:t>For example, Zhiyang wants to estimate the mean age of her clients. She takes a random sample of 150 clients and finds that the sample mean age is 32.41 years. The sample mean </a:t>
                </a:r>
                <a14:m>
                  <m:oMath xmlns:m="http://schemas.openxmlformats.org/officeDocument/2006/math">
                    <m:acc>
                      <m:accPr>
                        <m:chr m:val="̅"/>
                        <m:ctrlPr>
                          <a:rPr i="1" lang="en-US" smtClean="0">
                            <a:latin charset="0" panose="02040503050406030204" pitchFamily="18" typeface="Cambria Math"/>
                          </a:rPr>
                        </m:ctrlPr>
                      </m:accPr>
                      <m:e>
                        <m:r>
                          <a:rPr b="0" i="1" lang="en-US" smtClean="0">
                            <a:latin charset="0" panose="02040503050406030204" pitchFamily="18" typeface="Cambria Math"/>
                          </a:rPr>
                          <m:t>𝑥</m:t>
                        </m:r>
                      </m:e>
                    </m:acc>
                  </m:oMath>
                </a14:m>
                <a:r>
                  <a:rPr dirty="0" lang="en-US"/>
                  <a:t> = 32.41 is the point estimate, which can be used to estimate the population mean µ.   </a:t>
                </a:r>
              </a:p>
              <a:p>
                <a:r>
                  <a:rPr dirty="0" lang="en-US"/>
                  <a:t>LB--------------</a:t>
                </a:r>
                <a14:m>
                  <m:oMath xmlns:m="http://schemas.openxmlformats.org/officeDocument/2006/math">
                    <m:acc>
                      <m:accPr>
                        <m:chr m:val="̅"/>
                        <m:ctrlPr>
                          <a:rPr i="1" lang="en-US" smtClean="0">
                            <a:latin charset="0" panose="02040503050406030204" pitchFamily="18" typeface="Cambria Math"/>
                          </a:rPr>
                        </m:ctrlPr>
                      </m:accPr>
                      <m:e>
                        <m:r>
                          <a:rPr b="0" i="1" lang="en-US" smtClean="0">
                            <a:latin charset="0" panose="02040503050406030204" pitchFamily="18" typeface="Cambria Math"/>
                          </a:rPr>
                          <m:t>𝑥</m:t>
                        </m:r>
                      </m:e>
                    </m:acc>
                  </m:oMath>
                </a14:m>
                <a:r>
                  <a:rPr dirty="0" lang="en-US"/>
                  <a:t>--------------UB</a:t>
                </a:r>
              </a:p>
            </p:txBody>
          </p:sp>
        </mc:Choice>
        <mc:Fallback>
          <p:sp>
            <p:nvSpPr>
              <p:cNvPr id="3" name="Content Placeholder 2">
                <a:extLst>
                  <a:ext uri="{FF2B5EF4-FFF2-40B4-BE49-F238E27FC236}">
                    <a16:creationId xmlns:a16="http://schemas.microsoft.com/office/drawing/2014/main" id="{5D98D782-18B1-DE56-CE91-928DC8A5D617}"/>
                  </a:ext>
                </a:extLst>
              </p:cNvPr>
              <p:cNvSpPr>
                <a:spLocks noAdjustHandles="1" noChangeArrowheads="1" noChangeAspect="1" noChangeShapeType="1" noEditPoints="1" noGrp="1" noMove="1" noResize="1" noRot="1" noTextEdit="1"/>
              </p:cNvSpPr>
              <p:nvPr>
                <p:ph idx="1"/>
              </p:nvPr>
            </p:nvSpPr>
            <p:spPr>
              <a:blipFill>
                <a:blip r:embed="rId2"/>
                <a:stretch>
                  <a:fillRect b="-1401" l="-1043" r="-406" t="-3081"/>
                </a:stretch>
              </a:blipFill>
            </p:spPr>
            <p:txBody>
              <a:bodyPr/>
              <a:lstStyle/>
              <a:p>
                <a:r>
                  <a:rPr lang="en-US">
                    <a:noFill/>
                  </a:rPr>
                  <a:t> </a:t>
                </a:r>
              </a:p>
            </p:txBody>
          </p:sp>
        </mc:Fallback>
      </mc:AlternateContent>
      <p:sp>
        <p:nvSpPr>
          <p:cNvPr id="5" name="Footer Placeholder 4">
            <a:extLst>
              <a:ext uri="{FF2B5EF4-FFF2-40B4-BE49-F238E27FC236}">
                <a16:creationId xmlns:a16="http://schemas.microsoft.com/office/drawing/2014/main" id="{10BB0868-039F-E008-F847-6A3E98E8F368}"/>
              </a:ext>
            </a:extLst>
          </p:cNvPr>
          <p:cNvSpPr>
            <a:spLocks noGrp="1"/>
          </p:cNvSpPr>
          <p:nvPr>
            <p:ph idx="11" sz="quarter" type="ftr"/>
          </p:nvPr>
        </p:nvSpPr>
        <p:spPr/>
        <p:txBody>
          <a:bodyPr/>
          <a:lstStyle/>
          <a:p>
            <a:r>
              <a:rPr lang="en-US">
                <a:solidFill>
                  <a:srgbClr val="000000"/>
                </a:solidFill>
              </a:rPr>
              <a:t>Bowen C. </a:t>
            </a:r>
          </a:p>
        </p:txBody>
      </p:sp>
      <p:sp>
        <p:nvSpPr>
          <p:cNvPr id="6" name="Slide Number Placeholder 5">
            <a:extLst>
              <a:ext uri="{FF2B5EF4-FFF2-40B4-BE49-F238E27FC236}">
                <a16:creationId xmlns:a16="http://schemas.microsoft.com/office/drawing/2014/main" id="{B4B22733-F6ED-A209-3926-8721FC8F4AB4}"/>
              </a:ext>
            </a:extLst>
          </p:cNvPr>
          <p:cNvSpPr>
            <a:spLocks noGrp="1"/>
          </p:cNvSpPr>
          <p:nvPr>
            <p:ph idx="12" sz="quarter" type="sldNum"/>
          </p:nvPr>
        </p:nvSpPr>
        <p:spPr/>
        <p:txBody>
          <a:bodyPr/>
          <a:lstStyle/>
          <a:p>
            <a:fld id="{330EA680-D336-4FF7-8B7A-9848BB0A1C32}" type="slidenum">
              <a:rPr lang="en-US" smtClean="0">
                <a:solidFill>
                  <a:srgbClr val="000000"/>
                </a:solidFill>
              </a:rPr>
              <a:t>3</a:t>
            </a:fld>
            <a:endParaRPr lang="en-US"/>
          </a:p>
        </p:txBody>
      </p:sp>
    </p:spTree>
    <p:extLst>
      <p:ext uri="{BB962C8B-B14F-4D97-AF65-F5344CB8AC3E}">
        <p14:creationId xmlns:p14="http://schemas.microsoft.com/office/powerpoint/2010/main" val="2770479134"/>
      </p:ext>
    </p:extLst>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E515D-7D54-3204-765C-4D1575DBBEFE}"/>
              </a:ext>
            </a:extLst>
          </p:cNvPr>
          <p:cNvSpPr>
            <a:spLocks noGrp="1"/>
          </p:cNvSpPr>
          <p:nvPr>
            <p:ph type="title"/>
          </p:nvPr>
        </p:nvSpPr>
        <p:spPr/>
        <p:txBody>
          <a:bodyPr/>
          <a:lstStyle/>
          <a:p>
            <a:r>
              <a:rPr dirty="0" lang="en-US"/>
              <a:t>Confidence Interval Template</a:t>
            </a:r>
          </a:p>
        </p:txBody>
      </p:sp>
      <p:sp>
        <p:nvSpPr>
          <p:cNvPr id="3" name="Content Placeholder 2">
            <a:extLst>
              <a:ext uri="{FF2B5EF4-FFF2-40B4-BE49-F238E27FC236}">
                <a16:creationId xmlns:a16="http://schemas.microsoft.com/office/drawing/2014/main" id="{D45C5DD7-8544-AD6F-BD8B-AD4CE87B6535}"/>
              </a:ext>
            </a:extLst>
          </p:cNvPr>
          <p:cNvSpPr>
            <a:spLocks noGrp="1"/>
          </p:cNvSpPr>
          <p:nvPr>
            <p:ph idx="1"/>
          </p:nvPr>
        </p:nvSpPr>
        <p:spPr/>
        <p:txBody>
          <a:bodyPr>
            <a:normAutofit/>
          </a:bodyPr>
          <a:lstStyle/>
          <a:p>
            <a:pPr algn="ctr" indent="0" marL="0">
              <a:buNone/>
            </a:pPr>
            <a:endParaRPr dirty="0" lang="en-US" sz="2400"/>
          </a:p>
          <a:p>
            <a:pPr algn="ctr" indent="0" marL="0">
              <a:buNone/>
            </a:pPr>
            <a:endParaRPr dirty="0" lang="en-US" sz="2400"/>
          </a:p>
          <a:p>
            <a:pPr algn="ctr" indent="0" marL="0">
              <a:buNone/>
            </a:pPr>
            <a:endParaRPr dirty="0" lang="en-US" sz="2400"/>
          </a:p>
          <a:p>
            <a:pPr algn="ctr" indent="0" marL="0">
              <a:buNone/>
            </a:pPr>
            <a:endParaRPr dirty="0" lang="en-US" sz="2400"/>
          </a:p>
          <a:p>
            <a:pPr algn="ctr" indent="0" marL="0">
              <a:buNone/>
            </a:pPr>
            <a:r>
              <a:rPr dirty="0" lang="en-US" sz="2400"/>
              <a:t>lower boundary -------------- point estimate -------------- upper boundary</a:t>
            </a:r>
          </a:p>
          <a:p>
            <a:pPr algn="ctr" indent="0" marL="0">
              <a:buNone/>
            </a:pPr>
            <a:endParaRPr dirty="0" lang="en-US" sz="2400"/>
          </a:p>
          <a:p>
            <a:pPr algn="ctr" indent="0" marL="0">
              <a:buNone/>
            </a:pPr>
            <a:r>
              <a:rPr dirty="0" lang="en-US" sz="2400"/>
              <a:t>(LB, UB)  </a:t>
            </a:r>
          </a:p>
        </p:txBody>
      </p:sp>
      <p:sp>
        <p:nvSpPr>
          <p:cNvPr id="4" name="Footer Placeholder 3">
            <a:extLst>
              <a:ext uri="{FF2B5EF4-FFF2-40B4-BE49-F238E27FC236}">
                <a16:creationId xmlns:a16="http://schemas.microsoft.com/office/drawing/2014/main" id="{21B196FF-987C-BB6D-165B-E673D5D79169}"/>
              </a:ext>
            </a:extLst>
          </p:cNvPr>
          <p:cNvSpPr>
            <a:spLocks noGrp="1"/>
          </p:cNvSpPr>
          <p:nvPr>
            <p:ph idx="11" sz="quarter" type="ftr"/>
          </p:nvPr>
        </p:nvSpPr>
        <p:spPr/>
        <p:txBody>
          <a:bodyPr/>
          <a:lstStyle/>
          <a:p>
            <a:r>
              <a:rPr lang="en-US">
                <a:solidFill>
                  <a:srgbClr val="000000"/>
                </a:solidFill>
              </a:rPr>
              <a:t>Bowen C. </a:t>
            </a:r>
          </a:p>
        </p:txBody>
      </p:sp>
      <p:sp>
        <p:nvSpPr>
          <p:cNvPr id="5" name="Slide Number Placeholder 4">
            <a:extLst>
              <a:ext uri="{FF2B5EF4-FFF2-40B4-BE49-F238E27FC236}">
                <a16:creationId xmlns:a16="http://schemas.microsoft.com/office/drawing/2014/main" id="{5F54CAFA-5705-2AD2-72A2-88354A039118}"/>
              </a:ext>
            </a:extLst>
          </p:cNvPr>
          <p:cNvSpPr>
            <a:spLocks noGrp="1"/>
          </p:cNvSpPr>
          <p:nvPr>
            <p:ph idx="12" sz="quarter" type="sldNum"/>
          </p:nvPr>
        </p:nvSpPr>
        <p:spPr/>
        <p:txBody>
          <a:bodyPr/>
          <a:lstStyle/>
          <a:p>
            <a:fld id="{330EA680-D336-4FF7-8B7A-9848BB0A1C32}" type="slidenum">
              <a:rPr lang="en-US" smtClean="0">
                <a:solidFill>
                  <a:srgbClr val="000000"/>
                </a:solidFill>
              </a:rPr>
              <a:t>4</a:t>
            </a:fld>
            <a:endParaRPr lang="en-US"/>
          </a:p>
        </p:txBody>
      </p:sp>
    </p:spTree>
    <p:extLst>
      <p:ext uri="{BB962C8B-B14F-4D97-AF65-F5344CB8AC3E}">
        <p14:creationId xmlns:p14="http://schemas.microsoft.com/office/powerpoint/2010/main" val="997089070"/>
      </p:ext>
    </p:extLst>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17ED7-E61B-63CC-876A-C02C35CBB8B4}"/>
              </a:ext>
            </a:extLst>
          </p:cNvPr>
          <p:cNvSpPr>
            <a:spLocks noGrp="1"/>
          </p:cNvSpPr>
          <p:nvPr>
            <p:ph type="title"/>
          </p:nvPr>
        </p:nvSpPr>
        <p:spPr/>
        <p:txBody>
          <a:bodyPr/>
          <a:lstStyle/>
          <a:p>
            <a:r>
              <a:rPr dirty="0" lang="en-US"/>
              <a:t>Using the Central Limit Theorem </a:t>
            </a:r>
          </a:p>
        </p:txBody>
      </p:sp>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62F8487B-2EA4-85DA-A913-F324CF0EA687}"/>
                  </a:ext>
                </a:extLst>
              </p:cNvPr>
              <p:cNvSpPr>
                <a:spLocks noGrp="1"/>
              </p:cNvSpPr>
              <p:nvPr>
                <p:ph idx="1"/>
              </p:nvPr>
            </p:nvSpPr>
            <p:spPr/>
            <p:txBody>
              <a:bodyPr>
                <a:normAutofit/>
              </a:bodyPr>
              <a:lstStyle/>
              <a:p>
                <a:r>
                  <a:rPr dirty="0" lang="en-US"/>
                  <a:t>We know that the sample mean </a:t>
                </a:r>
                <a14:m>
                  <m:oMath xmlns:m="http://schemas.openxmlformats.org/officeDocument/2006/math">
                    <m:acc>
                      <m:accPr>
                        <m:chr m:val="̅"/>
                        <m:ctrlPr>
                          <a:rPr i="1" lang="en-US" smtClean="0">
                            <a:latin charset="0" panose="02040503050406030204" pitchFamily="18" typeface="Cambria Math"/>
                          </a:rPr>
                        </m:ctrlPr>
                      </m:accPr>
                      <m:e>
                        <m:r>
                          <a:rPr b="0" i="1" lang="en-US" smtClean="0">
                            <a:latin charset="0" panose="02040503050406030204" pitchFamily="18" typeface="Cambria Math"/>
                          </a:rPr>
                          <m:t>𝑥</m:t>
                        </m:r>
                      </m:e>
                    </m:acc>
                  </m:oMath>
                </a14:m>
                <a:r>
                  <a:rPr dirty="0" lang="en-US"/>
                  <a:t> is normally distributed with a mean = </a:t>
                </a:r>
                <a14:m>
                  <m:oMath xmlns:m="http://schemas.openxmlformats.org/officeDocument/2006/math">
                    <m:r>
                      <a:rPr i="1" lang="en-US" smtClean="0">
                        <a:latin charset="0" panose="02040503050406030204" pitchFamily="18" typeface="Cambria Math"/>
                        <a:ea charset="0" panose="02040503050406030204" pitchFamily="18" typeface="Cambria Math"/>
                      </a:rPr>
                      <m:t>𝜇</m:t>
                    </m:r>
                  </m:oMath>
                </a14:m>
                <a:r>
                  <a:rPr dirty="0" lang="en-US"/>
                  <a:t> and a standard deviation of </a:t>
                </a:r>
                <a14:m>
                  <m:oMath xmlns:m="http://schemas.openxmlformats.org/officeDocument/2006/math">
                    <m:f>
                      <m:fPr>
                        <m:type m:val="skw"/>
                        <m:ctrlPr>
                          <a:rPr i="1" lang="en-US" smtClean="0">
                            <a:latin charset="0" panose="02040503050406030204" pitchFamily="18" typeface="Cambria Math"/>
                          </a:rPr>
                        </m:ctrlPr>
                      </m:fPr>
                      <m:num>
                        <m:r>
                          <a:rPr i="1" lang="en-US" smtClean="0">
                            <a:latin charset="0" panose="02040503050406030204" pitchFamily="18" typeface="Cambria Math"/>
                            <a:ea charset="0" panose="02040503050406030204" pitchFamily="18" typeface="Cambria Math"/>
                          </a:rPr>
                          <m:t>𝜎</m:t>
                        </m:r>
                      </m:num>
                      <m:den>
                        <m:rad>
                          <m:radPr>
                            <m:degHide m:val="on"/>
                            <m:ctrlPr>
                              <a:rPr i="1" lang="en-US" smtClean="0">
                                <a:latin charset="0" panose="02040503050406030204" pitchFamily="18" typeface="Cambria Math"/>
                              </a:rPr>
                            </m:ctrlPr>
                          </m:radPr>
                          <m:deg/>
                          <m:e>
                            <m:r>
                              <a:rPr b="0" i="1" lang="en-US" smtClean="0">
                                <a:latin charset="0" panose="02040503050406030204" pitchFamily="18" typeface="Cambria Math"/>
                              </a:rPr>
                              <m:t>𝑛</m:t>
                            </m:r>
                          </m:e>
                        </m:rad>
                      </m:den>
                    </m:f>
                  </m:oMath>
                </a14:m>
                <a:r>
                  <a:rPr dirty="0" lang="en-US"/>
                  <a:t>. </a:t>
                </a:r>
                <a:br>
                  <a:rPr dirty="0" lang="en-US"/>
                </a:br>
                <a:endParaRPr dirty="0" lang="en-US"/>
              </a:p>
              <a:p>
                <a:r>
                  <a:rPr dirty="0" lang="en-US"/>
                  <a:t>We can also call this value the standard error of the mean. Using the sampling distribution of the sample means, we can build a confidence interval to capture the population mean.   </a:t>
                </a:r>
                <a:br>
                  <a:rPr dirty="0" lang="en-US"/>
                </a:br>
                <a:endParaRPr dirty="0" lang="en-US"/>
              </a:p>
              <a:p>
                <a:r>
                  <a:rPr dirty="0" lang="en-US"/>
                  <a:t>Fist we must calculate the margin of error using a critical value…    </a:t>
                </a:r>
              </a:p>
            </p:txBody>
          </p:sp>
        </mc:Choice>
        <mc:Fallback>
          <p:sp>
            <p:nvSpPr>
              <p:cNvPr id="3" name="Content Placeholder 2">
                <a:extLst>
                  <a:ext uri="{FF2B5EF4-FFF2-40B4-BE49-F238E27FC236}">
                    <a16:creationId xmlns:a16="http://schemas.microsoft.com/office/drawing/2014/main" id="{62F8487B-2EA4-85DA-A913-F324CF0EA687}"/>
                  </a:ext>
                </a:extLst>
              </p:cNvPr>
              <p:cNvSpPr>
                <a:spLocks noAdjustHandles="1" noChangeArrowheads="1" noChangeAspect="1" noChangeShapeType="1" noEditPoints="1" noGrp="1" noMove="1" noResize="1" noRot="1" noTextEdit="1"/>
              </p:cNvSpPr>
              <p:nvPr>
                <p:ph idx="1"/>
              </p:nvPr>
            </p:nvSpPr>
            <p:spPr>
              <a:blipFill>
                <a:blip r:embed="rId2"/>
                <a:stretch>
                  <a:fillRect l="-1043" r="-290" t="-238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93B22717-984F-C650-C1FA-5D76C7657CAD}"/>
              </a:ext>
            </a:extLst>
          </p:cNvPr>
          <p:cNvSpPr>
            <a:spLocks noGrp="1"/>
          </p:cNvSpPr>
          <p:nvPr>
            <p:ph idx="11" sz="quarter" type="ftr"/>
          </p:nvPr>
        </p:nvSpPr>
        <p:spPr/>
        <p:txBody>
          <a:bodyPr/>
          <a:lstStyle/>
          <a:p>
            <a:r>
              <a:rPr lang="en-US">
                <a:solidFill>
                  <a:srgbClr val="000000"/>
                </a:solidFill>
              </a:rPr>
              <a:t>Bowen C. </a:t>
            </a:r>
          </a:p>
        </p:txBody>
      </p:sp>
      <p:sp>
        <p:nvSpPr>
          <p:cNvPr id="5" name="Slide Number Placeholder 4">
            <a:extLst>
              <a:ext uri="{FF2B5EF4-FFF2-40B4-BE49-F238E27FC236}">
                <a16:creationId xmlns:a16="http://schemas.microsoft.com/office/drawing/2014/main" id="{DA09BF18-9F83-9C4F-5D61-D9C923BC8029}"/>
              </a:ext>
            </a:extLst>
          </p:cNvPr>
          <p:cNvSpPr>
            <a:spLocks noGrp="1"/>
          </p:cNvSpPr>
          <p:nvPr>
            <p:ph idx="12" sz="quarter" type="sldNum"/>
          </p:nvPr>
        </p:nvSpPr>
        <p:spPr/>
        <p:txBody>
          <a:bodyPr/>
          <a:lstStyle/>
          <a:p>
            <a:fld id="{330EA680-D336-4FF7-8B7A-9848BB0A1C32}" type="slidenum">
              <a:rPr lang="en-US" smtClean="0">
                <a:solidFill>
                  <a:srgbClr val="000000"/>
                </a:solidFill>
              </a:rPr>
              <a:t>5</a:t>
            </a:fld>
            <a:endParaRPr lang="en-US"/>
          </a:p>
        </p:txBody>
      </p:sp>
    </p:spTree>
    <p:extLst>
      <p:ext uri="{BB962C8B-B14F-4D97-AF65-F5344CB8AC3E}">
        <p14:creationId xmlns:p14="http://schemas.microsoft.com/office/powerpoint/2010/main" val="3443093730"/>
      </p:ext>
    </p:extLst>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08C20-4408-0151-39D4-E98E8F5A046D}"/>
              </a:ext>
            </a:extLst>
          </p:cNvPr>
          <p:cNvSpPr>
            <a:spLocks noGrp="1"/>
          </p:cNvSpPr>
          <p:nvPr>
            <p:ph type="title"/>
          </p:nvPr>
        </p:nvSpPr>
        <p:spPr/>
        <p:txBody>
          <a:bodyPr/>
          <a:lstStyle/>
          <a:p>
            <a:r>
              <a:rPr dirty="0" lang="en-US"/>
              <a:t>Finding Critical Values </a:t>
            </a:r>
          </a:p>
        </p:txBody>
      </p:sp>
      <p:sp>
        <p:nvSpPr>
          <p:cNvPr id="3" name="Content Placeholder 2">
            <a:extLst>
              <a:ext uri="{FF2B5EF4-FFF2-40B4-BE49-F238E27FC236}">
                <a16:creationId xmlns:a16="http://schemas.microsoft.com/office/drawing/2014/main" id="{ABFA9AAE-7792-D2F0-5B60-BCBABB975357}"/>
              </a:ext>
            </a:extLst>
          </p:cNvPr>
          <p:cNvSpPr>
            <a:spLocks noGrp="1"/>
          </p:cNvSpPr>
          <p:nvPr>
            <p:ph idx="1"/>
          </p:nvPr>
        </p:nvSpPr>
        <p:spPr/>
        <p:txBody>
          <a:bodyPr>
            <a:normAutofit/>
          </a:bodyPr>
          <a:lstStyle/>
          <a:p>
            <a:r>
              <a:rPr dirty="0" lang="en-US"/>
              <a:t>A critical value is a cut-off value that is </a:t>
            </a:r>
            <a:br>
              <a:rPr dirty="0" lang="en-US"/>
            </a:br>
            <a:r>
              <a:rPr dirty="0" lang="en-US"/>
              <a:t>determined by our desired confidence level.</a:t>
            </a:r>
          </a:p>
          <a:p>
            <a:r>
              <a:rPr dirty="0" lang="en-US"/>
              <a:t>For example, if we want to build a 95% </a:t>
            </a:r>
            <a:br>
              <a:rPr dirty="0" lang="en-US"/>
            </a:br>
            <a:r>
              <a:rPr dirty="0" lang="en-US"/>
              <a:t>confidence interval, then the area to the right </a:t>
            </a:r>
            <a:br>
              <a:rPr dirty="0" lang="en-US"/>
            </a:br>
            <a:r>
              <a:rPr dirty="0" lang="en-US"/>
              <a:t>of our critical z-score is 0.025. That z-score is </a:t>
            </a:r>
            <a:br>
              <a:rPr dirty="0" lang="en-US"/>
            </a:br>
            <a:r>
              <a:rPr dirty="0" lang="en-US"/>
              <a:t>1.96, our critical value.   </a:t>
            </a:r>
          </a:p>
          <a:p>
            <a:r>
              <a:rPr dirty="0" err="1" lang="en-US"/>
              <a:t>qnorm</a:t>
            </a:r>
            <a:r>
              <a:rPr dirty="0" lang="en-US"/>
              <a:t>(0.025, 0, 1, </a:t>
            </a:r>
            <a:r>
              <a:rPr dirty="0" err="1" lang="en-US"/>
              <a:t>lower.tail</a:t>
            </a:r>
            <a:r>
              <a:rPr dirty="0" lang="en-US"/>
              <a:t> = FALSE)  </a:t>
            </a:r>
          </a:p>
          <a:p>
            <a:r>
              <a:rPr dirty="0" lang="en-US"/>
              <a:t>The confidence level ranges from 0% to 100% and measures the success rate of the interval in capturing the parameter of interest. Usually we use 90%, 95%, and 99%.   </a:t>
            </a:r>
          </a:p>
        </p:txBody>
      </p:sp>
      <p:pic>
        <p:nvPicPr>
          <p:cNvPr descr="The standard normal curve with middle 95% shaded " id="2050" name="Picture 2">
            <a:extLst>
              <a:ext uri="{FF2B5EF4-FFF2-40B4-BE49-F238E27FC236}">
                <a16:creationId xmlns:a16="http://schemas.microsoft.com/office/drawing/2014/main" id="{22ADF55B-8781-DD69-2CBC-F9C320D9D874}"/>
              </a:ext>
            </a:extLst>
          </p:cNvPr>
          <p:cNvPicPr>
            <a:picLocks noChangeArrowheads="1"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088527" y="1825625"/>
            <a:ext cx="3429000" cy="2438400"/>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F584721A-7835-DFA1-A006-7A0584BF19A1}"/>
              </a:ext>
            </a:extLst>
          </p:cNvPr>
          <p:cNvSpPr>
            <a:spLocks noGrp="1"/>
          </p:cNvSpPr>
          <p:nvPr>
            <p:ph idx="11" sz="quarter" type="ftr"/>
          </p:nvPr>
        </p:nvSpPr>
        <p:spPr/>
        <p:txBody>
          <a:bodyPr/>
          <a:lstStyle/>
          <a:p>
            <a:r>
              <a:rPr lang="en-US">
                <a:solidFill>
                  <a:srgbClr val="000000"/>
                </a:solidFill>
              </a:rPr>
              <a:t>Bowen C. </a:t>
            </a:r>
          </a:p>
        </p:txBody>
      </p:sp>
      <p:sp>
        <p:nvSpPr>
          <p:cNvPr id="5" name="Slide Number Placeholder 4">
            <a:extLst>
              <a:ext uri="{FF2B5EF4-FFF2-40B4-BE49-F238E27FC236}">
                <a16:creationId xmlns:a16="http://schemas.microsoft.com/office/drawing/2014/main" id="{E06A320A-F608-2CF4-EC61-D6549E2E7FC3}"/>
              </a:ext>
            </a:extLst>
          </p:cNvPr>
          <p:cNvSpPr>
            <a:spLocks noGrp="1"/>
          </p:cNvSpPr>
          <p:nvPr>
            <p:ph idx="12" sz="quarter" type="sldNum"/>
          </p:nvPr>
        </p:nvSpPr>
        <p:spPr/>
        <p:txBody>
          <a:bodyPr/>
          <a:lstStyle/>
          <a:p>
            <a:fld id="{330EA680-D336-4FF7-8B7A-9848BB0A1C32}" type="slidenum">
              <a:rPr lang="en-US" smtClean="0">
                <a:solidFill>
                  <a:srgbClr val="000000"/>
                </a:solidFill>
              </a:rPr>
              <a:t>6</a:t>
            </a:fld>
            <a:endParaRPr lang="en-US"/>
          </a:p>
        </p:txBody>
      </p:sp>
    </p:spTree>
    <p:extLst>
      <p:ext uri="{BB962C8B-B14F-4D97-AF65-F5344CB8AC3E}">
        <p14:creationId xmlns:p14="http://schemas.microsoft.com/office/powerpoint/2010/main" val="1459150829"/>
      </p:ext>
    </p:extLst>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5FA8E-4D7E-AAF9-CB61-598FDF28E1E9}"/>
              </a:ext>
            </a:extLst>
          </p:cNvPr>
          <p:cNvSpPr>
            <a:spLocks noGrp="1"/>
          </p:cNvSpPr>
          <p:nvPr>
            <p:ph type="title"/>
          </p:nvPr>
        </p:nvSpPr>
        <p:spPr/>
        <p:txBody>
          <a:bodyPr/>
          <a:lstStyle/>
          <a:p>
            <a:r>
              <a:rPr dirty="0" lang="en-US"/>
              <a:t>The Margin of Error </a:t>
            </a:r>
          </a:p>
        </p:txBody>
      </p:sp>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0741C6FF-3C51-B88E-F683-EE9F437BA4A0}"/>
                  </a:ext>
                </a:extLst>
              </p:cNvPr>
              <p:cNvSpPr>
                <a:spLocks noGrp="1"/>
              </p:cNvSpPr>
              <p:nvPr>
                <p:ph idx="1"/>
              </p:nvPr>
            </p:nvSpPr>
            <p:spPr/>
            <p:txBody>
              <a:bodyPr>
                <a:normAutofit lnSpcReduction="10000"/>
              </a:bodyPr>
              <a:lstStyle/>
              <a:p>
                <a:r>
                  <a:rPr dirty="0" lang="en-US"/>
                  <a:t>Once we’ve chosen a confidence level and found the right critical value, we can calculate the margin of error.   </a:t>
                </a:r>
              </a:p>
              <a:p>
                <a:r>
                  <a:rPr dirty="0" lang="en-US"/>
                  <a:t>Margin of error = standard error * critical value  = </a:t>
                </a:r>
                <a14:m>
                  <m:oMath xmlns:m="http://schemas.openxmlformats.org/officeDocument/2006/math">
                    <m:r>
                      <m:rPr>
                        <m:sty m:val="p"/>
                      </m:rPr>
                      <a:rPr b="0" i="0" lang="en-US" smtClean="0">
                        <a:latin charset="0" panose="02040503050406030204" pitchFamily="18" typeface="Cambria Math"/>
                      </a:rPr>
                      <m:t>z</m:t>
                    </m:r>
                    <m:r>
                      <a:rPr b="0" i="0" lang="en-US" smtClean="0">
                        <a:latin charset="0" panose="02040503050406030204" pitchFamily="18" typeface="Cambria Math"/>
                      </a:rPr>
                      <m:t>∗</m:t>
                    </m:r>
                    <m:f>
                      <m:fPr>
                        <m:type m:val="skw"/>
                        <m:ctrlPr>
                          <a:rPr i="1" lang="en-US" smtClean="0">
                            <a:latin charset="0" panose="02040503050406030204" pitchFamily="18" typeface="Cambria Math"/>
                          </a:rPr>
                        </m:ctrlPr>
                      </m:fPr>
                      <m:num>
                        <m:r>
                          <a:rPr i="1" lang="en-US" smtClean="0">
                            <a:latin charset="0" panose="02040503050406030204" pitchFamily="18" typeface="Cambria Math"/>
                            <a:ea charset="0" panose="02040503050406030204" pitchFamily="18" typeface="Cambria Math"/>
                          </a:rPr>
                          <m:t>𝜎</m:t>
                        </m:r>
                      </m:num>
                      <m:den>
                        <m:rad>
                          <m:radPr>
                            <m:degHide m:val="on"/>
                            <m:ctrlPr>
                              <a:rPr i="1" lang="en-US" smtClean="0">
                                <a:latin charset="0" panose="02040503050406030204" pitchFamily="18" typeface="Cambria Math"/>
                              </a:rPr>
                            </m:ctrlPr>
                          </m:radPr>
                          <m:deg/>
                          <m:e>
                            <m:r>
                              <a:rPr b="0" i="1" lang="en-US" smtClean="0">
                                <a:latin charset="0" panose="02040503050406030204" pitchFamily="18" typeface="Cambria Math"/>
                              </a:rPr>
                              <m:t>𝑛</m:t>
                            </m:r>
                          </m:e>
                        </m:rad>
                      </m:den>
                    </m:f>
                  </m:oMath>
                </a14:m>
                <a:endParaRPr dirty="0" lang="en-US"/>
              </a:p>
              <a:p>
                <a:r>
                  <a:rPr dirty="0" lang="en-US"/>
                  <a:t>We add and subtract the margin of error to the point estimate to build a confidence interval.   </a:t>
                </a:r>
              </a:p>
              <a:p>
                <a:r>
                  <a:rPr dirty="0" lang="en-US"/>
                  <a:t>Confidence interval = point estimate ± margin of error  </a:t>
                </a:r>
              </a:p>
              <a:p>
                <a:r>
                  <a:rPr dirty="0" lang="en-US"/>
                  <a:t>In order to use this confidence interval method, we must have:  </a:t>
                </a:r>
              </a:p>
              <a:p>
                <a:pPr lvl="1"/>
                <a:r>
                  <a:rPr dirty="0" lang="en-US"/>
                  <a:t>a simple random sample, and   </a:t>
                </a:r>
              </a:p>
              <a:p>
                <a:pPr lvl="1"/>
                <a:r>
                  <a:rPr dirty="0" lang="en-US"/>
                  <a:t>we must have a sample size n &gt; 30 (unless we know that the population is normally distributed).   </a:t>
                </a:r>
              </a:p>
            </p:txBody>
          </p:sp>
        </mc:Choice>
        <mc:Fallback>
          <p:sp>
            <p:nvSpPr>
              <p:cNvPr id="3" name="Content Placeholder 2">
                <a:extLst>
                  <a:ext uri="{FF2B5EF4-FFF2-40B4-BE49-F238E27FC236}">
                    <a16:creationId xmlns:a16="http://schemas.microsoft.com/office/drawing/2014/main" id="{0741C6FF-3C51-B88E-F683-EE9F437BA4A0}"/>
                  </a:ext>
                </a:extLst>
              </p:cNvPr>
              <p:cNvSpPr>
                <a:spLocks noAdjustHandles="1" noChangeArrowheads="1" noChangeAspect="1" noChangeShapeType="1" noEditPoints="1" noGrp="1" noMove="1" noResize="1" noRot="1" noTextEdit="1"/>
              </p:cNvSpPr>
              <p:nvPr>
                <p:ph idx="1"/>
              </p:nvPr>
            </p:nvSpPr>
            <p:spPr>
              <a:blipFill>
                <a:blip r:embed="rId2"/>
                <a:stretch>
                  <a:fillRect l="-1043" r="-638" t="-308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5650D51F-248C-52F8-D0C5-BE486CEC74C3}"/>
              </a:ext>
            </a:extLst>
          </p:cNvPr>
          <p:cNvSpPr>
            <a:spLocks noGrp="1"/>
          </p:cNvSpPr>
          <p:nvPr>
            <p:ph idx="11" sz="quarter" type="ftr"/>
          </p:nvPr>
        </p:nvSpPr>
        <p:spPr/>
        <p:txBody>
          <a:bodyPr/>
          <a:lstStyle/>
          <a:p>
            <a:r>
              <a:rPr lang="en-US">
                <a:solidFill>
                  <a:srgbClr val="000000"/>
                </a:solidFill>
              </a:rPr>
              <a:t>Bowen C. </a:t>
            </a:r>
          </a:p>
        </p:txBody>
      </p:sp>
      <p:sp>
        <p:nvSpPr>
          <p:cNvPr id="5" name="Slide Number Placeholder 4">
            <a:extLst>
              <a:ext uri="{FF2B5EF4-FFF2-40B4-BE49-F238E27FC236}">
                <a16:creationId xmlns:a16="http://schemas.microsoft.com/office/drawing/2014/main" id="{CC493B16-9CB3-0B3E-4C11-5110F45AC4E7}"/>
              </a:ext>
            </a:extLst>
          </p:cNvPr>
          <p:cNvSpPr>
            <a:spLocks noGrp="1"/>
          </p:cNvSpPr>
          <p:nvPr>
            <p:ph idx="12" sz="quarter" type="sldNum"/>
          </p:nvPr>
        </p:nvSpPr>
        <p:spPr/>
        <p:txBody>
          <a:bodyPr/>
          <a:lstStyle/>
          <a:p>
            <a:fld id="{330EA680-D336-4FF7-8B7A-9848BB0A1C32}" type="slidenum">
              <a:rPr lang="en-US" smtClean="0">
                <a:solidFill>
                  <a:srgbClr val="000000"/>
                </a:solidFill>
              </a:rPr>
              <a:t>7</a:t>
            </a:fld>
            <a:endParaRPr lang="en-US"/>
          </a:p>
        </p:txBody>
      </p:sp>
    </p:spTree>
    <p:extLst>
      <p:ext uri="{BB962C8B-B14F-4D97-AF65-F5344CB8AC3E}">
        <p14:creationId xmlns:p14="http://schemas.microsoft.com/office/powerpoint/2010/main" val="3607064340"/>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D48BB-8553-67C7-8599-AC68B0A67AD6}"/>
              </a:ext>
            </a:extLst>
          </p:cNvPr>
          <p:cNvSpPr>
            <a:spLocks noGrp="1"/>
          </p:cNvSpPr>
          <p:nvPr>
            <p:ph type="title"/>
          </p:nvPr>
        </p:nvSpPr>
        <p:spPr/>
        <p:txBody>
          <a:bodyPr/>
          <a:lstStyle/>
          <a:p>
            <a:r>
              <a:rPr dirty="0" lang="en-US"/>
              <a:t>Battery Lifetime Example</a:t>
            </a:r>
          </a:p>
        </p:txBody>
      </p:sp>
      <p:sp>
        <p:nvSpPr>
          <p:cNvPr id="3" name="Content Placeholder 2">
            <a:extLst>
              <a:ext uri="{FF2B5EF4-FFF2-40B4-BE49-F238E27FC236}">
                <a16:creationId xmlns:a16="http://schemas.microsoft.com/office/drawing/2014/main" id="{4A792532-41B8-3BFF-3D83-7530E0065672}"/>
              </a:ext>
            </a:extLst>
          </p:cNvPr>
          <p:cNvSpPr>
            <a:spLocks noGrp="1"/>
          </p:cNvSpPr>
          <p:nvPr>
            <p:ph idx="1"/>
          </p:nvPr>
        </p:nvSpPr>
        <p:spPr/>
        <p:txBody>
          <a:bodyPr/>
          <a:lstStyle/>
          <a:p>
            <a:pPr indent="0" marL="0">
              <a:buNone/>
            </a:pPr>
            <a:r>
              <a:rPr dirty="0" lang="en-US"/>
              <a:t>The lifetime of a certain battery is known to be normally distributed with a population standard deviation of 20 hours. We take a random sample of 50 batteries. The sample mean lifetime is found to be 120.1 hours. Build a 95% confidence interval to estimate the population mean battery lifetime. </a:t>
            </a:r>
            <a:r>
              <a:rPr dirty="0" i="1" lang="en-US">
                <a:solidFill>
                  <a:srgbClr val="000000"/>
                </a:solidFill>
              </a:rPr>
              <a:t>*Be able to state the following components: point estimate, critical value, standard error, margin of error, lower and upper boundaries.</a:t>
            </a:r>
            <a:r>
              <a:rPr dirty="0" lang="en-US"/>
              <a:t>    </a:t>
            </a:r>
          </a:p>
        </p:txBody>
      </p:sp>
      <p:sp>
        <p:nvSpPr>
          <p:cNvPr id="4" name="Footer Placeholder 3">
            <a:extLst>
              <a:ext uri="{FF2B5EF4-FFF2-40B4-BE49-F238E27FC236}">
                <a16:creationId xmlns:a16="http://schemas.microsoft.com/office/drawing/2014/main" id="{45299910-2C01-E9C0-B7F2-41BD7F7D1236}"/>
              </a:ext>
            </a:extLst>
          </p:cNvPr>
          <p:cNvSpPr>
            <a:spLocks noGrp="1"/>
          </p:cNvSpPr>
          <p:nvPr>
            <p:ph idx="11" sz="quarter" type="ftr"/>
          </p:nvPr>
        </p:nvSpPr>
        <p:spPr/>
        <p:txBody>
          <a:bodyPr/>
          <a:lstStyle/>
          <a:p>
            <a:r>
              <a:rPr lang="en-US">
                <a:solidFill>
                  <a:srgbClr val="000000"/>
                </a:solidFill>
              </a:rPr>
              <a:t>Bowen C. </a:t>
            </a:r>
          </a:p>
        </p:txBody>
      </p:sp>
      <p:sp>
        <p:nvSpPr>
          <p:cNvPr id="5" name="Slide Number Placeholder 4">
            <a:extLst>
              <a:ext uri="{FF2B5EF4-FFF2-40B4-BE49-F238E27FC236}">
                <a16:creationId xmlns:a16="http://schemas.microsoft.com/office/drawing/2014/main" id="{CA56960C-7618-FEA9-5AEA-0B191ED84465}"/>
              </a:ext>
            </a:extLst>
          </p:cNvPr>
          <p:cNvSpPr>
            <a:spLocks noGrp="1"/>
          </p:cNvSpPr>
          <p:nvPr>
            <p:ph idx="12" sz="quarter" type="sldNum"/>
          </p:nvPr>
        </p:nvSpPr>
        <p:spPr/>
        <p:txBody>
          <a:bodyPr/>
          <a:lstStyle/>
          <a:p>
            <a:fld id="{330EA680-D336-4FF7-8B7A-9848BB0A1C32}" type="slidenum">
              <a:rPr lang="en-US" smtClean="0">
                <a:solidFill>
                  <a:srgbClr val="000000"/>
                </a:solidFill>
              </a:rPr>
              <a:t>8</a:t>
            </a:fld>
            <a:endParaRPr lang="en-US"/>
          </a:p>
        </p:txBody>
      </p:sp>
    </p:spTree>
    <p:extLst>
      <p:ext uri="{BB962C8B-B14F-4D97-AF65-F5344CB8AC3E}">
        <p14:creationId xmlns:p14="http://schemas.microsoft.com/office/powerpoint/2010/main" val="408161461"/>
      </p:ext>
    </p:extLst>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6DD6C6B9-BE03-2FF8-5DA0-C4FEA4B738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8275D9-5F52-CD74-2053-DFF280BDA484}"/>
              </a:ext>
            </a:extLst>
          </p:cNvPr>
          <p:cNvSpPr>
            <a:spLocks noGrp="1"/>
          </p:cNvSpPr>
          <p:nvPr>
            <p:ph type="title"/>
          </p:nvPr>
        </p:nvSpPr>
        <p:spPr/>
        <p:txBody>
          <a:bodyPr/>
          <a:lstStyle/>
          <a:p>
            <a:r>
              <a:rPr dirty="0" lang="en-US"/>
              <a:t>Battery Lifetime Solution</a:t>
            </a:r>
          </a:p>
        </p:txBody>
      </p:sp>
      <p:sp>
        <p:nvSpPr>
          <p:cNvPr id="3" name="Content Placeholder 2">
            <a:extLst>
              <a:ext uri="{FF2B5EF4-FFF2-40B4-BE49-F238E27FC236}">
                <a16:creationId xmlns:a16="http://schemas.microsoft.com/office/drawing/2014/main" id="{9B30F696-F2E9-DBE7-5298-7BB91FA631C5}"/>
              </a:ext>
            </a:extLst>
          </p:cNvPr>
          <p:cNvSpPr>
            <a:spLocks noGrp="1"/>
          </p:cNvSpPr>
          <p:nvPr>
            <p:ph idx="1"/>
          </p:nvPr>
        </p:nvSpPr>
        <p:spPr/>
        <p:txBody>
          <a:bodyPr/>
          <a:lstStyle/>
          <a:p>
            <a:pPr indent="0" marL="0">
              <a:buNone/>
            </a:pPr>
            <a:r>
              <a:rPr dirty="0" lang="en-US"/>
              <a:t>The lifetime of a certain battery is known to be normally distributed with a population standard deviation of 20 hours. We take a random sample of 50 batteries. The sample mean lifetime is found to be 120.1 hours. Build a 95% confidence interval to estimate the population mean battery lifetime.   </a:t>
            </a:r>
          </a:p>
          <a:p>
            <a:pPr indent="0" marL="0">
              <a:buNone/>
            </a:pPr>
            <a:endParaRPr dirty="0" lang="en-US"/>
          </a:p>
          <a:p>
            <a:pPr indent="0" marL="0">
              <a:buNone/>
            </a:pPr>
            <a:r>
              <a:rPr b="1" dirty="0" i="1" lang="en-US">
                <a:solidFill>
                  <a:srgbClr val="B10000"/>
                </a:solidFill>
              </a:rPr>
              <a:t>Confidence interval = (114.56, 125.64) </a:t>
            </a:r>
          </a:p>
          <a:p>
            <a:pPr indent="0" marL="0">
              <a:buNone/>
            </a:pPr>
            <a:r>
              <a:rPr b="1" dirty="0" i="1" lang="en-US">
                <a:solidFill>
                  <a:srgbClr val="B10000"/>
                </a:solidFill>
              </a:rPr>
              <a:t>We are 95% confident that the population mean battery lifetime is between 114.56 and 125.64 hours. </a:t>
            </a:r>
          </a:p>
        </p:txBody>
      </p:sp>
      <p:sp>
        <p:nvSpPr>
          <p:cNvPr id="4" name="Footer Placeholder 3">
            <a:extLst>
              <a:ext uri="{FF2B5EF4-FFF2-40B4-BE49-F238E27FC236}">
                <a16:creationId xmlns:a16="http://schemas.microsoft.com/office/drawing/2014/main" id="{8F12FA74-5BA6-DB51-FFC2-F959C2AE971F}"/>
              </a:ext>
            </a:extLst>
          </p:cNvPr>
          <p:cNvSpPr>
            <a:spLocks noGrp="1"/>
          </p:cNvSpPr>
          <p:nvPr>
            <p:ph idx="11" sz="quarter" type="ftr"/>
          </p:nvPr>
        </p:nvSpPr>
        <p:spPr/>
        <p:txBody>
          <a:bodyPr/>
          <a:lstStyle/>
          <a:p>
            <a:r>
              <a:rPr lang="en-US">
                <a:solidFill>
                  <a:srgbClr val="000000"/>
                </a:solidFill>
              </a:rPr>
              <a:t>Bowen C. </a:t>
            </a:r>
          </a:p>
        </p:txBody>
      </p:sp>
      <p:sp>
        <p:nvSpPr>
          <p:cNvPr id="5" name="Slide Number Placeholder 4">
            <a:extLst>
              <a:ext uri="{FF2B5EF4-FFF2-40B4-BE49-F238E27FC236}">
                <a16:creationId xmlns:a16="http://schemas.microsoft.com/office/drawing/2014/main" id="{0827B05F-76CD-3EA5-2D50-6416F389ABC3}"/>
              </a:ext>
            </a:extLst>
          </p:cNvPr>
          <p:cNvSpPr>
            <a:spLocks noGrp="1"/>
          </p:cNvSpPr>
          <p:nvPr>
            <p:ph idx="12" sz="quarter" type="sldNum"/>
          </p:nvPr>
        </p:nvSpPr>
        <p:spPr/>
        <p:txBody>
          <a:bodyPr/>
          <a:lstStyle/>
          <a:p>
            <a:fld id="{330EA680-D336-4FF7-8B7A-9848BB0A1C32}" type="slidenum">
              <a:rPr lang="en-US" smtClean="0">
                <a:solidFill>
                  <a:srgbClr val="000000"/>
                </a:solidFill>
              </a:rPr>
              <a:t>9</a:t>
            </a:fld>
            <a:endParaRPr lang="en-US"/>
          </a:p>
        </p:txBody>
      </p:sp>
    </p:spTree>
    <p:extLst>
      <p:ext uri="{BB962C8B-B14F-4D97-AF65-F5344CB8AC3E}">
        <p14:creationId xmlns:p14="http://schemas.microsoft.com/office/powerpoint/2010/main" val="4172140054"/>
      </p:ext>
    </p:extLst>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C8F0D-CB98-47FD-E5AD-48CA9E1FA27E}"/>
              </a:ext>
            </a:extLst>
          </p:cNvPr>
          <p:cNvSpPr>
            <a:spLocks noGrp="1"/>
          </p:cNvSpPr>
          <p:nvPr>
            <p:ph type="title"/>
          </p:nvPr>
        </p:nvSpPr>
        <p:spPr/>
        <p:txBody>
          <a:bodyPr>
            <a:normAutofit/>
          </a:bodyPr>
          <a:lstStyle/>
          <a:p>
            <a:r>
              <a:rPr dirty="0" lang="en-US" sz="4000"/>
              <a:t>Interpreting Confidence Intervals for One Sample</a:t>
            </a:r>
          </a:p>
        </p:txBody>
      </p:sp>
      <p:pic>
        <p:nvPicPr>
          <p:cNvPr descr="20 confidence intervals with 10 capturing mu. " id="5" name="Content Placeholder 4">
            <a:extLst>
              <a:ext uri="{FF2B5EF4-FFF2-40B4-BE49-F238E27FC236}">
                <a16:creationId xmlns:a16="http://schemas.microsoft.com/office/drawing/2014/main" id="{57AA49A8-68AF-BA24-282C-74140BCA66D7}"/>
              </a:ext>
            </a:extLst>
          </p:cNvPr>
          <p:cNvPicPr>
            <a:picLocks noChangeAspect="1" noGrp="1"/>
          </p:cNvPicPr>
          <p:nvPr>
            <p:ph idx="1"/>
          </p:nvPr>
        </p:nvPicPr>
        <p:blipFill>
          <a:blip r:embed="rId2"/>
          <a:stretch>
            <a:fillRect/>
          </a:stretch>
        </p:blipFill>
        <p:spPr>
          <a:xfrm>
            <a:off x="1070405" y="1430208"/>
            <a:ext cx="5257800" cy="5257800"/>
          </a:xfrm>
          <a:prstGeom prst="rect">
            <a:avLst/>
          </a:prstGeom>
        </p:spPr>
      </p:pic>
      <p:sp>
        <p:nvSpPr>
          <p:cNvPr id="7" name="TextBox 6">
            <a:extLst>
              <a:ext uri="{FF2B5EF4-FFF2-40B4-BE49-F238E27FC236}">
                <a16:creationId xmlns:a16="http://schemas.microsoft.com/office/drawing/2014/main" id="{C3E6B01F-A57D-B774-ABC8-C5306E9B4DEE}"/>
              </a:ext>
            </a:extLst>
          </p:cNvPr>
          <p:cNvSpPr txBox="1"/>
          <p:nvPr/>
        </p:nvSpPr>
        <p:spPr>
          <a:xfrm>
            <a:off x="6908972" y="2972909"/>
            <a:ext cx="4576634" cy="2308324"/>
          </a:xfrm>
          <a:prstGeom prst="rect">
            <a:avLst/>
          </a:prstGeom>
          <a:noFill/>
        </p:spPr>
        <p:txBody>
          <a:bodyPr wrap="square">
            <a:spAutoFit/>
          </a:bodyPr>
          <a:lstStyle/>
          <a:p>
            <a:r>
              <a:rPr b="1" dirty="0" lang="en-US">
                <a:solidFill>
                  <a:srgbClr val="B10000"/>
                </a:solidFill>
              </a:rPr>
              <a:t>Incorrect interpretation: </a:t>
            </a:r>
            <a:r>
              <a:rPr dirty="0" lang="en-US"/>
              <a:t>There's a 95% chance the true parameter is inside the interval for our specific sample. </a:t>
            </a:r>
          </a:p>
          <a:p>
            <a:endParaRPr dirty="0" lang="en-US"/>
          </a:p>
          <a:p>
            <a:r>
              <a:rPr b="1" dirty="0" lang="en-US">
                <a:solidFill>
                  <a:schemeClr val="accent3">
                    <a:lumMod val="75000"/>
                  </a:schemeClr>
                </a:solidFill>
              </a:rPr>
              <a:t>Correct interpretation: </a:t>
            </a:r>
            <a:r>
              <a:rPr dirty="0" lang="en-US"/>
              <a:t>If we repeated the experiment over and over, 95% of the confidence intervals would contain the true parameter.</a:t>
            </a:r>
          </a:p>
        </p:txBody>
      </p:sp>
      <p:sp>
        <p:nvSpPr>
          <p:cNvPr descr="a red x" id="8" name="Multiplication Sign 7">
            <a:extLst>
              <a:ext uri="{FF2B5EF4-FFF2-40B4-BE49-F238E27FC236}">
                <a16:creationId xmlns:a16="http://schemas.microsoft.com/office/drawing/2014/main" id="{63B360C3-E810-64BC-4E81-6D49B05167EF}"/>
              </a:ext>
            </a:extLst>
          </p:cNvPr>
          <p:cNvSpPr/>
          <p:nvPr/>
        </p:nvSpPr>
        <p:spPr>
          <a:xfrm>
            <a:off x="6556805" y="3280719"/>
            <a:ext cx="352167" cy="296562"/>
          </a:xfrm>
          <a:prstGeom prst="mathMultiply">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lang="en-US"/>
          </a:p>
        </p:txBody>
      </p:sp>
      <p:pic>
        <p:nvPicPr>
          <p:cNvPr descr="Checkmark with solid fill" id="10" name="Graphic 9">
            <a:extLst>
              <a:ext uri="{FF2B5EF4-FFF2-40B4-BE49-F238E27FC236}">
                <a16:creationId xmlns:a16="http://schemas.microsoft.com/office/drawing/2014/main" id="{B3F98ADA-4A86-A712-37C2-019087CE9C6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51772" y="4454611"/>
            <a:ext cx="457200" cy="457200"/>
          </a:xfrm>
          <a:prstGeom prst="rect">
            <a:avLst/>
          </a:prstGeom>
        </p:spPr>
      </p:pic>
      <p:sp>
        <p:nvSpPr>
          <p:cNvPr id="11" name="Footer Placeholder 10">
            <a:extLst>
              <a:ext uri="{FF2B5EF4-FFF2-40B4-BE49-F238E27FC236}">
                <a16:creationId xmlns:a16="http://schemas.microsoft.com/office/drawing/2014/main" id="{92029D8A-0356-EA87-2197-413E8398970E}"/>
              </a:ext>
              <a:ext uri="{C183D7F6-B498-43B3-948B-1728B52AA6E4}">
                <adec:decorative xmlns:adec="http://schemas.microsoft.com/office/drawing/2017/decorative" val="1"/>
              </a:ext>
            </a:extLst>
          </p:cNvPr>
          <p:cNvSpPr>
            <a:spLocks noGrp="1"/>
          </p:cNvSpPr>
          <p:nvPr>
            <p:ph idx="11" sz="quarter" type="ftr"/>
          </p:nvPr>
        </p:nvSpPr>
        <p:spPr/>
        <p:txBody>
          <a:bodyPr/>
          <a:lstStyle/>
          <a:p>
            <a:r>
              <a:rPr lang="en-US"/>
              <a:t>Bowen C. </a:t>
            </a:r>
          </a:p>
        </p:txBody>
      </p:sp>
      <p:sp>
        <p:nvSpPr>
          <p:cNvPr id="12" name="Slide Number Placeholder 11">
            <a:extLst>
              <a:ext uri="{FF2B5EF4-FFF2-40B4-BE49-F238E27FC236}">
                <a16:creationId xmlns:a16="http://schemas.microsoft.com/office/drawing/2014/main" id="{50A2D4BE-CB0D-15CD-83AD-B7EA21683C30}"/>
              </a:ext>
            </a:extLst>
          </p:cNvPr>
          <p:cNvSpPr>
            <a:spLocks noGrp="1"/>
          </p:cNvSpPr>
          <p:nvPr>
            <p:ph idx="12" sz="quarter" type="sldNum"/>
          </p:nvPr>
        </p:nvSpPr>
        <p:spPr/>
        <p:txBody>
          <a:bodyPr/>
          <a:lstStyle/>
          <a:p>
            <a:fld id="{330EA680-D336-4FF7-8B7A-9848BB0A1C32}" type="slidenum">
              <a:rPr lang="en-US" smtClean="0">
                <a:solidFill>
                  <a:srgbClr val="000000"/>
                </a:solidFill>
              </a:rPr>
              <a:t>10</a:t>
            </a:fld>
            <a:endParaRPr lang="en-US"/>
          </a:p>
        </p:txBody>
      </p:sp>
    </p:spTree>
    <p:extLst>
      <p:ext uri="{BB962C8B-B14F-4D97-AF65-F5344CB8AC3E}">
        <p14:creationId xmlns:p14="http://schemas.microsoft.com/office/powerpoint/2010/main" val="2428754540"/>
      </p:ext>
    </p:extLst>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D1A6C-2AD9-C470-BBD4-AAB3D91FBEB3}"/>
              </a:ext>
            </a:extLst>
          </p:cNvPr>
          <p:cNvSpPr>
            <a:spLocks noGrp="1"/>
          </p:cNvSpPr>
          <p:nvPr>
            <p:ph type="title"/>
          </p:nvPr>
        </p:nvSpPr>
        <p:spPr/>
        <p:txBody>
          <a:bodyPr/>
          <a:lstStyle/>
          <a:p>
            <a:r>
              <a:rPr dirty="0" lang="en-US"/>
              <a:t>Credit Score Example</a:t>
            </a:r>
          </a:p>
        </p:txBody>
      </p:sp>
      <p:sp>
        <p:nvSpPr>
          <p:cNvPr id="3" name="Content Placeholder 2">
            <a:extLst>
              <a:ext uri="{FF2B5EF4-FFF2-40B4-BE49-F238E27FC236}">
                <a16:creationId xmlns:a16="http://schemas.microsoft.com/office/drawing/2014/main" id="{B88880C4-B8E3-D2EF-AFA8-4A5AE61E0BE5}"/>
              </a:ext>
            </a:extLst>
          </p:cNvPr>
          <p:cNvSpPr>
            <a:spLocks noGrp="1"/>
          </p:cNvSpPr>
          <p:nvPr>
            <p:ph idx="1"/>
          </p:nvPr>
        </p:nvSpPr>
        <p:spPr/>
        <p:txBody>
          <a:bodyPr/>
          <a:lstStyle/>
          <a:p>
            <a:pPr indent="0" marL="0">
              <a:buNone/>
            </a:pPr>
            <a:r>
              <a:rPr dirty="0" lang="en-US"/>
              <a:t>Credit scores are used by lenders to determine credit risk and range from 300 to 800. A loan officer samples 50 personal loans from the past year at a certain bank and finds the sample mean credit score to be 730. Assume that the population standard deviation is 40. Build a 99% confidence interval to estimate the population mean credit score. Is it likely that the population mean score at that bank is less than 600?   </a:t>
            </a:r>
            <a:br>
              <a:rPr dirty="0" lang="en-US"/>
            </a:br>
            <a:r>
              <a:rPr dirty="0" lang="en-US"/>
              <a:t> </a:t>
            </a:r>
            <a:br>
              <a:rPr dirty="0" lang="en-US"/>
            </a:br>
            <a:r>
              <a:rPr dirty="0" lang="en-US"/>
              <a:t>    </a:t>
            </a:r>
          </a:p>
        </p:txBody>
      </p:sp>
      <p:sp>
        <p:nvSpPr>
          <p:cNvPr id="4" name="Footer Placeholder 3">
            <a:extLst>
              <a:ext uri="{FF2B5EF4-FFF2-40B4-BE49-F238E27FC236}">
                <a16:creationId xmlns:a16="http://schemas.microsoft.com/office/drawing/2014/main" id="{B5EE4D07-E0A8-0A1A-CA6D-A2F03271DDCA}"/>
              </a:ext>
            </a:extLst>
          </p:cNvPr>
          <p:cNvSpPr>
            <a:spLocks noGrp="1"/>
          </p:cNvSpPr>
          <p:nvPr>
            <p:ph idx="11" sz="quarter" type="ftr"/>
          </p:nvPr>
        </p:nvSpPr>
        <p:spPr/>
        <p:txBody>
          <a:bodyPr/>
          <a:lstStyle/>
          <a:p>
            <a:r>
              <a:rPr lang="en-US">
                <a:solidFill>
                  <a:srgbClr val="000000"/>
                </a:solidFill>
              </a:rPr>
              <a:t>Bowen C. </a:t>
            </a:r>
          </a:p>
        </p:txBody>
      </p:sp>
      <p:sp>
        <p:nvSpPr>
          <p:cNvPr id="5" name="Slide Number Placeholder 4">
            <a:extLst>
              <a:ext uri="{FF2B5EF4-FFF2-40B4-BE49-F238E27FC236}">
                <a16:creationId xmlns:a16="http://schemas.microsoft.com/office/drawing/2014/main" id="{40288241-6B82-36E1-06F1-C375A269E447}"/>
              </a:ext>
            </a:extLst>
          </p:cNvPr>
          <p:cNvSpPr>
            <a:spLocks noGrp="1"/>
          </p:cNvSpPr>
          <p:nvPr>
            <p:ph idx="12" sz="quarter" type="sldNum"/>
          </p:nvPr>
        </p:nvSpPr>
        <p:spPr/>
        <p:txBody>
          <a:bodyPr/>
          <a:lstStyle/>
          <a:p>
            <a:fld id="{330EA680-D336-4FF7-8B7A-9848BB0A1C32}" type="slidenum">
              <a:rPr lang="en-US" smtClean="0">
                <a:solidFill>
                  <a:srgbClr val="000000"/>
                </a:solidFill>
              </a:rPr>
              <a:t>11</a:t>
            </a:fld>
            <a:endParaRPr lang="en-US"/>
          </a:p>
        </p:txBody>
      </p:sp>
    </p:spTree>
    <p:extLst>
      <p:ext uri="{BB962C8B-B14F-4D97-AF65-F5344CB8AC3E}">
        <p14:creationId xmlns:p14="http://schemas.microsoft.com/office/powerpoint/2010/main" val="1324484192"/>
      </p:ext>
    </p:extLst>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64839276-534D-4FCE-71D8-25F94597C9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1D0DA1-DB32-17FD-31A8-CEF156DB8F78}"/>
              </a:ext>
            </a:extLst>
          </p:cNvPr>
          <p:cNvSpPr>
            <a:spLocks noGrp="1"/>
          </p:cNvSpPr>
          <p:nvPr>
            <p:ph type="title"/>
          </p:nvPr>
        </p:nvSpPr>
        <p:spPr/>
        <p:txBody>
          <a:bodyPr/>
          <a:lstStyle/>
          <a:p>
            <a:r>
              <a:rPr dirty="0" lang="en-US"/>
              <a:t>Credit Score Solution </a:t>
            </a:r>
          </a:p>
        </p:txBody>
      </p:sp>
      <p:sp>
        <p:nvSpPr>
          <p:cNvPr id="3" name="Content Placeholder 2">
            <a:extLst>
              <a:ext uri="{FF2B5EF4-FFF2-40B4-BE49-F238E27FC236}">
                <a16:creationId xmlns:a16="http://schemas.microsoft.com/office/drawing/2014/main" id="{D6074566-63D9-6E7D-0131-470987730A7B}"/>
              </a:ext>
            </a:extLst>
          </p:cNvPr>
          <p:cNvSpPr>
            <a:spLocks noGrp="1"/>
          </p:cNvSpPr>
          <p:nvPr>
            <p:ph idx="1"/>
          </p:nvPr>
        </p:nvSpPr>
        <p:spPr/>
        <p:txBody>
          <a:bodyPr>
            <a:normAutofit fontScale="92500"/>
          </a:bodyPr>
          <a:lstStyle/>
          <a:p>
            <a:pPr indent="0" marL="0">
              <a:buNone/>
            </a:pPr>
            <a:r>
              <a:rPr dirty="0" lang="en-US"/>
              <a:t>Credit scores are used by lenders to determine credit risk and range from 300 to 800. A loan officer samples 50 personal loans from the past year at a certain bank and finds the sample mean credit score to be 730. Assume that the population standard deviation is 40. Build a 99% confidence interval to estimate the population mean credit score.  Is it likely that the population mean score at that bank is less than 600?   </a:t>
            </a:r>
            <a:br>
              <a:rPr dirty="0" lang="en-US"/>
            </a:br>
            <a:r>
              <a:rPr dirty="0" lang="en-US"/>
              <a:t>    </a:t>
            </a:r>
          </a:p>
          <a:p>
            <a:pPr indent="0" marL="0">
              <a:buNone/>
            </a:pPr>
            <a:r>
              <a:rPr b="1" dirty="0" i="1" lang="en-US">
                <a:solidFill>
                  <a:srgbClr val="B10000"/>
                </a:solidFill>
              </a:rPr>
              <a:t>(715.43, 744.57)</a:t>
            </a:r>
          </a:p>
          <a:p>
            <a:pPr indent="0" marL="0">
              <a:buNone/>
            </a:pPr>
            <a:r>
              <a:rPr b="1" dirty="0" i="1" lang="en-US">
                <a:solidFill>
                  <a:srgbClr val="B10000"/>
                </a:solidFill>
              </a:rPr>
              <a:t>We are 99% confident that the population mean credit score for customers at this bank is between 715.4 and 744.6 points. Since the entire interval is above 600, it is not likely that </a:t>
            </a:r>
            <a:r>
              <a:rPr b="1" dirty="0" i="1" lang="el-GR">
                <a:solidFill>
                  <a:srgbClr val="B10000"/>
                </a:solidFill>
              </a:rPr>
              <a:t>μ</a:t>
            </a:r>
            <a:r>
              <a:rPr b="1" dirty="0" i="1" lang="en-US">
                <a:solidFill>
                  <a:srgbClr val="B10000"/>
                </a:solidFill>
              </a:rPr>
              <a:t> is less than 600. </a:t>
            </a:r>
          </a:p>
        </p:txBody>
      </p:sp>
      <p:sp>
        <p:nvSpPr>
          <p:cNvPr id="4" name="Footer Placeholder 3">
            <a:extLst>
              <a:ext uri="{FF2B5EF4-FFF2-40B4-BE49-F238E27FC236}">
                <a16:creationId xmlns:a16="http://schemas.microsoft.com/office/drawing/2014/main" id="{B988BA70-A0E2-AEA9-9944-BA89A9B4288D}"/>
              </a:ext>
            </a:extLst>
          </p:cNvPr>
          <p:cNvSpPr>
            <a:spLocks noGrp="1"/>
          </p:cNvSpPr>
          <p:nvPr>
            <p:ph idx="11" sz="quarter" type="ftr"/>
          </p:nvPr>
        </p:nvSpPr>
        <p:spPr/>
        <p:txBody>
          <a:bodyPr/>
          <a:lstStyle/>
          <a:p>
            <a:r>
              <a:rPr lang="en-US">
                <a:solidFill>
                  <a:srgbClr val="000000"/>
                </a:solidFill>
              </a:rPr>
              <a:t>Bowen C. </a:t>
            </a:r>
          </a:p>
        </p:txBody>
      </p:sp>
      <p:sp>
        <p:nvSpPr>
          <p:cNvPr id="5" name="Slide Number Placeholder 4">
            <a:extLst>
              <a:ext uri="{FF2B5EF4-FFF2-40B4-BE49-F238E27FC236}">
                <a16:creationId xmlns:a16="http://schemas.microsoft.com/office/drawing/2014/main" id="{F30C39E6-C18F-8DB0-FC06-CA770A784FB1}"/>
              </a:ext>
            </a:extLst>
          </p:cNvPr>
          <p:cNvSpPr>
            <a:spLocks noGrp="1"/>
          </p:cNvSpPr>
          <p:nvPr>
            <p:ph idx="12" sz="quarter" type="sldNum"/>
          </p:nvPr>
        </p:nvSpPr>
        <p:spPr/>
        <p:txBody>
          <a:bodyPr/>
          <a:lstStyle/>
          <a:p>
            <a:fld id="{330EA680-D336-4FF7-8B7A-9848BB0A1C32}" type="slidenum">
              <a:rPr lang="en-US" smtClean="0">
                <a:solidFill>
                  <a:srgbClr val="000000"/>
                </a:solidFill>
              </a:rPr>
              <a:t>12</a:t>
            </a:fld>
            <a:endParaRPr lang="en-US"/>
          </a:p>
        </p:txBody>
      </p:sp>
    </p:spTree>
    <p:extLst>
      <p:ext uri="{BB962C8B-B14F-4D97-AF65-F5344CB8AC3E}">
        <p14:creationId xmlns:p14="http://schemas.microsoft.com/office/powerpoint/2010/main" val="1038228876"/>
      </p:ext>
    </p:extLst>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86AA3F13-55C3-E97A-EF73-8ECC264DDE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F28186-4566-081A-ECBA-8FFEC6E2C427}"/>
              </a:ext>
            </a:extLst>
          </p:cNvPr>
          <p:cNvSpPr>
            <a:spLocks noGrp="1"/>
          </p:cNvSpPr>
          <p:nvPr>
            <p:ph type="title"/>
          </p:nvPr>
        </p:nvSpPr>
        <p:spPr/>
        <p:txBody>
          <a:bodyPr/>
          <a:lstStyle/>
          <a:p>
            <a:r>
              <a:rPr dirty="0" lang="en-US"/>
              <a:t>Changing the Confidence Level </a:t>
            </a:r>
          </a:p>
        </p:txBody>
      </p:sp>
      <p:sp>
        <p:nvSpPr>
          <p:cNvPr id="3" name="Content Placeholder 2">
            <a:extLst>
              <a:ext uri="{FF2B5EF4-FFF2-40B4-BE49-F238E27FC236}">
                <a16:creationId xmlns:a16="http://schemas.microsoft.com/office/drawing/2014/main" id="{80D77FBA-8C36-3F84-E3EB-51C71B9EDEB3}"/>
              </a:ext>
            </a:extLst>
          </p:cNvPr>
          <p:cNvSpPr>
            <a:spLocks noGrp="1"/>
          </p:cNvSpPr>
          <p:nvPr>
            <p:ph idx="1"/>
          </p:nvPr>
        </p:nvSpPr>
        <p:spPr/>
        <p:txBody>
          <a:bodyPr>
            <a:normAutofit/>
          </a:bodyPr>
          <a:lstStyle/>
          <a:p>
            <a:pPr indent="0" marL="0">
              <a:buNone/>
            </a:pPr>
            <a:r>
              <a:rPr dirty="0" lang="en-US"/>
              <a:t>Practice: Using the same credit score information, build a 90% confidence interval. What changed? </a:t>
            </a:r>
            <a:endParaRPr b="1" dirty="0" i="1" lang="en-US">
              <a:solidFill>
                <a:srgbClr val="C00000"/>
              </a:solidFill>
            </a:endParaRPr>
          </a:p>
        </p:txBody>
      </p:sp>
      <p:sp>
        <p:nvSpPr>
          <p:cNvPr id="4" name="Footer Placeholder 3">
            <a:extLst>
              <a:ext uri="{FF2B5EF4-FFF2-40B4-BE49-F238E27FC236}">
                <a16:creationId xmlns:a16="http://schemas.microsoft.com/office/drawing/2014/main" id="{B3A9F787-53F7-5B8B-1D9A-799A93491933}"/>
              </a:ext>
            </a:extLst>
          </p:cNvPr>
          <p:cNvSpPr>
            <a:spLocks noGrp="1"/>
          </p:cNvSpPr>
          <p:nvPr>
            <p:ph idx="11" sz="quarter" type="ftr"/>
          </p:nvPr>
        </p:nvSpPr>
        <p:spPr/>
        <p:txBody>
          <a:bodyPr/>
          <a:lstStyle/>
          <a:p>
            <a:r>
              <a:rPr lang="en-US">
                <a:solidFill>
                  <a:srgbClr val="000000"/>
                </a:solidFill>
              </a:rPr>
              <a:t>Bowen C. </a:t>
            </a:r>
          </a:p>
        </p:txBody>
      </p:sp>
      <p:sp>
        <p:nvSpPr>
          <p:cNvPr id="5" name="Slide Number Placeholder 4">
            <a:extLst>
              <a:ext uri="{FF2B5EF4-FFF2-40B4-BE49-F238E27FC236}">
                <a16:creationId xmlns:a16="http://schemas.microsoft.com/office/drawing/2014/main" id="{7BA5AB0B-1753-A33F-6BD6-5BB37267F614}"/>
              </a:ext>
            </a:extLst>
          </p:cNvPr>
          <p:cNvSpPr>
            <a:spLocks noGrp="1"/>
          </p:cNvSpPr>
          <p:nvPr>
            <p:ph idx="12" sz="quarter" type="sldNum"/>
          </p:nvPr>
        </p:nvSpPr>
        <p:spPr/>
        <p:txBody>
          <a:bodyPr/>
          <a:lstStyle/>
          <a:p>
            <a:fld id="{330EA680-D336-4FF7-8B7A-9848BB0A1C32}" type="slidenum">
              <a:rPr lang="en-US" smtClean="0">
                <a:solidFill>
                  <a:srgbClr val="000000"/>
                </a:solidFill>
              </a:rPr>
              <a:t>13</a:t>
            </a:fld>
            <a:endParaRPr lang="en-US"/>
          </a:p>
        </p:txBody>
      </p:sp>
    </p:spTree>
    <p:extLst>
      <p:ext uri="{BB962C8B-B14F-4D97-AF65-F5344CB8AC3E}">
        <p14:creationId xmlns:p14="http://schemas.microsoft.com/office/powerpoint/2010/main" val="647685370"/>
      </p:ext>
    </p:extLst>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C21FFC1C-F69B-D988-F392-D25E15E5FE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90B1F1-0D1A-7F84-3C92-32BF3CEF8FCA}"/>
              </a:ext>
            </a:extLst>
          </p:cNvPr>
          <p:cNvSpPr>
            <a:spLocks noGrp="1"/>
          </p:cNvSpPr>
          <p:nvPr>
            <p:ph type="title"/>
          </p:nvPr>
        </p:nvSpPr>
        <p:spPr/>
        <p:txBody>
          <a:bodyPr/>
          <a:lstStyle/>
          <a:p>
            <a:r>
              <a:rPr dirty="0" lang="en-US"/>
              <a:t>Changing the Confidence Level, continued  </a:t>
            </a:r>
          </a:p>
        </p:txBody>
      </p:sp>
      <p:sp>
        <p:nvSpPr>
          <p:cNvPr id="3" name="Content Placeholder 2">
            <a:extLst>
              <a:ext uri="{FF2B5EF4-FFF2-40B4-BE49-F238E27FC236}">
                <a16:creationId xmlns:a16="http://schemas.microsoft.com/office/drawing/2014/main" id="{F226E265-E5B4-8485-88ED-48C03B649381}"/>
              </a:ext>
            </a:extLst>
          </p:cNvPr>
          <p:cNvSpPr>
            <a:spLocks noGrp="1"/>
          </p:cNvSpPr>
          <p:nvPr>
            <p:ph idx="1"/>
          </p:nvPr>
        </p:nvSpPr>
        <p:spPr/>
        <p:txBody>
          <a:bodyPr>
            <a:normAutofit fontScale="62500" lnSpcReduction="20000"/>
          </a:bodyPr>
          <a:lstStyle/>
          <a:p>
            <a:pPr indent="0" marL="0">
              <a:buNone/>
            </a:pPr>
            <a:r>
              <a:rPr dirty="0" lang="en-US"/>
              <a:t>Using the same credit score information, build a 90% confidence interval. What changed? </a:t>
            </a:r>
          </a:p>
          <a:p>
            <a:pPr indent="0" marL="0">
              <a:buNone/>
            </a:pPr>
            <a:endParaRPr b="1" dirty="0" i="1" lang="en-US">
              <a:solidFill>
                <a:srgbClr val="C00000"/>
              </a:solidFill>
            </a:endParaRPr>
          </a:p>
          <a:p>
            <a:pPr indent="0" marL="0">
              <a:buNone/>
            </a:pPr>
            <a:r>
              <a:rPr b="1" dirty="0" i="1" lang="en-US">
                <a:solidFill>
                  <a:srgbClr val="B10000"/>
                </a:solidFill>
              </a:rPr>
              <a:t>(720.7, 739.3) = 90% interval </a:t>
            </a:r>
          </a:p>
          <a:p>
            <a:pPr indent="0" marL="0">
              <a:buNone/>
            </a:pPr>
            <a:r>
              <a:rPr b="1" dirty="0" i="1" lang="en-US">
                <a:solidFill>
                  <a:srgbClr val="B10000"/>
                </a:solidFill>
              </a:rPr>
              <a:t>(715.4, 744.6) = 99% interval </a:t>
            </a:r>
          </a:p>
          <a:p>
            <a:pPr fontAlgn="base" indent="0" marL="0">
              <a:buNone/>
            </a:pPr>
            <a:endParaRPr dirty="0" lang="en-US"/>
          </a:p>
          <a:p>
            <a:pPr fontAlgn="base" indent="0" marL="0">
              <a:buNone/>
            </a:pPr>
            <a:r>
              <a:rPr dirty="0" lang="en-US"/>
              <a:t>Increased confidence level &gt;&gt;&gt; larger critical value &gt;&gt;&gt; larger margin of error &gt;&gt;&gt; wider interval.   </a:t>
            </a:r>
          </a:p>
          <a:p>
            <a:pPr fontAlgn="base" indent="0" marL="0">
              <a:buNone/>
            </a:pPr>
            <a:endParaRPr dirty="0" lang="en-US"/>
          </a:p>
          <a:p>
            <a:pPr fontAlgn="base" indent="0" marL="0">
              <a:buNone/>
            </a:pPr>
            <a:r>
              <a:rPr dirty="0" lang="en-US"/>
              <a:t>Decreased confidence level &gt;&gt;&gt; smaller critical value &gt;&gt;&gt; smaller margin of error &gt;&gt;&gt; narrower interval.   </a:t>
            </a:r>
          </a:p>
          <a:p>
            <a:pPr fontAlgn="base" indent="0" marL="0">
              <a:buNone/>
            </a:pPr>
            <a:endParaRPr dirty="0" lang="en-US"/>
          </a:p>
          <a:p>
            <a:pPr fontAlgn="base" indent="0" marL="0">
              <a:buNone/>
            </a:pPr>
            <a:r>
              <a:rPr dirty="0" lang="en-US"/>
              <a:t>*There is a trade-off in using confidence intervals to estimate parameters. We want a higher level of confidence, but with that comes a larger margin of error (a larger window of opportunity for an incorrect value). We want a smaller margin of error, but that brings a lower level of confidence.   </a:t>
            </a:r>
          </a:p>
          <a:p>
            <a:pPr fontAlgn="base" indent="0" marL="0">
              <a:buNone/>
            </a:pPr>
            <a:endParaRPr dirty="0" lang="en-US"/>
          </a:p>
          <a:p>
            <a:pPr fontAlgn="base" indent="0" marL="0">
              <a:buNone/>
            </a:pPr>
            <a:r>
              <a:rPr b="1" dirty="0" i="1" lang="en-US">
                <a:solidFill>
                  <a:srgbClr val="000000"/>
                </a:solidFill>
              </a:rPr>
              <a:t>What else changes the width of a confidence interval? </a:t>
            </a:r>
          </a:p>
          <a:p>
            <a:pPr indent="0" marL="0">
              <a:buNone/>
            </a:pPr>
            <a:endParaRPr dirty="0" lang="en-US"/>
          </a:p>
          <a:p>
            <a:pPr indent="0" marL="0">
              <a:buNone/>
            </a:pPr>
            <a:endParaRPr dirty="0" lang="en-US"/>
          </a:p>
          <a:p>
            <a:pPr indent="0" marL="0">
              <a:buNone/>
            </a:pPr>
            <a:endParaRPr b="1" dirty="0" i="1" lang="en-US">
              <a:solidFill>
                <a:srgbClr val="C00000"/>
              </a:solidFill>
            </a:endParaRPr>
          </a:p>
        </p:txBody>
      </p:sp>
      <p:sp>
        <p:nvSpPr>
          <p:cNvPr id="4" name="Footer Placeholder 3">
            <a:extLst>
              <a:ext uri="{FF2B5EF4-FFF2-40B4-BE49-F238E27FC236}">
                <a16:creationId xmlns:a16="http://schemas.microsoft.com/office/drawing/2014/main" id="{E27F827B-1F47-6A45-C3AD-301C340D9C1C}"/>
              </a:ext>
            </a:extLst>
          </p:cNvPr>
          <p:cNvSpPr>
            <a:spLocks noGrp="1"/>
          </p:cNvSpPr>
          <p:nvPr>
            <p:ph idx="11" sz="quarter" type="ftr"/>
          </p:nvPr>
        </p:nvSpPr>
        <p:spPr/>
        <p:txBody>
          <a:bodyPr/>
          <a:lstStyle/>
          <a:p>
            <a:r>
              <a:rPr lang="en-US">
                <a:solidFill>
                  <a:srgbClr val="000000"/>
                </a:solidFill>
              </a:rPr>
              <a:t>Bowen C. </a:t>
            </a:r>
          </a:p>
        </p:txBody>
      </p:sp>
      <p:sp>
        <p:nvSpPr>
          <p:cNvPr id="5" name="Slide Number Placeholder 4">
            <a:extLst>
              <a:ext uri="{FF2B5EF4-FFF2-40B4-BE49-F238E27FC236}">
                <a16:creationId xmlns:a16="http://schemas.microsoft.com/office/drawing/2014/main" id="{E7CAA87E-B1EA-0B62-4BE4-ACD2C22A7D44}"/>
              </a:ext>
            </a:extLst>
          </p:cNvPr>
          <p:cNvSpPr>
            <a:spLocks noGrp="1"/>
          </p:cNvSpPr>
          <p:nvPr>
            <p:ph idx="12" sz="quarter" type="sldNum"/>
          </p:nvPr>
        </p:nvSpPr>
        <p:spPr/>
        <p:txBody>
          <a:bodyPr/>
          <a:lstStyle/>
          <a:p>
            <a:fld id="{330EA680-D336-4FF7-8B7A-9848BB0A1C32}" type="slidenum">
              <a:rPr lang="en-US" smtClean="0">
                <a:solidFill>
                  <a:srgbClr val="000000"/>
                </a:solidFill>
              </a:rPr>
              <a:t>14</a:t>
            </a:fld>
            <a:endParaRPr lang="en-US"/>
          </a:p>
        </p:txBody>
      </p:sp>
    </p:spTree>
    <p:extLst>
      <p:ext uri="{BB962C8B-B14F-4D97-AF65-F5344CB8AC3E}">
        <p14:creationId xmlns:p14="http://schemas.microsoft.com/office/powerpoint/2010/main" val="3759419079"/>
      </p:ext>
    </p:extLst>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BEA31-251B-4B87-BB58-67D57F4EC802}"/>
              </a:ext>
            </a:extLst>
          </p:cNvPr>
          <p:cNvSpPr>
            <a:spLocks noGrp="1"/>
          </p:cNvSpPr>
          <p:nvPr>
            <p:ph type="title"/>
          </p:nvPr>
        </p:nvSpPr>
        <p:spPr>
          <a:xfrm>
            <a:off x="535459" y="365125"/>
            <a:ext cx="11209638" cy="1325563"/>
          </a:xfrm>
        </p:spPr>
        <p:txBody>
          <a:bodyPr/>
          <a:lstStyle/>
          <a:p>
            <a:r>
              <a:rPr dirty="0" lang="en-US"/>
              <a:t>Confidence Intervals for Means (</a:t>
            </a:r>
            <a:r>
              <a:rPr dirty="0" lang="el-GR"/>
              <a:t>σ</a:t>
            </a:r>
            <a:r>
              <a:rPr dirty="0" lang="en-US"/>
              <a:t> NOT known) </a:t>
            </a:r>
          </a:p>
        </p:txBody>
      </p:sp>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6F89C9DF-962C-4129-F365-0DECDE59D372}"/>
                  </a:ext>
                </a:extLst>
              </p:cNvPr>
              <p:cNvSpPr>
                <a:spLocks noGrp="1"/>
              </p:cNvSpPr>
              <p:nvPr>
                <p:ph idx="1"/>
              </p:nvPr>
            </p:nvSpPr>
            <p:spPr/>
            <p:txBody>
              <a:bodyPr>
                <a:normAutofit/>
              </a:bodyPr>
              <a:lstStyle/>
              <a:p>
                <a:pPr indent="0" marL="0">
                  <a:buNone/>
                </a:pPr>
                <a:r>
                  <a:rPr dirty="0" lang="en-US"/>
                  <a:t>When we know the population standard deviation σ, then we know that the sample mean is normally distributed with a standard deviation of </a:t>
                </a:r>
                <a14:m>
                  <m:oMath xmlns:m="http://schemas.openxmlformats.org/officeDocument/2006/math">
                    <m:f>
                      <m:fPr>
                        <m:type m:val="skw"/>
                        <m:ctrlPr>
                          <a:rPr i="1" lang="en-US" smtClean="0">
                            <a:latin charset="0" panose="02040503050406030204" pitchFamily="18" typeface="Cambria Math"/>
                          </a:rPr>
                        </m:ctrlPr>
                      </m:fPr>
                      <m:num>
                        <m:r>
                          <a:rPr i="1" lang="en-US" smtClean="0">
                            <a:latin charset="0" panose="02040503050406030204" pitchFamily="18" typeface="Cambria Math"/>
                            <a:ea charset="0" panose="02040503050406030204" pitchFamily="18" typeface="Cambria Math"/>
                          </a:rPr>
                          <m:t>𝜎</m:t>
                        </m:r>
                      </m:num>
                      <m:den>
                        <m:rad>
                          <m:radPr>
                            <m:degHide m:val="on"/>
                            <m:ctrlPr>
                              <a:rPr i="1" lang="en-US" smtClean="0">
                                <a:latin charset="0" panose="02040503050406030204" pitchFamily="18" typeface="Cambria Math"/>
                              </a:rPr>
                            </m:ctrlPr>
                          </m:radPr>
                          <m:deg/>
                          <m:e>
                            <m:r>
                              <a:rPr b="0" i="1" lang="en-US" smtClean="0">
                                <a:latin charset="0" panose="02040503050406030204" pitchFamily="18" typeface="Cambria Math"/>
                              </a:rPr>
                              <m:t>𝑛</m:t>
                            </m:r>
                          </m:e>
                        </m:rad>
                      </m:den>
                    </m:f>
                  </m:oMath>
                </a14:m>
                <a:r>
                  <a:rPr dirty="0" lang="en-US"/>
                  <a:t>. </a:t>
                </a:r>
              </a:p>
              <a:p>
                <a:pPr indent="0" marL="0">
                  <a:buNone/>
                </a:pPr>
                <a:r>
                  <a:rPr dirty="0" lang="en-US"/>
                  <a:t>However, the most common scenario is that we do not know the population standard deviation. In this case, we rely on the standard error </a:t>
                </a:r>
                <a14:m>
                  <m:oMath xmlns:m="http://schemas.openxmlformats.org/officeDocument/2006/math">
                    <m:f>
                      <m:fPr>
                        <m:type m:val="skw"/>
                        <m:ctrlPr>
                          <a:rPr i="1" lang="en-US" smtClean="0">
                            <a:latin charset="0" panose="02040503050406030204" pitchFamily="18" typeface="Cambria Math"/>
                          </a:rPr>
                        </m:ctrlPr>
                      </m:fPr>
                      <m:num>
                        <m:r>
                          <a:rPr b="0" i="1" lang="en-US" smtClean="0">
                            <a:latin charset="0" panose="02040503050406030204" pitchFamily="18" typeface="Cambria Math"/>
                          </a:rPr>
                          <m:t>𝑠</m:t>
                        </m:r>
                      </m:num>
                      <m:den>
                        <m:rad>
                          <m:radPr>
                            <m:degHide m:val="on"/>
                            <m:ctrlPr>
                              <a:rPr i="1" lang="en-US" smtClean="0">
                                <a:latin charset="0" panose="02040503050406030204" pitchFamily="18" typeface="Cambria Math"/>
                              </a:rPr>
                            </m:ctrlPr>
                          </m:radPr>
                          <m:deg/>
                          <m:e>
                            <m:r>
                              <a:rPr b="0" i="1" lang="en-US" smtClean="0">
                                <a:latin charset="0" panose="02040503050406030204" pitchFamily="18" typeface="Cambria Math"/>
                              </a:rPr>
                              <m:t>𝑛</m:t>
                            </m:r>
                          </m:e>
                        </m:rad>
                      </m:den>
                    </m:f>
                  </m:oMath>
                </a14:m>
                <a:r>
                  <a:rPr dirty="0" lang="en-US"/>
                  <a:t>. We cannot rely on the Standard Normal Distribution to calculate the margin of error. </a:t>
                </a:r>
              </a:p>
            </p:txBody>
          </p:sp>
        </mc:Choice>
        <mc:Fallback>
          <p:sp>
            <p:nvSpPr>
              <p:cNvPr id="3" name="Content Placeholder 2">
                <a:extLst>
                  <a:ext uri="{FF2B5EF4-FFF2-40B4-BE49-F238E27FC236}">
                    <a16:creationId xmlns:a16="http://schemas.microsoft.com/office/drawing/2014/main" id="{6F89C9DF-962C-4129-F365-0DECDE59D372}"/>
                  </a:ext>
                </a:extLst>
              </p:cNvPr>
              <p:cNvSpPr>
                <a:spLocks noAdjustHandles="1" noChangeArrowheads="1" noChangeAspect="1" noChangeShapeType="1" noEditPoints="1" noGrp="1" noMove="1" noResize="1" noRot="1" noTextEdit="1"/>
              </p:cNvSpPr>
              <p:nvPr>
                <p:ph idx="1"/>
              </p:nvPr>
            </p:nvSpPr>
            <p:spPr>
              <a:blipFill>
                <a:blip r:embed="rId2"/>
                <a:stretch>
                  <a:fillRect l="-1217" r="-638" t="-238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0961F28F-C5A8-F5C2-7874-0CA8EE508CF0}"/>
              </a:ext>
            </a:extLst>
          </p:cNvPr>
          <p:cNvSpPr>
            <a:spLocks noGrp="1"/>
          </p:cNvSpPr>
          <p:nvPr>
            <p:ph idx="11" sz="quarter" type="ftr"/>
          </p:nvPr>
        </p:nvSpPr>
        <p:spPr/>
        <p:txBody>
          <a:bodyPr/>
          <a:lstStyle/>
          <a:p>
            <a:r>
              <a:rPr lang="en-US">
                <a:solidFill>
                  <a:srgbClr val="000000"/>
                </a:solidFill>
              </a:rPr>
              <a:t>Bowen C. </a:t>
            </a:r>
          </a:p>
        </p:txBody>
      </p:sp>
      <p:sp>
        <p:nvSpPr>
          <p:cNvPr id="5" name="Slide Number Placeholder 4">
            <a:extLst>
              <a:ext uri="{FF2B5EF4-FFF2-40B4-BE49-F238E27FC236}">
                <a16:creationId xmlns:a16="http://schemas.microsoft.com/office/drawing/2014/main" id="{04A1B82B-6B98-EBE9-E565-98BFC9F85EEB}"/>
              </a:ext>
            </a:extLst>
          </p:cNvPr>
          <p:cNvSpPr>
            <a:spLocks noGrp="1"/>
          </p:cNvSpPr>
          <p:nvPr>
            <p:ph idx="12" sz="quarter" type="sldNum"/>
          </p:nvPr>
        </p:nvSpPr>
        <p:spPr/>
        <p:txBody>
          <a:bodyPr/>
          <a:lstStyle/>
          <a:p>
            <a:fld id="{330EA680-D336-4FF7-8B7A-9848BB0A1C32}" type="slidenum">
              <a:rPr lang="en-US" smtClean="0">
                <a:solidFill>
                  <a:srgbClr val="000000"/>
                </a:solidFill>
              </a:rPr>
              <a:t>15</a:t>
            </a:fld>
            <a:endParaRPr lang="en-US"/>
          </a:p>
        </p:txBody>
      </p:sp>
    </p:spTree>
    <p:extLst>
      <p:ext uri="{BB962C8B-B14F-4D97-AF65-F5344CB8AC3E}">
        <p14:creationId xmlns:p14="http://schemas.microsoft.com/office/powerpoint/2010/main" val="248131457"/>
      </p:ext>
    </p:extLst>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39ECE-296D-F02A-38FD-1ACE8D2E49AE}"/>
              </a:ext>
            </a:extLst>
          </p:cNvPr>
          <p:cNvSpPr>
            <a:spLocks noGrp="1"/>
          </p:cNvSpPr>
          <p:nvPr>
            <p:ph type="title"/>
          </p:nvPr>
        </p:nvSpPr>
        <p:spPr/>
        <p:txBody>
          <a:bodyPr/>
          <a:lstStyle/>
          <a:p>
            <a:r>
              <a:rPr dirty="0" lang="en-US"/>
              <a:t>The Student’s t-distribution </a:t>
            </a:r>
          </a:p>
        </p:txBody>
      </p:sp>
      <p:sp>
        <p:nvSpPr>
          <p:cNvPr id="3" name="Content Placeholder 2">
            <a:extLst>
              <a:ext uri="{FF2B5EF4-FFF2-40B4-BE49-F238E27FC236}">
                <a16:creationId xmlns:a16="http://schemas.microsoft.com/office/drawing/2014/main" id="{27096E2B-0B70-5AE3-7B9E-7C5423F5F133}"/>
              </a:ext>
            </a:extLst>
          </p:cNvPr>
          <p:cNvSpPr>
            <a:spLocks noGrp="1"/>
          </p:cNvSpPr>
          <p:nvPr>
            <p:ph idx="1"/>
          </p:nvPr>
        </p:nvSpPr>
        <p:spPr>
          <a:xfrm>
            <a:off x="323850" y="1825625"/>
            <a:ext cx="10515600" cy="4351338"/>
          </a:xfrm>
        </p:spPr>
        <p:txBody>
          <a:bodyPr>
            <a:normAutofit fontScale="92500" lnSpcReduction="20000"/>
          </a:bodyPr>
          <a:lstStyle/>
          <a:p>
            <a:pPr fontAlgn="base" indent="0" marL="0">
              <a:buNone/>
            </a:pPr>
            <a:r>
              <a:rPr dirty="0" lang="en-US"/>
              <a:t>There are many distributions under this </a:t>
            </a:r>
          </a:p>
          <a:p>
            <a:pPr fontAlgn="base" indent="0" marL="0">
              <a:buNone/>
            </a:pPr>
            <a:r>
              <a:rPr dirty="0" lang="en-US"/>
              <a:t>category. Each one is unique depending on </a:t>
            </a:r>
          </a:p>
          <a:p>
            <a:pPr fontAlgn="base" indent="0" marL="0">
              <a:buNone/>
            </a:pPr>
            <a:r>
              <a:rPr dirty="0" lang="en-US"/>
              <a:t>a value called the degrees of freedom:  </a:t>
            </a:r>
          </a:p>
          <a:p>
            <a:pPr fontAlgn="base" indent="0" marL="0">
              <a:buNone/>
            </a:pPr>
            <a:r>
              <a:rPr b="1" dirty="0" lang="en-US">
                <a:solidFill>
                  <a:srgbClr val="000000"/>
                </a:solidFill>
              </a:rPr>
              <a:t>			df = n - 1  </a:t>
            </a:r>
            <a:r>
              <a:rPr dirty="0" lang="en-US"/>
              <a:t> </a:t>
            </a:r>
          </a:p>
          <a:p>
            <a:pPr fontAlgn="base" indent="0" marL="0">
              <a:buNone/>
            </a:pPr>
            <a:r>
              <a:rPr dirty="0" lang="en-US"/>
              <a:t>These distributions are symmetric and </a:t>
            </a:r>
          </a:p>
          <a:p>
            <a:pPr fontAlgn="base" indent="0" marL="0">
              <a:buNone/>
            </a:pPr>
            <a:r>
              <a:rPr dirty="0" lang="en-US"/>
              <a:t>unimodal, but they are more spread out </a:t>
            </a:r>
          </a:p>
          <a:p>
            <a:pPr fontAlgn="base" indent="0" marL="0">
              <a:buNone/>
            </a:pPr>
            <a:r>
              <a:rPr dirty="0" lang="en-US"/>
              <a:t>than the standard normal distribution.   </a:t>
            </a:r>
          </a:p>
          <a:p>
            <a:pPr fontAlgn="base" indent="0" marL="0">
              <a:buNone/>
            </a:pPr>
            <a:r>
              <a:rPr dirty="0" lang="en-US"/>
              <a:t>To use this method, the sample size n must be &gt; 30 or we must know that the sample came from a normal population.   </a:t>
            </a:r>
          </a:p>
          <a:p>
            <a:pPr indent="0" marL="0">
              <a:buNone/>
            </a:pPr>
            <a:endParaRPr dirty="0" lang="en-US">
              <a:hlinkClick r:id="rId2"/>
            </a:endParaRPr>
          </a:p>
          <a:p>
            <a:pPr indent="0" marL="0">
              <a:buNone/>
            </a:pPr>
            <a:r>
              <a:rPr dirty="0" err="1" lang="en-US">
                <a:hlinkClick r:id="rId2"/>
              </a:rPr>
              <a:t>SciShow</a:t>
            </a:r>
            <a:r>
              <a:rPr dirty="0" lang="en-US">
                <a:hlinkClick r:id="rId2"/>
              </a:rPr>
              <a:t> Video</a:t>
            </a:r>
            <a:r>
              <a:rPr dirty="0" lang="en-US"/>
              <a:t> </a:t>
            </a:r>
          </a:p>
        </p:txBody>
      </p:sp>
      <p:sp>
        <p:nvSpPr>
          <p:cNvPr id="4" name="Footer Placeholder 3">
            <a:extLst>
              <a:ext uri="{FF2B5EF4-FFF2-40B4-BE49-F238E27FC236}">
                <a16:creationId xmlns:a16="http://schemas.microsoft.com/office/drawing/2014/main" id="{B6B8DA03-B418-679A-9B72-591E80E1C011}"/>
              </a:ext>
            </a:extLst>
          </p:cNvPr>
          <p:cNvSpPr>
            <a:spLocks noGrp="1"/>
          </p:cNvSpPr>
          <p:nvPr>
            <p:ph idx="11" sz="quarter" type="ftr"/>
          </p:nvPr>
        </p:nvSpPr>
        <p:spPr/>
        <p:txBody>
          <a:bodyPr/>
          <a:lstStyle/>
          <a:p>
            <a:r>
              <a:rPr lang="en-US">
                <a:solidFill>
                  <a:srgbClr val="000000"/>
                </a:solidFill>
              </a:rPr>
              <a:t>Bowen C. </a:t>
            </a:r>
          </a:p>
        </p:txBody>
      </p:sp>
      <p:sp>
        <p:nvSpPr>
          <p:cNvPr id="5" name="Slide Number Placeholder 4">
            <a:extLst>
              <a:ext uri="{FF2B5EF4-FFF2-40B4-BE49-F238E27FC236}">
                <a16:creationId xmlns:a16="http://schemas.microsoft.com/office/drawing/2014/main" id="{217819DD-E0F5-E655-0A70-204B4B372E39}"/>
              </a:ext>
            </a:extLst>
          </p:cNvPr>
          <p:cNvSpPr>
            <a:spLocks noGrp="1"/>
          </p:cNvSpPr>
          <p:nvPr>
            <p:ph idx="12" sz="quarter" type="sldNum"/>
          </p:nvPr>
        </p:nvSpPr>
        <p:spPr/>
        <p:txBody>
          <a:bodyPr/>
          <a:lstStyle/>
          <a:p>
            <a:fld id="{330EA680-D336-4FF7-8B7A-9848BB0A1C32}" type="slidenum">
              <a:rPr lang="en-US" smtClean="0">
                <a:solidFill>
                  <a:srgbClr val="000000"/>
                </a:solidFill>
              </a:rPr>
              <a:t>16</a:t>
            </a:fld>
            <a:endParaRPr lang="en-US"/>
          </a:p>
        </p:txBody>
      </p:sp>
      <p:pic>
        <p:nvPicPr>
          <p:cNvPr descr="the t-distribution " id="1026" name="Picture 2">
            <a:extLst>
              <a:ext uri="{FF2B5EF4-FFF2-40B4-BE49-F238E27FC236}">
                <a16:creationId xmlns:a16="http://schemas.microsoft.com/office/drawing/2014/main" id="{6E412200-6FB8-D478-C511-7F199B28650D}"/>
              </a:ext>
            </a:extLst>
          </p:cNvPr>
          <p:cNvPicPr>
            <a:picLocks noChangeArrowheads="1"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724650" y="1825625"/>
            <a:ext cx="5143500" cy="2705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3707281"/>
      </p:ext>
    </p:extLst>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ACDC8-7B3A-B6A1-480F-E9B2C344EF90}"/>
              </a:ext>
            </a:extLst>
          </p:cNvPr>
          <p:cNvSpPr>
            <a:spLocks noGrp="1"/>
          </p:cNvSpPr>
          <p:nvPr>
            <p:ph type="title"/>
          </p:nvPr>
        </p:nvSpPr>
        <p:spPr/>
        <p:txBody>
          <a:bodyPr/>
          <a:lstStyle/>
          <a:p>
            <a:r>
              <a:rPr dirty="0" lang="en-US"/>
              <a:t>T-Intervals for Means </a:t>
            </a:r>
          </a:p>
        </p:txBody>
      </p:sp>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D1A6AF4D-2B25-3651-E68C-CE7F5A87FEF5}"/>
                  </a:ext>
                </a:extLst>
              </p:cNvPr>
              <p:cNvSpPr>
                <a:spLocks noGrp="1"/>
              </p:cNvSpPr>
              <p:nvPr>
                <p:ph idx="1"/>
              </p:nvPr>
            </p:nvSpPr>
            <p:spPr/>
            <p:txBody>
              <a:bodyPr/>
              <a:lstStyle/>
              <a:p>
                <a:pPr indent="0" marL="0">
                  <a:buNone/>
                </a:pPr>
                <a14:m>
                  <m:oMathPara xmlns:m="http://schemas.openxmlformats.org/officeDocument/2006/math">
                    <m:oMathParaPr>
                      <m:jc m:val="centerGroup"/>
                    </m:oMathParaPr>
                    <m:oMath>
                      <m:r>
                        <a:rPr b="0" i="1" lang="en-US" smtClean="0">
                          <a:latin charset="0" panose="02040503050406030204" pitchFamily="18" typeface="Cambria Math"/>
                        </a:rPr>
                        <m:t>𝑐𝑜𝑛𝑓𝑖𝑑𝑒𝑛𝑐𝑒</m:t>
                      </m:r>
                      <m:r>
                        <a:rPr b="0" i="1" lang="en-US" smtClean="0">
                          <a:latin charset="0" panose="02040503050406030204" pitchFamily="18" typeface="Cambria Math"/>
                        </a:rPr>
                        <m:t> </m:t>
                      </m:r>
                      <m:r>
                        <a:rPr b="0" i="1" lang="en-US" smtClean="0">
                          <a:latin charset="0" panose="02040503050406030204" pitchFamily="18" typeface="Cambria Math"/>
                        </a:rPr>
                        <m:t>𝑖𝑛𝑡𝑒𝑟𝑣𝑎𝑙</m:t>
                      </m:r>
                      <m:r>
                        <a:rPr b="0" i="1" lang="en-US" smtClean="0">
                          <a:latin charset="0" panose="02040503050406030204" pitchFamily="18" typeface="Cambria Math"/>
                        </a:rPr>
                        <m:t>= </m:t>
                      </m:r>
                      <m:acc>
                        <m:accPr>
                          <m:chr m:val="̅"/>
                          <m:ctrlPr>
                            <a:rPr b="0" i="1" lang="en-US" smtClean="0">
                              <a:latin charset="0" panose="02040503050406030204" pitchFamily="18" typeface="Cambria Math"/>
                            </a:rPr>
                          </m:ctrlPr>
                        </m:accPr>
                        <m:e>
                          <m:r>
                            <a:rPr b="0" i="1" lang="en-US" smtClean="0">
                              <a:latin charset="0" panose="02040503050406030204" pitchFamily="18" typeface="Cambria Math"/>
                            </a:rPr>
                            <m:t>𝑥</m:t>
                          </m:r>
                        </m:e>
                      </m:acc>
                      <m:r>
                        <a:rPr b="0" i="1" lang="en-US" smtClean="0">
                          <a:latin charset="0" panose="02040503050406030204" pitchFamily="18" typeface="Cambria Math"/>
                        </a:rPr>
                        <m:t> </m:t>
                      </m:r>
                      <m:r>
                        <a:rPr b="0" i="1" lang="en-US" smtClean="0">
                          <a:latin charset="0" panose="02040503050406030204" pitchFamily="18" typeface="Cambria Math"/>
                          <a:ea charset="0" panose="02040503050406030204" pitchFamily="18" typeface="Cambria Math"/>
                        </a:rPr>
                        <m:t>±(</m:t>
                      </m:r>
                      <m:r>
                        <a:rPr b="0" i="1" lang="en-US" smtClean="0">
                          <a:latin charset="0" panose="02040503050406030204" pitchFamily="18" typeface="Cambria Math"/>
                          <a:ea charset="0" panose="02040503050406030204" pitchFamily="18" typeface="Cambria Math"/>
                        </a:rPr>
                        <m:t>𝑡</m:t>
                      </m:r>
                      <m:r>
                        <a:rPr b="0" i="1" lang="en-US" smtClean="0">
                          <a:latin charset="0" panose="02040503050406030204" pitchFamily="18" typeface="Cambria Math"/>
                          <a:ea charset="0" panose="02040503050406030204" pitchFamily="18" typeface="Cambria Math"/>
                        </a:rPr>
                        <m:t>∗</m:t>
                      </m:r>
                      <m:f>
                        <m:fPr>
                          <m:type m:val="skw"/>
                          <m:ctrlPr>
                            <a:rPr b="0" i="1" lang="en-US" smtClean="0">
                              <a:latin charset="0" panose="02040503050406030204" pitchFamily="18" typeface="Cambria Math"/>
                              <a:ea charset="0" panose="02040503050406030204" pitchFamily="18" typeface="Cambria Math"/>
                            </a:rPr>
                          </m:ctrlPr>
                        </m:fPr>
                        <m:num>
                          <m:r>
                            <a:rPr b="0" i="1" lang="en-US" smtClean="0">
                              <a:latin charset="0" panose="02040503050406030204" pitchFamily="18" typeface="Cambria Math"/>
                              <a:ea charset="0" panose="02040503050406030204" pitchFamily="18" typeface="Cambria Math"/>
                            </a:rPr>
                            <m:t>𝑠</m:t>
                          </m:r>
                        </m:num>
                        <m:den>
                          <m:rad>
                            <m:radPr>
                              <m:degHide m:val="on"/>
                              <m:ctrlPr>
                                <a:rPr b="0" i="1" lang="en-US" smtClean="0">
                                  <a:latin charset="0" panose="02040503050406030204" pitchFamily="18" typeface="Cambria Math"/>
                                  <a:ea charset="0" panose="02040503050406030204" pitchFamily="18" typeface="Cambria Math"/>
                                </a:rPr>
                              </m:ctrlPr>
                            </m:radPr>
                            <m:deg/>
                            <m:e>
                              <m:r>
                                <a:rPr b="0" i="1" lang="en-US" smtClean="0">
                                  <a:latin charset="0" panose="02040503050406030204" pitchFamily="18" typeface="Cambria Math"/>
                                  <a:ea charset="0" panose="02040503050406030204" pitchFamily="18" typeface="Cambria Math"/>
                                </a:rPr>
                                <m:t>𝑛</m:t>
                              </m:r>
                            </m:e>
                          </m:rad>
                        </m:den>
                      </m:f>
                      <m:r>
                        <a:rPr b="0" i="1" lang="en-US" smtClean="0">
                          <a:latin charset="0" panose="02040503050406030204" pitchFamily="18" typeface="Cambria Math"/>
                          <a:ea charset="0" panose="02040503050406030204" pitchFamily="18" typeface="Cambria Math"/>
                        </a:rPr>
                        <m:t>)</m:t>
                      </m:r>
                    </m:oMath>
                  </m:oMathPara>
                </a14:m>
                <a:endParaRPr dirty="0" lang="en-US"/>
              </a:p>
            </p:txBody>
          </p:sp>
        </mc:Choice>
        <mc:Fallback>
          <p:sp>
            <p:nvSpPr>
              <p:cNvPr id="3" name="Content Placeholder 2">
                <a:extLst>
                  <a:ext uri="{FF2B5EF4-FFF2-40B4-BE49-F238E27FC236}">
                    <a16:creationId xmlns:a16="http://schemas.microsoft.com/office/drawing/2014/main" id="{D1A6AF4D-2B25-3651-E68C-CE7F5A87FEF5}"/>
                  </a:ext>
                </a:extLst>
              </p:cNvPr>
              <p:cNvSpPr>
                <a:spLocks noAdjustHandles="1" noChangeArrowheads="1" noChangeAspect="1" noChangeShapeType="1" noEditPoints="1" noGrp="1" noMove="1" noResize="1" noRot="1" noTextEdit="1"/>
              </p:cNvSpPr>
              <p:nvPr>
                <p:ph idx="1"/>
              </p:nvPr>
            </p:nvSpPr>
            <p:spPr>
              <a:blipFill>
                <a:blip r:embed="rId2"/>
                <a:stretch>
                  <a:fillRect t="-20308"/>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442ACF17-7018-2251-0978-882581C173CE}"/>
              </a:ext>
            </a:extLst>
          </p:cNvPr>
          <p:cNvSpPr>
            <a:spLocks noGrp="1"/>
          </p:cNvSpPr>
          <p:nvPr>
            <p:ph idx="11" sz="quarter" type="ftr"/>
          </p:nvPr>
        </p:nvSpPr>
        <p:spPr/>
        <p:txBody>
          <a:bodyPr/>
          <a:lstStyle/>
          <a:p>
            <a:r>
              <a:rPr lang="en-US">
                <a:solidFill>
                  <a:srgbClr val="000000"/>
                </a:solidFill>
              </a:rPr>
              <a:t>Bowen C. </a:t>
            </a:r>
          </a:p>
        </p:txBody>
      </p:sp>
      <p:sp>
        <p:nvSpPr>
          <p:cNvPr id="5" name="Slide Number Placeholder 4">
            <a:extLst>
              <a:ext uri="{FF2B5EF4-FFF2-40B4-BE49-F238E27FC236}">
                <a16:creationId xmlns:a16="http://schemas.microsoft.com/office/drawing/2014/main" id="{35EAA44B-AE8B-7656-C09C-F0CFAA11B5CC}"/>
              </a:ext>
            </a:extLst>
          </p:cNvPr>
          <p:cNvSpPr>
            <a:spLocks noGrp="1"/>
          </p:cNvSpPr>
          <p:nvPr>
            <p:ph idx="12" sz="quarter" type="sldNum"/>
          </p:nvPr>
        </p:nvSpPr>
        <p:spPr/>
        <p:txBody>
          <a:bodyPr/>
          <a:lstStyle/>
          <a:p>
            <a:fld id="{330EA680-D336-4FF7-8B7A-9848BB0A1C32}" type="slidenum">
              <a:rPr lang="en-US" smtClean="0">
                <a:solidFill>
                  <a:srgbClr val="000000"/>
                </a:solidFill>
              </a:rPr>
              <a:t>17</a:t>
            </a:fld>
            <a:endParaRPr lang="en-US"/>
          </a:p>
        </p:txBody>
      </p:sp>
    </p:spTree>
    <p:extLst>
      <p:ext uri="{BB962C8B-B14F-4D97-AF65-F5344CB8AC3E}">
        <p14:creationId xmlns:p14="http://schemas.microsoft.com/office/powerpoint/2010/main" val="1015789680"/>
      </p:ext>
    </p:extLst>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39DA1-C625-691F-E937-66BBE18A9C4E}"/>
              </a:ext>
            </a:extLst>
          </p:cNvPr>
          <p:cNvSpPr>
            <a:spLocks noGrp="1"/>
          </p:cNvSpPr>
          <p:nvPr>
            <p:ph type="title"/>
          </p:nvPr>
        </p:nvSpPr>
        <p:spPr/>
        <p:txBody>
          <a:bodyPr/>
          <a:lstStyle/>
          <a:p>
            <a:r>
              <a:rPr dirty="0" lang="en-US"/>
              <a:t>Test Scores Example</a:t>
            </a:r>
          </a:p>
        </p:txBody>
      </p:sp>
      <p:sp>
        <p:nvSpPr>
          <p:cNvPr id="3" name="Content Placeholder 2">
            <a:extLst>
              <a:ext uri="{FF2B5EF4-FFF2-40B4-BE49-F238E27FC236}">
                <a16:creationId xmlns:a16="http://schemas.microsoft.com/office/drawing/2014/main" id="{D1F13ACE-FC55-10C5-C098-E8E99E325696}"/>
              </a:ext>
            </a:extLst>
          </p:cNvPr>
          <p:cNvSpPr>
            <a:spLocks noGrp="1"/>
          </p:cNvSpPr>
          <p:nvPr>
            <p:ph idx="1"/>
          </p:nvPr>
        </p:nvSpPr>
        <p:spPr/>
        <p:txBody>
          <a:bodyPr/>
          <a:lstStyle/>
          <a:p>
            <a:pPr indent="0" marL="0">
              <a:buNone/>
            </a:pPr>
            <a:r>
              <a:rPr dirty="0" lang="en-US"/>
              <a:t>To test a new method of teaching vocabulary, education researchers give a vocabulary test to 40 sixth-graders. The sample mean test score was 88.4 with a standard deviation of 7.2. Construct a 95% confidence interval to estimate the population mean test score.   </a:t>
            </a:r>
          </a:p>
        </p:txBody>
      </p:sp>
      <p:sp>
        <p:nvSpPr>
          <p:cNvPr id="4" name="Footer Placeholder 3">
            <a:extLst>
              <a:ext uri="{FF2B5EF4-FFF2-40B4-BE49-F238E27FC236}">
                <a16:creationId xmlns:a16="http://schemas.microsoft.com/office/drawing/2014/main" id="{A6BC17B8-037F-BE6F-EBD5-E9C1E4A9D390}"/>
              </a:ext>
            </a:extLst>
          </p:cNvPr>
          <p:cNvSpPr>
            <a:spLocks noGrp="1"/>
          </p:cNvSpPr>
          <p:nvPr>
            <p:ph idx="11" sz="quarter" type="ftr"/>
          </p:nvPr>
        </p:nvSpPr>
        <p:spPr/>
        <p:txBody>
          <a:bodyPr/>
          <a:lstStyle/>
          <a:p>
            <a:r>
              <a:rPr lang="en-US">
                <a:solidFill>
                  <a:srgbClr val="000000"/>
                </a:solidFill>
              </a:rPr>
              <a:t>Bowen C. </a:t>
            </a:r>
          </a:p>
        </p:txBody>
      </p:sp>
      <p:sp>
        <p:nvSpPr>
          <p:cNvPr id="5" name="Slide Number Placeholder 4">
            <a:extLst>
              <a:ext uri="{FF2B5EF4-FFF2-40B4-BE49-F238E27FC236}">
                <a16:creationId xmlns:a16="http://schemas.microsoft.com/office/drawing/2014/main" id="{7C9120B4-E615-6B8C-C2B5-9C6F328F6814}"/>
              </a:ext>
            </a:extLst>
          </p:cNvPr>
          <p:cNvSpPr>
            <a:spLocks noGrp="1"/>
          </p:cNvSpPr>
          <p:nvPr>
            <p:ph idx="12" sz="quarter" type="sldNum"/>
          </p:nvPr>
        </p:nvSpPr>
        <p:spPr/>
        <p:txBody>
          <a:bodyPr/>
          <a:lstStyle/>
          <a:p>
            <a:fld id="{330EA680-D336-4FF7-8B7A-9848BB0A1C32}" type="slidenum">
              <a:rPr lang="en-US" smtClean="0">
                <a:solidFill>
                  <a:srgbClr val="000000"/>
                </a:solidFill>
              </a:rPr>
              <a:t>18</a:t>
            </a:fld>
            <a:endParaRPr lang="en-US"/>
          </a:p>
        </p:txBody>
      </p:sp>
    </p:spTree>
    <p:extLst>
      <p:ext uri="{BB962C8B-B14F-4D97-AF65-F5344CB8AC3E}">
        <p14:creationId xmlns:p14="http://schemas.microsoft.com/office/powerpoint/2010/main" val="2462776229"/>
      </p:ext>
    </p:extLst>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E1100A02-3499-5E2E-C329-6715181C8A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C234EB-3140-2793-6B62-175A322C0A27}"/>
              </a:ext>
            </a:extLst>
          </p:cNvPr>
          <p:cNvSpPr>
            <a:spLocks noGrp="1"/>
          </p:cNvSpPr>
          <p:nvPr>
            <p:ph type="title"/>
          </p:nvPr>
        </p:nvSpPr>
        <p:spPr/>
        <p:txBody>
          <a:bodyPr/>
          <a:lstStyle/>
          <a:p>
            <a:r>
              <a:rPr dirty="0" lang="en-US"/>
              <a:t>Test Scores Example Solution</a:t>
            </a:r>
          </a:p>
        </p:txBody>
      </p:sp>
      <p:sp>
        <p:nvSpPr>
          <p:cNvPr id="3" name="Content Placeholder 2">
            <a:extLst>
              <a:ext uri="{FF2B5EF4-FFF2-40B4-BE49-F238E27FC236}">
                <a16:creationId xmlns:a16="http://schemas.microsoft.com/office/drawing/2014/main" id="{1E644E46-A739-A2F2-4A65-842CAFAE4E40}"/>
              </a:ext>
            </a:extLst>
          </p:cNvPr>
          <p:cNvSpPr>
            <a:spLocks noGrp="1"/>
          </p:cNvSpPr>
          <p:nvPr>
            <p:ph idx="1"/>
          </p:nvPr>
        </p:nvSpPr>
        <p:spPr/>
        <p:txBody>
          <a:bodyPr/>
          <a:lstStyle/>
          <a:p>
            <a:pPr indent="0" marL="0">
              <a:buNone/>
            </a:pPr>
            <a:r>
              <a:rPr dirty="0" lang="en-US"/>
              <a:t>To test a new method of teaching vocabulary, education researchers give a vocabulary test to 40 sixth-graders. The sample mean test score was 88.4 with a standard deviation of 7.2. Construct a 95% confidence interval to estimate the population mean test score.   </a:t>
            </a:r>
          </a:p>
          <a:p>
            <a:pPr indent="0" marL="0">
              <a:buNone/>
            </a:pPr>
            <a:r>
              <a:rPr b="1" dirty="0" i="1" lang="en-US">
                <a:solidFill>
                  <a:srgbClr val="B10000"/>
                </a:solidFill>
              </a:rPr>
              <a:t>confidence interval = (86.10, 90.70) </a:t>
            </a:r>
          </a:p>
          <a:p>
            <a:pPr indent="0" marL="0">
              <a:buNone/>
            </a:pPr>
            <a:r>
              <a:rPr b="1" dirty="0" i="1" lang="en-US">
                <a:solidFill>
                  <a:srgbClr val="B10000"/>
                </a:solidFill>
              </a:rPr>
              <a:t>We are 95% confident that the population mean test score is between 86.10 and 90.70 percent. </a:t>
            </a:r>
          </a:p>
        </p:txBody>
      </p:sp>
      <p:sp>
        <p:nvSpPr>
          <p:cNvPr id="4" name="Footer Placeholder 3">
            <a:extLst>
              <a:ext uri="{FF2B5EF4-FFF2-40B4-BE49-F238E27FC236}">
                <a16:creationId xmlns:a16="http://schemas.microsoft.com/office/drawing/2014/main" id="{5B84977F-D491-7E85-D34C-51A76664E925}"/>
              </a:ext>
            </a:extLst>
          </p:cNvPr>
          <p:cNvSpPr>
            <a:spLocks noGrp="1"/>
          </p:cNvSpPr>
          <p:nvPr>
            <p:ph idx="11" sz="quarter" type="ftr"/>
          </p:nvPr>
        </p:nvSpPr>
        <p:spPr/>
        <p:txBody>
          <a:bodyPr/>
          <a:lstStyle/>
          <a:p>
            <a:r>
              <a:rPr lang="en-US">
                <a:solidFill>
                  <a:srgbClr val="000000"/>
                </a:solidFill>
              </a:rPr>
              <a:t>Bowen C. </a:t>
            </a:r>
          </a:p>
        </p:txBody>
      </p:sp>
      <p:sp>
        <p:nvSpPr>
          <p:cNvPr id="5" name="Slide Number Placeholder 4">
            <a:extLst>
              <a:ext uri="{FF2B5EF4-FFF2-40B4-BE49-F238E27FC236}">
                <a16:creationId xmlns:a16="http://schemas.microsoft.com/office/drawing/2014/main" id="{A51AD5CC-2E62-51A5-016B-6D7A5A3439CA}"/>
              </a:ext>
            </a:extLst>
          </p:cNvPr>
          <p:cNvSpPr>
            <a:spLocks noGrp="1"/>
          </p:cNvSpPr>
          <p:nvPr>
            <p:ph idx="12" sz="quarter" type="sldNum"/>
          </p:nvPr>
        </p:nvSpPr>
        <p:spPr/>
        <p:txBody>
          <a:bodyPr/>
          <a:lstStyle/>
          <a:p>
            <a:fld id="{330EA680-D336-4FF7-8B7A-9848BB0A1C32}" type="slidenum">
              <a:rPr lang="en-US" smtClean="0">
                <a:solidFill>
                  <a:srgbClr val="000000"/>
                </a:solidFill>
              </a:rPr>
              <a:t>19</a:t>
            </a:fld>
            <a:endParaRPr lang="en-US"/>
          </a:p>
        </p:txBody>
      </p:sp>
    </p:spTree>
    <p:extLst>
      <p:ext uri="{BB962C8B-B14F-4D97-AF65-F5344CB8AC3E}">
        <p14:creationId xmlns:p14="http://schemas.microsoft.com/office/powerpoint/2010/main" val="3503771615"/>
      </p:ext>
    </p:extLst>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F0D2B-764A-7EC4-B283-F27393721055}"/>
              </a:ext>
            </a:extLst>
          </p:cNvPr>
          <p:cNvSpPr>
            <a:spLocks noGrp="1"/>
          </p:cNvSpPr>
          <p:nvPr>
            <p:ph type="title"/>
          </p:nvPr>
        </p:nvSpPr>
        <p:spPr/>
        <p:txBody>
          <a:bodyPr/>
          <a:lstStyle/>
          <a:p>
            <a:r>
              <a:rPr dirty="0" lang="en-US"/>
              <a:t>Calculating a Minimum Sample Size </a:t>
            </a:r>
          </a:p>
        </p:txBody>
      </p:sp>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BFD0F191-BDB5-12EE-88EC-5B5B4736BD7B}"/>
                  </a:ext>
                </a:extLst>
              </p:cNvPr>
              <p:cNvSpPr>
                <a:spLocks noGrp="1"/>
              </p:cNvSpPr>
              <p:nvPr>
                <p:ph idx="1"/>
              </p:nvPr>
            </p:nvSpPr>
            <p:spPr/>
            <p:txBody>
              <a:bodyPr/>
              <a:lstStyle/>
              <a:p>
                <a:pPr indent="0" marL="0">
                  <a:buNone/>
                </a:pPr>
                <a14:m>
                  <m:oMathPara xmlns:m="http://schemas.openxmlformats.org/officeDocument/2006/math">
                    <m:oMathParaPr>
                      <m:jc m:val="centerGroup"/>
                    </m:oMathParaPr>
                    <m:oMath>
                      <m:r>
                        <a:rPr b="0" i="1" lang="en-US" smtClean="0">
                          <a:latin charset="0" panose="02040503050406030204" pitchFamily="18" typeface="Cambria Math"/>
                        </a:rPr>
                        <m:t>𝑛</m:t>
                      </m:r>
                      <m:r>
                        <a:rPr b="0" i="1" lang="en-US" smtClean="0">
                          <a:latin charset="0" panose="02040503050406030204" pitchFamily="18" typeface="Cambria Math"/>
                        </a:rPr>
                        <m:t>=(</m:t>
                      </m:r>
                      <m:sSup>
                        <m:sSupPr>
                          <m:ctrlPr>
                            <a:rPr b="0" i="1" lang="en-US" smtClean="0">
                              <a:latin charset="0" panose="02040503050406030204" pitchFamily="18" typeface="Cambria Math"/>
                            </a:rPr>
                          </m:ctrlPr>
                        </m:sSupPr>
                        <m:e>
                          <m:r>
                            <a:rPr b="0" i="1" lang="en-US" smtClean="0">
                              <a:latin charset="0" panose="02040503050406030204" pitchFamily="18" typeface="Cambria Math"/>
                            </a:rPr>
                            <m:t>(</m:t>
                          </m:r>
                          <m:r>
                            <a:rPr b="0" i="1" lang="en-US" smtClean="0">
                              <a:latin charset="0" panose="02040503050406030204" pitchFamily="18" typeface="Cambria Math"/>
                            </a:rPr>
                            <m:t>𝑧</m:t>
                          </m:r>
                          <m:r>
                            <a:rPr b="0" i="1" lang="en-US" smtClean="0">
                              <a:latin charset="0" panose="02040503050406030204" pitchFamily="18" typeface="Cambria Math"/>
                            </a:rPr>
                            <m:t>∗</m:t>
                          </m:r>
                          <m:r>
                            <a:rPr b="0" i="1" lang="en-US" smtClean="0">
                              <a:latin charset="0" panose="02040503050406030204" pitchFamily="18" typeface="Cambria Math"/>
                              <a:ea charset="0" panose="02040503050406030204" pitchFamily="18" typeface="Cambria Math"/>
                            </a:rPr>
                            <m:t>𝜎</m:t>
                          </m:r>
                          <m:r>
                            <a:rPr b="0" i="1" lang="en-US" smtClean="0">
                              <a:latin charset="0" panose="02040503050406030204" pitchFamily="18" typeface="Cambria Math"/>
                              <a:ea charset="0" panose="02040503050406030204" pitchFamily="18" typeface="Cambria Math"/>
                            </a:rPr>
                            <m:t>)/</m:t>
                          </m:r>
                          <m:r>
                            <a:rPr b="0" i="1" lang="en-US" smtClean="0">
                              <a:latin charset="0" panose="02040503050406030204" pitchFamily="18" typeface="Cambria Math"/>
                              <a:ea charset="0" panose="02040503050406030204" pitchFamily="18" typeface="Cambria Math"/>
                            </a:rPr>
                            <m:t>𝑚</m:t>
                          </m:r>
                          <m:r>
                            <a:rPr b="0" i="1" lang="en-US" smtClean="0">
                              <a:latin charset="0" panose="02040503050406030204" pitchFamily="18" typeface="Cambria Math"/>
                              <a:ea charset="0" panose="02040503050406030204" pitchFamily="18" typeface="Cambria Math"/>
                            </a:rPr>
                            <m:t>)</m:t>
                          </m:r>
                        </m:e>
                        <m:sup>
                          <m:r>
                            <a:rPr b="0" i="1" lang="en-US" smtClean="0">
                              <a:latin charset="0" panose="02040503050406030204" pitchFamily="18" typeface="Cambria Math"/>
                            </a:rPr>
                            <m:t>2</m:t>
                          </m:r>
                        </m:sup>
                      </m:sSup>
                    </m:oMath>
                  </m:oMathPara>
                </a14:m>
                <a:endParaRPr dirty="0" lang="en-US"/>
              </a:p>
              <a:p>
                <a:pPr indent="0" marL="0">
                  <a:buNone/>
                </a:pPr>
                <a:endParaRPr dirty="0" lang="en-US"/>
              </a:p>
              <a:p>
                <a:pPr indent="0" marL="0">
                  <a:buNone/>
                </a:pPr>
                <a14:m>
                  <m:oMathPara xmlns:m="http://schemas.openxmlformats.org/officeDocument/2006/math">
                    <m:oMathParaPr>
                      <m:jc m:val="centerGroup"/>
                    </m:oMathParaPr>
                    <m:oMath>
                      <m:r>
                        <a:rPr b="0" i="1" lang="en-US" smtClean="0">
                          <a:latin charset="0" panose="02040503050406030204" pitchFamily="18" typeface="Cambria Math"/>
                        </a:rPr>
                        <m:t>𝑛</m:t>
                      </m:r>
                      <m:r>
                        <a:rPr b="0" i="1" lang="en-US" smtClean="0">
                          <a:latin charset="0" panose="02040503050406030204" pitchFamily="18" typeface="Cambria Math"/>
                        </a:rPr>
                        <m:t>= </m:t>
                      </m:r>
                      <m:sSup>
                        <m:sSupPr>
                          <m:ctrlPr>
                            <a:rPr b="0" i="1" lang="en-US" smtClean="0">
                              <a:latin charset="0" panose="02040503050406030204" pitchFamily="18" typeface="Cambria Math"/>
                            </a:rPr>
                          </m:ctrlPr>
                        </m:sSupPr>
                        <m:e>
                          <m:r>
                            <a:rPr b="0" i="1" lang="en-US" smtClean="0">
                              <a:latin charset="0" panose="02040503050406030204" pitchFamily="18" typeface="Cambria Math"/>
                            </a:rPr>
                            <m:t>((</m:t>
                          </m:r>
                          <m:r>
                            <a:rPr b="0" i="1" lang="en-US" smtClean="0">
                              <a:latin charset="0" panose="02040503050406030204" pitchFamily="18" typeface="Cambria Math"/>
                            </a:rPr>
                            <m:t>𝑧</m:t>
                          </m:r>
                          <m:r>
                            <a:rPr b="0" i="1" lang="en-US" smtClean="0">
                              <a:latin charset="0" panose="02040503050406030204" pitchFamily="18" typeface="Cambria Math"/>
                            </a:rPr>
                            <m:t>∗</m:t>
                          </m:r>
                          <m:r>
                            <a:rPr b="0" i="1" lang="en-US" smtClean="0">
                              <a:latin charset="0" panose="02040503050406030204" pitchFamily="18" typeface="Cambria Math"/>
                            </a:rPr>
                            <m:t>𝑠</m:t>
                          </m:r>
                          <m:r>
                            <a:rPr b="0" i="1" lang="en-US" smtClean="0">
                              <a:latin charset="0" panose="02040503050406030204" pitchFamily="18" typeface="Cambria Math"/>
                            </a:rPr>
                            <m:t>)/</m:t>
                          </m:r>
                          <m:r>
                            <a:rPr b="0" i="1" lang="en-US" smtClean="0">
                              <a:latin charset="0" panose="02040503050406030204" pitchFamily="18" typeface="Cambria Math"/>
                            </a:rPr>
                            <m:t>𝑚</m:t>
                          </m:r>
                          <m:r>
                            <a:rPr b="0" i="1" lang="en-US" smtClean="0">
                              <a:latin charset="0" panose="02040503050406030204" pitchFamily="18" typeface="Cambria Math"/>
                            </a:rPr>
                            <m:t>)</m:t>
                          </m:r>
                        </m:e>
                        <m:sup>
                          <m:r>
                            <a:rPr b="0" i="1" lang="en-US" smtClean="0">
                              <a:latin charset="0" panose="02040503050406030204" pitchFamily="18" typeface="Cambria Math"/>
                            </a:rPr>
                            <m:t>2</m:t>
                          </m:r>
                        </m:sup>
                      </m:sSup>
                    </m:oMath>
                  </m:oMathPara>
                </a14:m>
                <a:endParaRPr dirty="0" lang="en-US"/>
              </a:p>
              <a:p>
                <a:pPr indent="0" marL="0">
                  <a:buNone/>
                </a:pPr>
                <a:endParaRPr dirty="0" lang="en-US"/>
              </a:p>
              <a:p>
                <a:pPr indent="0" marL="0">
                  <a:buNone/>
                </a:pPr>
                <a:r>
                  <a:rPr dirty="0" lang="en-US"/>
                  <a:t>*Always round n </a:t>
                </a:r>
                <a:r>
                  <a:rPr b="1" dirty="0" lang="en-US"/>
                  <a:t>up</a:t>
                </a:r>
                <a:r>
                  <a:rPr dirty="0" lang="en-US"/>
                  <a:t> to the next whole number. </a:t>
                </a:r>
              </a:p>
            </p:txBody>
          </p:sp>
        </mc:Choice>
        <mc:Fallback>
          <p:sp>
            <p:nvSpPr>
              <p:cNvPr id="3" name="Content Placeholder 2">
                <a:extLst>
                  <a:ext uri="{FF2B5EF4-FFF2-40B4-BE49-F238E27FC236}">
                    <a16:creationId xmlns:a16="http://schemas.microsoft.com/office/drawing/2014/main" id="{BFD0F191-BDB5-12EE-88EC-5B5B4736BD7B}"/>
                  </a:ext>
                </a:extLst>
              </p:cNvPr>
              <p:cNvSpPr>
                <a:spLocks noAdjustHandles="1" noChangeArrowheads="1" noChangeAspect="1" noChangeShapeType="1" noEditPoints="1" noGrp="1" noMove="1" noResize="1" noRot="1" noTextEdit="1"/>
              </p:cNvSpPr>
              <p:nvPr>
                <p:ph idx="1"/>
              </p:nvPr>
            </p:nvSpPr>
            <p:spPr>
              <a:blipFill>
                <a:blip r:embed="rId2"/>
                <a:stretch>
                  <a:fillRect l="-1217"/>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7801000C-F911-3277-8283-0A2A65F1070E}"/>
              </a:ext>
            </a:extLst>
          </p:cNvPr>
          <p:cNvSpPr>
            <a:spLocks noGrp="1"/>
          </p:cNvSpPr>
          <p:nvPr>
            <p:ph idx="11" sz="quarter" type="ftr"/>
          </p:nvPr>
        </p:nvSpPr>
        <p:spPr/>
        <p:txBody>
          <a:bodyPr/>
          <a:lstStyle/>
          <a:p>
            <a:r>
              <a:rPr lang="en-US">
                <a:solidFill>
                  <a:srgbClr val="000000"/>
                </a:solidFill>
              </a:rPr>
              <a:t>Bowen C. </a:t>
            </a:r>
          </a:p>
        </p:txBody>
      </p:sp>
      <p:sp>
        <p:nvSpPr>
          <p:cNvPr id="5" name="Slide Number Placeholder 4">
            <a:extLst>
              <a:ext uri="{FF2B5EF4-FFF2-40B4-BE49-F238E27FC236}">
                <a16:creationId xmlns:a16="http://schemas.microsoft.com/office/drawing/2014/main" id="{E16F2006-10A4-D727-7CBF-7EA4D16AB73E}"/>
              </a:ext>
            </a:extLst>
          </p:cNvPr>
          <p:cNvSpPr>
            <a:spLocks noGrp="1"/>
          </p:cNvSpPr>
          <p:nvPr>
            <p:ph idx="12" sz="quarter" type="sldNum"/>
          </p:nvPr>
        </p:nvSpPr>
        <p:spPr/>
        <p:txBody>
          <a:bodyPr/>
          <a:lstStyle/>
          <a:p>
            <a:fld id="{330EA680-D336-4FF7-8B7A-9848BB0A1C32}" type="slidenum">
              <a:rPr lang="en-US" smtClean="0">
                <a:solidFill>
                  <a:srgbClr val="000000"/>
                </a:solidFill>
              </a:rPr>
              <a:t>20</a:t>
            </a:fld>
            <a:endParaRPr lang="en-US"/>
          </a:p>
        </p:txBody>
      </p:sp>
    </p:spTree>
    <p:extLst>
      <p:ext uri="{BB962C8B-B14F-4D97-AF65-F5344CB8AC3E}">
        <p14:creationId xmlns:p14="http://schemas.microsoft.com/office/powerpoint/2010/main" val="3535549150"/>
      </p:ext>
    </p:extLst>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AAD27-4E53-FC95-B422-7317CC099912}"/>
              </a:ext>
            </a:extLst>
          </p:cNvPr>
          <p:cNvSpPr>
            <a:spLocks noGrp="1"/>
          </p:cNvSpPr>
          <p:nvPr>
            <p:ph type="title"/>
          </p:nvPr>
        </p:nvSpPr>
        <p:spPr/>
        <p:txBody>
          <a:bodyPr/>
          <a:lstStyle/>
          <a:p>
            <a:r>
              <a:rPr dirty="0" lang="en-US"/>
              <a:t>Weighing Mice Example </a:t>
            </a:r>
          </a:p>
        </p:txBody>
      </p:sp>
      <p:sp>
        <p:nvSpPr>
          <p:cNvPr id="3" name="Content Placeholder 2">
            <a:extLst>
              <a:ext uri="{FF2B5EF4-FFF2-40B4-BE49-F238E27FC236}">
                <a16:creationId xmlns:a16="http://schemas.microsoft.com/office/drawing/2014/main" id="{7210D0B8-32EE-BB88-1390-ABAB83E19191}"/>
              </a:ext>
            </a:extLst>
          </p:cNvPr>
          <p:cNvSpPr>
            <a:spLocks noGrp="1"/>
          </p:cNvSpPr>
          <p:nvPr>
            <p:ph idx="1"/>
          </p:nvPr>
        </p:nvSpPr>
        <p:spPr/>
        <p:txBody>
          <a:bodyPr/>
          <a:lstStyle/>
          <a:p>
            <a:pPr indent="0" marL="0">
              <a:buNone/>
            </a:pPr>
            <a:r>
              <a:rPr dirty="0" lang="en-US"/>
              <a:t>Scientists want to estimate the mean weight of mice after they have been fed a special diet. In a previous study, a sample of 60 mice was weighed, and the sample standard deviation was 3 grams. Estimate the number of mice to be weighed to build a 95% confidence interval with a margin of error of 0.5 grams.   </a:t>
            </a:r>
          </a:p>
        </p:txBody>
      </p:sp>
      <p:sp>
        <p:nvSpPr>
          <p:cNvPr id="4" name="Footer Placeholder 3">
            <a:extLst>
              <a:ext uri="{FF2B5EF4-FFF2-40B4-BE49-F238E27FC236}">
                <a16:creationId xmlns:a16="http://schemas.microsoft.com/office/drawing/2014/main" id="{BF816663-60A5-32DC-9E9D-E209563E03B9}"/>
              </a:ext>
            </a:extLst>
          </p:cNvPr>
          <p:cNvSpPr>
            <a:spLocks noGrp="1"/>
          </p:cNvSpPr>
          <p:nvPr>
            <p:ph idx="11" sz="quarter" type="ftr"/>
          </p:nvPr>
        </p:nvSpPr>
        <p:spPr/>
        <p:txBody>
          <a:bodyPr/>
          <a:lstStyle/>
          <a:p>
            <a:r>
              <a:rPr lang="en-US">
                <a:solidFill>
                  <a:srgbClr val="000000"/>
                </a:solidFill>
              </a:rPr>
              <a:t>Bowen C. </a:t>
            </a:r>
          </a:p>
        </p:txBody>
      </p:sp>
      <p:sp>
        <p:nvSpPr>
          <p:cNvPr id="5" name="Slide Number Placeholder 4">
            <a:extLst>
              <a:ext uri="{FF2B5EF4-FFF2-40B4-BE49-F238E27FC236}">
                <a16:creationId xmlns:a16="http://schemas.microsoft.com/office/drawing/2014/main" id="{CB265866-9E0C-963E-6100-CA9A695A8E7B}"/>
              </a:ext>
            </a:extLst>
          </p:cNvPr>
          <p:cNvSpPr>
            <a:spLocks noGrp="1"/>
          </p:cNvSpPr>
          <p:nvPr>
            <p:ph idx="12" sz="quarter" type="sldNum"/>
          </p:nvPr>
        </p:nvSpPr>
        <p:spPr/>
        <p:txBody>
          <a:bodyPr/>
          <a:lstStyle/>
          <a:p>
            <a:fld id="{330EA680-D336-4FF7-8B7A-9848BB0A1C32}" type="slidenum">
              <a:rPr lang="en-US" smtClean="0">
                <a:solidFill>
                  <a:srgbClr val="000000"/>
                </a:solidFill>
              </a:rPr>
              <a:t>21</a:t>
            </a:fld>
            <a:endParaRPr lang="en-US"/>
          </a:p>
        </p:txBody>
      </p:sp>
    </p:spTree>
    <p:extLst>
      <p:ext uri="{BB962C8B-B14F-4D97-AF65-F5344CB8AC3E}">
        <p14:creationId xmlns:p14="http://schemas.microsoft.com/office/powerpoint/2010/main" val="1587643347"/>
      </p:ext>
    </p:extLst>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7E1DB890-653C-5959-4B7C-EC1D0AEB95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50D9F5-D3FB-E1B3-0D87-397C3A82D6C6}"/>
              </a:ext>
            </a:extLst>
          </p:cNvPr>
          <p:cNvSpPr>
            <a:spLocks noGrp="1"/>
          </p:cNvSpPr>
          <p:nvPr>
            <p:ph type="title"/>
          </p:nvPr>
        </p:nvSpPr>
        <p:spPr/>
        <p:txBody>
          <a:bodyPr/>
          <a:lstStyle/>
          <a:p>
            <a:r>
              <a:rPr dirty="0" lang="en-US"/>
              <a:t>Weighing Mice Solution  </a:t>
            </a:r>
          </a:p>
        </p:txBody>
      </p:sp>
      <p:sp>
        <p:nvSpPr>
          <p:cNvPr id="3" name="Content Placeholder 2">
            <a:extLst>
              <a:ext uri="{FF2B5EF4-FFF2-40B4-BE49-F238E27FC236}">
                <a16:creationId xmlns:a16="http://schemas.microsoft.com/office/drawing/2014/main" id="{15149FD7-05DE-7B61-93A3-D949198E7508}"/>
              </a:ext>
            </a:extLst>
          </p:cNvPr>
          <p:cNvSpPr>
            <a:spLocks noGrp="1"/>
          </p:cNvSpPr>
          <p:nvPr>
            <p:ph idx="1"/>
          </p:nvPr>
        </p:nvSpPr>
        <p:spPr/>
        <p:txBody>
          <a:bodyPr/>
          <a:lstStyle/>
          <a:p>
            <a:pPr indent="0" marL="0">
              <a:buNone/>
            </a:pPr>
            <a:r>
              <a:rPr dirty="0" lang="en-US"/>
              <a:t>Scientists want to estimate the mean weight of mice after they have been fed a special diet. In a previous study, a sample of 60 mice was weighed, and the sample standard deviation was 3 grams. Estimate the number of mice to be weighed to build a 95% confidence interval with a margin of error of 0.5 grams.   </a:t>
            </a:r>
          </a:p>
          <a:p>
            <a:pPr indent="0" marL="0">
              <a:buNone/>
            </a:pPr>
            <a:endParaRPr dirty="0" lang="en-US"/>
          </a:p>
          <a:p>
            <a:pPr indent="0" marL="0">
              <a:buNone/>
            </a:pPr>
            <a:r>
              <a:rPr b="1" dirty="0" i="1" lang="en-US">
                <a:solidFill>
                  <a:srgbClr val="B10000"/>
                </a:solidFill>
              </a:rPr>
              <a:t>We need to weigh at least 139 mice in the next study to achieve a margin of error of 0.5 grams. </a:t>
            </a:r>
          </a:p>
        </p:txBody>
      </p:sp>
      <p:sp>
        <p:nvSpPr>
          <p:cNvPr id="4" name="Footer Placeholder 3">
            <a:extLst>
              <a:ext uri="{FF2B5EF4-FFF2-40B4-BE49-F238E27FC236}">
                <a16:creationId xmlns:a16="http://schemas.microsoft.com/office/drawing/2014/main" id="{51B10653-A8FA-0B35-0A5C-73F8642B1DE6}"/>
              </a:ext>
            </a:extLst>
          </p:cNvPr>
          <p:cNvSpPr>
            <a:spLocks noGrp="1"/>
          </p:cNvSpPr>
          <p:nvPr>
            <p:ph idx="11" sz="quarter" type="ftr"/>
          </p:nvPr>
        </p:nvSpPr>
        <p:spPr/>
        <p:txBody>
          <a:bodyPr/>
          <a:lstStyle/>
          <a:p>
            <a:r>
              <a:rPr lang="en-US">
                <a:solidFill>
                  <a:srgbClr val="000000"/>
                </a:solidFill>
              </a:rPr>
              <a:t>Bowen C. </a:t>
            </a:r>
          </a:p>
        </p:txBody>
      </p:sp>
      <p:sp>
        <p:nvSpPr>
          <p:cNvPr id="5" name="Slide Number Placeholder 4">
            <a:extLst>
              <a:ext uri="{FF2B5EF4-FFF2-40B4-BE49-F238E27FC236}">
                <a16:creationId xmlns:a16="http://schemas.microsoft.com/office/drawing/2014/main" id="{8767E898-343C-9500-B081-7614F91FCFBE}"/>
              </a:ext>
            </a:extLst>
          </p:cNvPr>
          <p:cNvSpPr>
            <a:spLocks noGrp="1"/>
          </p:cNvSpPr>
          <p:nvPr>
            <p:ph idx="12" sz="quarter" type="sldNum"/>
          </p:nvPr>
        </p:nvSpPr>
        <p:spPr/>
        <p:txBody>
          <a:bodyPr/>
          <a:lstStyle/>
          <a:p>
            <a:fld id="{330EA680-D336-4FF7-8B7A-9848BB0A1C32}" type="slidenum">
              <a:rPr lang="en-US" smtClean="0">
                <a:solidFill>
                  <a:srgbClr val="000000"/>
                </a:solidFill>
              </a:rPr>
              <a:t>22</a:t>
            </a:fld>
            <a:endParaRPr lang="en-US"/>
          </a:p>
        </p:txBody>
      </p:sp>
    </p:spTree>
    <p:extLst>
      <p:ext uri="{BB962C8B-B14F-4D97-AF65-F5344CB8AC3E}">
        <p14:creationId xmlns:p14="http://schemas.microsoft.com/office/powerpoint/2010/main" val="3328676455"/>
      </p:ext>
    </p:extLst>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C8BCF-6698-D5A6-088E-F53566176ABC}"/>
              </a:ext>
            </a:extLst>
          </p:cNvPr>
          <p:cNvSpPr>
            <a:spLocks noGrp="1"/>
          </p:cNvSpPr>
          <p:nvPr>
            <p:ph type="title"/>
          </p:nvPr>
        </p:nvSpPr>
        <p:spPr/>
        <p:txBody>
          <a:bodyPr/>
          <a:lstStyle/>
          <a:p>
            <a:r>
              <a:rPr dirty="0" lang="en-US"/>
              <a:t>Choosing a Method for Means</a:t>
            </a:r>
          </a:p>
        </p:txBody>
      </p:sp>
      <p:sp>
        <p:nvSpPr>
          <p:cNvPr id="4" name="Footer Placeholder 3">
            <a:extLst>
              <a:ext uri="{FF2B5EF4-FFF2-40B4-BE49-F238E27FC236}">
                <a16:creationId xmlns:a16="http://schemas.microsoft.com/office/drawing/2014/main" id="{6E9B96A4-6358-ACB0-C12B-B40F7FA70709}"/>
              </a:ext>
            </a:extLst>
          </p:cNvPr>
          <p:cNvSpPr>
            <a:spLocks noGrp="1"/>
          </p:cNvSpPr>
          <p:nvPr>
            <p:ph idx="11" sz="quarter" type="ftr"/>
          </p:nvPr>
        </p:nvSpPr>
        <p:spPr/>
        <p:txBody>
          <a:bodyPr/>
          <a:lstStyle/>
          <a:p>
            <a:r>
              <a:rPr lang="en-US">
                <a:solidFill>
                  <a:srgbClr val="000000"/>
                </a:solidFill>
              </a:rPr>
              <a:t>Bowen C. </a:t>
            </a:r>
          </a:p>
        </p:txBody>
      </p:sp>
      <p:sp>
        <p:nvSpPr>
          <p:cNvPr id="5" name="Slide Number Placeholder 4">
            <a:extLst>
              <a:ext uri="{FF2B5EF4-FFF2-40B4-BE49-F238E27FC236}">
                <a16:creationId xmlns:a16="http://schemas.microsoft.com/office/drawing/2014/main" id="{706D1CDD-7E8A-8F31-1C94-6D4E5C2AB073}"/>
              </a:ext>
            </a:extLst>
          </p:cNvPr>
          <p:cNvSpPr>
            <a:spLocks noGrp="1"/>
          </p:cNvSpPr>
          <p:nvPr>
            <p:ph idx="12" sz="quarter" type="sldNum"/>
          </p:nvPr>
        </p:nvSpPr>
        <p:spPr/>
        <p:txBody>
          <a:bodyPr/>
          <a:lstStyle/>
          <a:p>
            <a:fld id="{330EA680-D336-4FF7-8B7A-9848BB0A1C32}" type="slidenum">
              <a:rPr lang="en-US" smtClean="0">
                <a:solidFill>
                  <a:srgbClr val="000000"/>
                </a:solidFill>
              </a:rPr>
              <a:t>23</a:t>
            </a:fld>
            <a:endParaRPr lang="en-US"/>
          </a:p>
        </p:txBody>
      </p:sp>
      <p:pic>
        <p:nvPicPr>
          <p:cNvPr descr="Flow chart for confidence intervals for means" id="2050" name="Picture 2">
            <a:extLst>
              <a:ext uri="{FF2B5EF4-FFF2-40B4-BE49-F238E27FC236}">
                <a16:creationId xmlns:a16="http://schemas.microsoft.com/office/drawing/2014/main" id="{40462753-1144-8071-AFC0-DF33AD8B1869}"/>
              </a:ext>
            </a:extLst>
          </p:cNvPr>
          <p:cNvPicPr>
            <a:picLocks noChangeArrowheads="1" noChangeAspect="1"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82008" y="1825625"/>
            <a:ext cx="8227984"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3013724"/>
      </p:ext>
    </p:extLst>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4DB4B-BF6E-B27A-5E82-BD0BBBE33164}"/>
              </a:ext>
            </a:extLst>
          </p:cNvPr>
          <p:cNvSpPr>
            <a:spLocks noGrp="1"/>
          </p:cNvSpPr>
          <p:nvPr>
            <p:ph type="title"/>
          </p:nvPr>
        </p:nvSpPr>
        <p:spPr/>
        <p:txBody>
          <a:bodyPr/>
          <a:lstStyle/>
          <a:p>
            <a:r>
              <a:rPr dirty="0" lang="en-US"/>
              <a:t>Confidence Intervals for Proportions </a:t>
            </a:r>
          </a:p>
        </p:txBody>
      </p:sp>
      <p:sp>
        <p:nvSpPr>
          <p:cNvPr id="3" name="Content Placeholder 2">
            <a:extLst>
              <a:ext uri="{FF2B5EF4-FFF2-40B4-BE49-F238E27FC236}">
                <a16:creationId xmlns:a16="http://schemas.microsoft.com/office/drawing/2014/main" id="{BC84C25C-157F-0E75-7FD1-C92EC0217835}"/>
              </a:ext>
            </a:extLst>
          </p:cNvPr>
          <p:cNvSpPr>
            <a:spLocks noGrp="1"/>
          </p:cNvSpPr>
          <p:nvPr>
            <p:ph idx="1"/>
          </p:nvPr>
        </p:nvSpPr>
        <p:spPr/>
        <p:txBody>
          <a:bodyPr>
            <a:normAutofit/>
          </a:bodyPr>
          <a:lstStyle/>
          <a:p>
            <a:pPr indent="0" marL="0">
              <a:buNone/>
            </a:pPr>
            <a:r>
              <a:rPr b="1" dirty="0" lang="en-US"/>
              <a:t>Conditions:</a:t>
            </a:r>
          </a:p>
          <a:p>
            <a:pPr indent="-514350" marL="514350">
              <a:buAutoNum type="arabicPeriod"/>
            </a:pPr>
            <a:r>
              <a:rPr dirty="0" lang="en-US"/>
              <a:t>The sample must be a SRS.   </a:t>
            </a:r>
          </a:p>
          <a:p>
            <a:pPr indent="-514350" marL="514350">
              <a:buAutoNum type="arabicPeriod"/>
            </a:pPr>
            <a:r>
              <a:rPr dirty="0" lang="en-US"/>
              <a:t>The population is at least 20 times as large as the sample.   </a:t>
            </a:r>
          </a:p>
          <a:p>
            <a:pPr indent="-514350" marL="514350">
              <a:buAutoNum type="arabicPeriod"/>
            </a:pPr>
            <a:r>
              <a:rPr dirty="0" lang="en-US"/>
              <a:t>The items in the population are divided into two categories </a:t>
            </a:r>
            <a:br>
              <a:rPr dirty="0" lang="en-US"/>
            </a:br>
            <a:r>
              <a:rPr dirty="0" lang="en-US"/>
              <a:t>(p and not p).   </a:t>
            </a:r>
          </a:p>
          <a:p>
            <a:pPr indent="-514350" marL="514350">
              <a:buAutoNum type="arabicPeriod"/>
            </a:pPr>
            <a:r>
              <a:rPr dirty="0" lang="en-US"/>
              <a:t>To use a normal approximation, we have to have a sample size that meets the following conditions:      </a:t>
            </a:r>
          </a:p>
          <a:p>
            <a:pPr algn="ctr" indent="0" marL="0">
              <a:buNone/>
            </a:pPr>
            <a:r>
              <a:rPr dirty="0" lang="en-US"/>
              <a:t>np  ≥  10      and     n(1-p)  ≥  10   </a:t>
            </a:r>
          </a:p>
        </p:txBody>
      </p:sp>
      <p:sp>
        <p:nvSpPr>
          <p:cNvPr id="4" name="Footer Placeholder 3">
            <a:extLst>
              <a:ext uri="{FF2B5EF4-FFF2-40B4-BE49-F238E27FC236}">
                <a16:creationId xmlns:a16="http://schemas.microsoft.com/office/drawing/2014/main" id="{E9FEEAE9-14D6-6D53-BAD1-4C21D1ECF6A6}"/>
              </a:ext>
            </a:extLst>
          </p:cNvPr>
          <p:cNvSpPr>
            <a:spLocks noGrp="1"/>
          </p:cNvSpPr>
          <p:nvPr>
            <p:ph idx="11" sz="quarter" type="ftr"/>
          </p:nvPr>
        </p:nvSpPr>
        <p:spPr/>
        <p:txBody>
          <a:bodyPr/>
          <a:lstStyle/>
          <a:p>
            <a:r>
              <a:rPr lang="en-US">
                <a:solidFill>
                  <a:srgbClr val="000000"/>
                </a:solidFill>
              </a:rPr>
              <a:t>Bowen C. </a:t>
            </a:r>
          </a:p>
        </p:txBody>
      </p:sp>
      <p:sp>
        <p:nvSpPr>
          <p:cNvPr id="5" name="Slide Number Placeholder 4">
            <a:extLst>
              <a:ext uri="{FF2B5EF4-FFF2-40B4-BE49-F238E27FC236}">
                <a16:creationId xmlns:a16="http://schemas.microsoft.com/office/drawing/2014/main" id="{03A15B71-2B4E-39D4-F283-7C830E920B18}"/>
              </a:ext>
            </a:extLst>
          </p:cNvPr>
          <p:cNvSpPr>
            <a:spLocks noGrp="1"/>
          </p:cNvSpPr>
          <p:nvPr>
            <p:ph idx="12" sz="quarter" type="sldNum"/>
          </p:nvPr>
        </p:nvSpPr>
        <p:spPr/>
        <p:txBody>
          <a:bodyPr/>
          <a:lstStyle/>
          <a:p>
            <a:fld id="{330EA680-D336-4FF7-8B7A-9848BB0A1C32}" type="slidenum">
              <a:rPr lang="en-US" smtClean="0">
                <a:solidFill>
                  <a:srgbClr val="000000"/>
                </a:solidFill>
              </a:rPr>
              <a:t>24</a:t>
            </a:fld>
            <a:endParaRPr lang="en-US"/>
          </a:p>
        </p:txBody>
      </p:sp>
    </p:spTree>
    <p:extLst>
      <p:ext uri="{BB962C8B-B14F-4D97-AF65-F5344CB8AC3E}">
        <p14:creationId xmlns:p14="http://schemas.microsoft.com/office/powerpoint/2010/main" val="3751135715"/>
      </p:ext>
    </p:extLst>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A371A-7713-132A-14B1-B0991343A761}"/>
              </a:ext>
            </a:extLst>
          </p:cNvPr>
          <p:cNvSpPr>
            <a:spLocks noGrp="1"/>
          </p:cNvSpPr>
          <p:nvPr>
            <p:ph type="title"/>
          </p:nvPr>
        </p:nvSpPr>
        <p:spPr/>
        <p:txBody>
          <a:bodyPr/>
          <a:lstStyle/>
          <a:p>
            <a:r>
              <a:rPr dirty="0" lang="en-US"/>
              <a:t>The Standard Error </a:t>
            </a:r>
          </a:p>
        </p:txBody>
      </p:sp>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FF6D4CA8-71A5-83FB-B220-D78794DDA7E5}"/>
                  </a:ext>
                </a:extLst>
              </p:cNvPr>
              <p:cNvSpPr>
                <a:spLocks noGrp="1"/>
              </p:cNvSpPr>
              <p:nvPr>
                <p:ph idx="1"/>
              </p:nvPr>
            </p:nvSpPr>
            <p:spPr>
              <a:xfrm>
                <a:off x="838200" y="1825625"/>
                <a:ext cx="11011930" cy="4351338"/>
              </a:xfrm>
            </p:spPr>
            <p:txBody>
              <a:bodyPr>
                <a:normAutofit fontScale="92500" lnSpcReduction="20000"/>
              </a:bodyPr>
              <a:lstStyle/>
              <a:p>
                <a:pPr indent="0" marL="0">
                  <a:buNone/>
                </a:pPr>
                <a:r>
                  <a:rPr dirty="0" lang="en-US"/>
                  <a:t>Let’s review the sampling distribution of sample proportions:   </a:t>
                </a:r>
              </a:p>
              <a:p>
                <a:pPr indent="0" marL="0">
                  <a:buNone/>
                </a:pPr>
                <a:r>
                  <a:rPr dirty="0" lang="en-US"/>
                  <a:t> </a:t>
                </a:r>
              </a:p>
              <a:p>
                <a:pPr indent="0" marL="0">
                  <a:buNone/>
                </a:pPr>
                <a14:m>
                  <m:oMathPara xmlns:m="http://schemas.openxmlformats.org/officeDocument/2006/math">
                    <m:oMathParaPr>
                      <m:jc m:val="centerGroup"/>
                    </m:oMathParaPr>
                    <m:oMath>
                      <m:acc>
                        <m:accPr>
                          <m:chr m:val="̂"/>
                          <m:ctrlPr>
                            <a:rPr i="1" lang="en-US" smtClean="0">
                              <a:latin charset="0" panose="02040503050406030204" pitchFamily="18" typeface="Cambria Math"/>
                            </a:rPr>
                          </m:ctrlPr>
                        </m:accPr>
                        <m:e>
                          <m:r>
                            <a:rPr b="0" i="1" lang="en-US" smtClean="0">
                              <a:latin charset="0" panose="02040503050406030204" pitchFamily="18" typeface="Cambria Math"/>
                            </a:rPr>
                            <m:t>𝑝</m:t>
                          </m:r>
                        </m:e>
                      </m:acc>
                      <m:r>
                        <a:rPr b="0" i="1" lang="en-US" smtClean="0">
                          <a:latin charset="0" panose="02040503050406030204" pitchFamily="18" typeface="Cambria Math"/>
                        </a:rPr>
                        <m:t>~</m:t>
                      </m:r>
                      <m:r>
                        <a:rPr b="0" i="1" lang="en-US" smtClean="0">
                          <a:latin charset="0" panose="02040503050406030204" pitchFamily="18" typeface="Cambria Math"/>
                        </a:rPr>
                        <m:t>𝑁</m:t>
                      </m:r>
                      <m:r>
                        <a:rPr b="0" i="1" lang="en-US" smtClean="0">
                          <a:latin charset="0" panose="02040503050406030204" pitchFamily="18" typeface="Cambria Math"/>
                        </a:rPr>
                        <m:t>(</m:t>
                      </m:r>
                      <m:r>
                        <a:rPr b="0" i="1" lang="en-US" smtClean="0">
                          <a:latin charset="0" panose="02040503050406030204" pitchFamily="18" typeface="Cambria Math"/>
                        </a:rPr>
                        <m:t>𝑝</m:t>
                      </m:r>
                      <m:r>
                        <a:rPr b="0" i="1" lang="en-US" smtClean="0">
                          <a:latin charset="0" panose="02040503050406030204" pitchFamily="18" typeface="Cambria Math"/>
                        </a:rPr>
                        <m:t>, </m:t>
                      </m:r>
                      <m:rad>
                        <m:radPr>
                          <m:degHide m:val="on"/>
                          <m:ctrlPr>
                            <a:rPr b="0" i="1" lang="en-US" smtClean="0">
                              <a:latin charset="0" panose="02040503050406030204" pitchFamily="18" typeface="Cambria Math"/>
                            </a:rPr>
                          </m:ctrlPr>
                        </m:radPr>
                        <m:deg/>
                        <m:e>
                          <m:f>
                            <m:fPr>
                              <m:ctrlPr>
                                <a:rPr b="0" i="1" lang="en-US" smtClean="0">
                                  <a:latin charset="0" panose="02040503050406030204" pitchFamily="18" typeface="Cambria Math"/>
                                </a:rPr>
                              </m:ctrlPr>
                            </m:fPr>
                            <m:num>
                              <m:r>
                                <a:rPr b="0" i="1" lang="en-US" smtClean="0">
                                  <a:latin charset="0" panose="02040503050406030204" pitchFamily="18" typeface="Cambria Math"/>
                                </a:rPr>
                                <m:t>𝑝</m:t>
                              </m:r>
                              <m:d>
                                <m:dPr>
                                  <m:ctrlPr>
                                    <a:rPr b="0" i="1" lang="en-US" smtClean="0">
                                      <a:latin charset="0" panose="02040503050406030204" pitchFamily="18" typeface="Cambria Math"/>
                                    </a:rPr>
                                  </m:ctrlPr>
                                </m:dPr>
                                <m:e>
                                  <m:r>
                                    <a:rPr b="0" i="1" lang="en-US" smtClean="0">
                                      <a:latin charset="0" panose="02040503050406030204" pitchFamily="18" typeface="Cambria Math"/>
                                    </a:rPr>
                                    <m:t>1−</m:t>
                                  </m:r>
                                  <m:r>
                                    <a:rPr b="0" i="1" lang="en-US" smtClean="0">
                                      <a:latin charset="0" panose="02040503050406030204" pitchFamily="18" typeface="Cambria Math"/>
                                    </a:rPr>
                                    <m:t>𝑝</m:t>
                                  </m:r>
                                </m:e>
                              </m:d>
                            </m:num>
                            <m:den>
                              <m:r>
                                <a:rPr b="0" i="1" lang="en-US" smtClean="0">
                                  <a:latin charset="0" panose="02040503050406030204" pitchFamily="18" typeface="Cambria Math"/>
                                </a:rPr>
                                <m:t>𝑛</m:t>
                              </m:r>
                            </m:den>
                          </m:f>
                        </m:e>
                      </m:rad>
                      <m:r>
                        <a:rPr b="0" i="0" lang="en-US" smtClean="0">
                          <a:latin charset="0" panose="02040503050406030204" pitchFamily="18" typeface="Cambria Math"/>
                        </a:rPr>
                        <m:t>)</m:t>
                      </m:r>
                    </m:oMath>
                  </m:oMathPara>
                </a14:m>
                <a:endParaRPr dirty="0" lang="en-US"/>
              </a:p>
              <a:p>
                <a:pPr indent="0" marL="0">
                  <a:buNone/>
                </a:pPr>
                <a:r>
                  <a:rPr dirty="0" lang="en-US"/>
                  <a:t>Notice that our sampling distribution standard deviation uses p. Therefore, we are going to use formulas using the sample proportion.  </a:t>
                </a:r>
              </a:p>
              <a:p>
                <a:pPr indent="0" marL="0">
                  <a:buNone/>
                </a:pPr>
                <a:endParaRPr dirty="0" lang="en-US"/>
              </a:p>
              <a:p>
                <a:pPr indent="0" marL="0">
                  <a:buNone/>
                </a:pPr>
                <a:r>
                  <a:rPr dirty="0" lang="en-US"/>
                  <a:t>Standard error = </a:t>
                </a:r>
                <a14:m>
                  <m:oMath xmlns:m="http://schemas.openxmlformats.org/officeDocument/2006/math">
                    <m:rad>
                      <m:radPr>
                        <m:degHide m:val="on"/>
                        <m:ctrlPr>
                          <a:rPr i="1" lang="en-US" smtClean="0">
                            <a:latin charset="0" panose="02040503050406030204" pitchFamily="18" typeface="Cambria Math"/>
                          </a:rPr>
                        </m:ctrlPr>
                      </m:radPr>
                      <m:deg/>
                      <m:e>
                        <m:acc>
                          <m:accPr>
                            <m:chr m:val="̂"/>
                            <m:ctrlPr>
                              <a:rPr i="1" lang="en-US" smtClean="0">
                                <a:latin charset="0" panose="02040503050406030204" pitchFamily="18" typeface="Cambria Math"/>
                              </a:rPr>
                            </m:ctrlPr>
                          </m:accPr>
                          <m:e>
                            <m:r>
                              <a:rPr b="0" i="1" lang="en-US" smtClean="0">
                                <a:latin charset="0" panose="02040503050406030204" pitchFamily="18" typeface="Cambria Math"/>
                              </a:rPr>
                              <m:t>𝑝</m:t>
                            </m:r>
                          </m:e>
                        </m:acc>
                        <m:r>
                          <a:rPr b="0" i="1" lang="en-US" smtClean="0">
                            <a:latin charset="0" panose="02040503050406030204" pitchFamily="18" typeface="Cambria Math"/>
                          </a:rPr>
                          <m:t>(1−</m:t>
                        </m:r>
                        <m:acc>
                          <m:accPr>
                            <m:chr m:val="̂"/>
                            <m:ctrlPr>
                              <a:rPr b="0" i="1" lang="en-US" smtClean="0">
                                <a:latin charset="0" panose="02040503050406030204" pitchFamily="18" typeface="Cambria Math"/>
                              </a:rPr>
                            </m:ctrlPr>
                          </m:accPr>
                          <m:e>
                            <m:r>
                              <a:rPr b="0" i="1" lang="en-US" smtClean="0">
                                <a:latin charset="0" panose="02040503050406030204" pitchFamily="18" typeface="Cambria Math"/>
                              </a:rPr>
                              <m:t>𝑝</m:t>
                            </m:r>
                          </m:e>
                        </m:acc>
                        <m:r>
                          <a:rPr b="0" i="1" lang="en-US" smtClean="0">
                            <a:latin charset="0" panose="02040503050406030204" pitchFamily="18" typeface="Cambria Math"/>
                          </a:rPr>
                          <m:t>)/</m:t>
                        </m:r>
                        <m:r>
                          <a:rPr b="0" i="1" lang="en-US" smtClean="0">
                            <a:latin charset="0" panose="02040503050406030204" pitchFamily="18" typeface="Cambria Math"/>
                          </a:rPr>
                          <m:t>𝑛</m:t>
                        </m:r>
                      </m:e>
                    </m:rad>
                  </m:oMath>
                </a14:m>
                <a:endParaRPr dirty="0" lang="en-US"/>
              </a:p>
              <a:p>
                <a:pPr indent="0" marL="0">
                  <a:buNone/>
                </a:pPr>
                <a:r>
                  <a:rPr dirty="0" lang="en-US"/>
                  <a:t>Margin of error = </a:t>
                </a:r>
                <a14:m>
                  <m:oMath xmlns:m="http://schemas.openxmlformats.org/officeDocument/2006/math">
                    <m:r>
                      <m:rPr>
                        <m:sty m:val="p"/>
                      </m:rPr>
                      <a:rPr b="0" i="0" lang="en-US" smtClean="0">
                        <a:latin charset="0" panose="02040503050406030204" pitchFamily="18" typeface="Cambria Math"/>
                      </a:rPr>
                      <m:t>z</m:t>
                    </m:r>
                    <m:r>
                      <a:rPr b="0" i="0" lang="en-US" smtClean="0">
                        <a:latin charset="0" panose="02040503050406030204" pitchFamily="18" typeface="Cambria Math"/>
                      </a:rPr>
                      <m:t>∗</m:t>
                    </m:r>
                    <m:rad>
                      <m:radPr>
                        <m:degHide m:val="on"/>
                        <m:ctrlPr>
                          <a:rPr i="1" lang="en-US">
                            <a:latin charset="0" panose="02040503050406030204" pitchFamily="18" typeface="Cambria Math"/>
                          </a:rPr>
                        </m:ctrlPr>
                      </m:radPr>
                      <m:deg/>
                      <m:e>
                        <m:acc>
                          <m:accPr>
                            <m:chr m:val="̂"/>
                            <m:ctrlPr>
                              <a:rPr i="1" lang="en-US">
                                <a:latin charset="0" panose="02040503050406030204" pitchFamily="18" typeface="Cambria Math"/>
                              </a:rPr>
                            </m:ctrlPr>
                          </m:accPr>
                          <m:e>
                            <m:r>
                              <a:rPr i="1" lang="en-US">
                                <a:latin charset="0" panose="02040503050406030204" pitchFamily="18" typeface="Cambria Math"/>
                              </a:rPr>
                              <m:t>𝑝</m:t>
                            </m:r>
                          </m:e>
                        </m:acc>
                        <m:r>
                          <a:rPr i="1" lang="en-US">
                            <a:latin charset="0" panose="02040503050406030204" pitchFamily="18" typeface="Cambria Math"/>
                          </a:rPr>
                          <m:t>(1−</m:t>
                        </m:r>
                        <m:acc>
                          <m:accPr>
                            <m:chr m:val="̂"/>
                            <m:ctrlPr>
                              <a:rPr i="1" lang="en-US">
                                <a:latin charset="0" panose="02040503050406030204" pitchFamily="18" typeface="Cambria Math"/>
                              </a:rPr>
                            </m:ctrlPr>
                          </m:accPr>
                          <m:e>
                            <m:r>
                              <a:rPr i="1" lang="en-US">
                                <a:latin charset="0" panose="02040503050406030204" pitchFamily="18" typeface="Cambria Math"/>
                              </a:rPr>
                              <m:t>𝑝</m:t>
                            </m:r>
                          </m:e>
                        </m:acc>
                        <m:r>
                          <a:rPr i="1" lang="en-US">
                            <a:latin charset="0" panose="02040503050406030204" pitchFamily="18" typeface="Cambria Math"/>
                          </a:rPr>
                          <m:t>)/</m:t>
                        </m:r>
                        <m:r>
                          <a:rPr i="1" lang="en-US">
                            <a:latin charset="0" panose="02040503050406030204" pitchFamily="18" typeface="Cambria Math"/>
                          </a:rPr>
                          <m:t>𝑛</m:t>
                        </m:r>
                      </m:e>
                    </m:rad>
                  </m:oMath>
                </a14:m>
                <a:endParaRPr dirty="0" lang="en-US"/>
              </a:p>
              <a:p>
                <a:pPr indent="0" marL="0">
                  <a:buNone/>
                </a:pPr>
                <a:r>
                  <a:rPr dirty="0" lang="en-US"/>
                  <a:t>Confidence interval = </a:t>
                </a:r>
                <a14:m>
                  <m:oMath xmlns:m="http://schemas.openxmlformats.org/officeDocument/2006/math">
                    <m:acc>
                      <m:accPr>
                        <m:chr m:val="̂"/>
                        <m:ctrlPr>
                          <a:rPr i="1" lang="en-US" smtClean="0">
                            <a:latin charset="0" panose="02040503050406030204" pitchFamily="18" typeface="Cambria Math"/>
                          </a:rPr>
                        </m:ctrlPr>
                      </m:accPr>
                      <m:e>
                        <m:r>
                          <a:rPr b="0" i="1" lang="en-US" smtClean="0">
                            <a:latin charset="0" panose="02040503050406030204" pitchFamily="18" typeface="Cambria Math"/>
                          </a:rPr>
                          <m:t>𝑝</m:t>
                        </m:r>
                      </m:e>
                    </m:acc>
                    <m:r>
                      <a:rPr i="1" lang="en-US" smtClean="0">
                        <a:latin charset="0" panose="02040503050406030204" pitchFamily="18" typeface="Cambria Math"/>
                        <a:ea charset="0" panose="02040503050406030204" pitchFamily="18" typeface="Cambria Math"/>
                      </a:rPr>
                      <m:t>±</m:t>
                    </m:r>
                    <m:r>
                      <m:rPr>
                        <m:sty m:val="p"/>
                      </m:rPr>
                      <a:rPr lang="en-US">
                        <a:latin charset="0" panose="02040503050406030204" pitchFamily="18" typeface="Cambria Math"/>
                      </a:rPr>
                      <m:t>z</m:t>
                    </m:r>
                    <m:r>
                      <a:rPr lang="en-US">
                        <a:latin charset="0" panose="02040503050406030204" pitchFamily="18" typeface="Cambria Math"/>
                      </a:rPr>
                      <m:t>∗</m:t>
                    </m:r>
                    <m:rad>
                      <m:radPr>
                        <m:degHide m:val="on"/>
                        <m:ctrlPr>
                          <a:rPr i="1" lang="en-US">
                            <a:latin charset="0" panose="02040503050406030204" pitchFamily="18" typeface="Cambria Math"/>
                          </a:rPr>
                        </m:ctrlPr>
                      </m:radPr>
                      <m:deg/>
                      <m:e>
                        <m:acc>
                          <m:accPr>
                            <m:chr m:val="̂"/>
                            <m:ctrlPr>
                              <a:rPr i="1" lang="en-US">
                                <a:latin charset="0" panose="02040503050406030204" pitchFamily="18" typeface="Cambria Math"/>
                              </a:rPr>
                            </m:ctrlPr>
                          </m:accPr>
                          <m:e>
                            <m:r>
                              <a:rPr i="1" lang="en-US">
                                <a:latin charset="0" panose="02040503050406030204" pitchFamily="18" typeface="Cambria Math"/>
                              </a:rPr>
                              <m:t>𝑝</m:t>
                            </m:r>
                          </m:e>
                        </m:acc>
                        <m:r>
                          <a:rPr i="1" lang="en-US">
                            <a:latin charset="0" panose="02040503050406030204" pitchFamily="18" typeface="Cambria Math"/>
                          </a:rPr>
                          <m:t>(1−</m:t>
                        </m:r>
                        <m:acc>
                          <m:accPr>
                            <m:chr m:val="̂"/>
                            <m:ctrlPr>
                              <a:rPr i="1" lang="en-US">
                                <a:latin charset="0" panose="02040503050406030204" pitchFamily="18" typeface="Cambria Math"/>
                              </a:rPr>
                            </m:ctrlPr>
                          </m:accPr>
                          <m:e>
                            <m:r>
                              <a:rPr i="1" lang="en-US">
                                <a:latin charset="0" panose="02040503050406030204" pitchFamily="18" typeface="Cambria Math"/>
                              </a:rPr>
                              <m:t>𝑝</m:t>
                            </m:r>
                          </m:e>
                        </m:acc>
                        <m:r>
                          <a:rPr i="1" lang="en-US">
                            <a:latin charset="0" panose="02040503050406030204" pitchFamily="18" typeface="Cambria Math"/>
                          </a:rPr>
                          <m:t>)/</m:t>
                        </m:r>
                        <m:r>
                          <a:rPr i="1" lang="en-US">
                            <a:latin charset="0" panose="02040503050406030204" pitchFamily="18" typeface="Cambria Math"/>
                          </a:rPr>
                          <m:t>𝑛</m:t>
                        </m:r>
                      </m:e>
                    </m:rad>
                  </m:oMath>
                </a14:m>
                <a:endParaRPr dirty="0" lang="en-US"/>
              </a:p>
            </p:txBody>
          </p:sp>
        </mc:Choice>
        <mc:Fallback>
          <p:sp>
            <p:nvSpPr>
              <p:cNvPr id="3" name="Content Placeholder 2">
                <a:extLst>
                  <a:ext uri="{FF2B5EF4-FFF2-40B4-BE49-F238E27FC236}">
                    <a16:creationId xmlns:a16="http://schemas.microsoft.com/office/drawing/2014/main" id="{FF6D4CA8-71A5-83FB-B220-D78794DDA7E5}"/>
                  </a:ext>
                </a:extLst>
              </p:cNvPr>
              <p:cNvSpPr>
                <a:spLocks noAdjustHandles="1" noChangeArrowheads="1" noChangeAspect="1" noChangeShapeType="1" noEditPoints="1" noGrp="1" noMove="1" noResize="1" noRot="1" noTextEdit="1"/>
              </p:cNvSpPr>
              <p:nvPr>
                <p:ph idx="1"/>
              </p:nvPr>
            </p:nvSpPr>
            <p:spPr>
              <a:xfrm>
                <a:off x="838200" y="1825625"/>
                <a:ext cx="11011930" cy="4351338"/>
              </a:xfrm>
              <a:blipFill>
                <a:blip r:embed="rId2"/>
                <a:stretch>
                  <a:fillRect b="-2661" l="-997" t="-3922"/>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93BC6BAB-B830-9899-2267-38E7290EFEEF}"/>
              </a:ext>
            </a:extLst>
          </p:cNvPr>
          <p:cNvSpPr>
            <a:spLocks noGrp="1"/>
          </p:cNvSpPr>
          <p:nvPr>
            <p:ph idx="11" sz="quarter" type="ftr"/>
          </p:nvPr>
        </p:nvSpPr>
        <p:spPr/>
        <p:txBody>
          <a:bodyPr/>
          <a:lstStyle/>
          <a:p>
            <a:r>
              <a:rPr lang="en-US">
                <a:solidFill>
                  <a:srgbClr val="000000"/>
                </a:solidFill>
              </a:rPr>
              <a:t>Bowen C. </a:t>
            </a:r>
          </a:p>
        </p:txBody>
      </p:sp>
      <p:sp>
        <p:nvSpPr>
          <p:cNvPr id="5" name="Slide Number Placeholder 4">
            <a:extLst>
              <a:ext uri="{FF2B5EF4-FFF2-40B4-BE49-F238E27FC236}">
                <a16:creationId xmlns:a16="http://schemas.microsoft.com/office/drawing/2014/main" id="{C5FE223C-505B-5080-8A02-6167B1DAF46D}"/>
              </a:ext>
            </a:extLst>
          </p:cNvPr>
          <p:cNvSpPr>
            <a:spLocks noGrp="1"/>
          </p:cNvSpPr>
          <p:nvPr>
            <p:ph idx="12" sz="quarter" type="sldNum"/>
          </p:nvPr>
        </p:nvSpPr>
        <p:spPr/>
        <p:txBody>
          <a:bodyPr/>
          <a:lstStyle/>
          <a:p>
            <a:fld id="{330EA680-D336-4FF7-8B7A-9848BB0A1C32}" type="slidenum">
              <a:rPr lang="en-US" smtClean="0">
                <a:solidFill>
                  <a:srgbClr val="000000"/>
                </a:solidFill>
              </a:rPr>
              <a:t>25</a:t>
            </a:fld>
            <a:endParaRPr lang="en-US"/>
          </a:p>
        </p:txBody>
      </p:sp>
    </p:spTree>
    <p:extLst>
      <p:ext uri="{BB962C8B-B14F-4D97-AF65-F5344CB8AC3E}">
        <p14:creationId xmlns:p14="http://schemas.microsoft.com/office/powerpoint/2010/main" val="815590568"/>
      </p:ext>
    </p:extLst>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F95C8-D311-D0D6-1F76-DC12E518FD16}"/>
              </a:ext>
            </a:extLst>
          </p:cNvPr>
          <p:cNvSpPr>
            <a:spLocks noGrp="1"/>
          </p:cNvSpPr>
          <p:nvPr>
            <p:ph type="title"/>
          </p:nvPr>
        </p:nvSpPr>
        <p:spPr/>
        <p:txBody>
          <a:bodyPr/>
          <a:lstStyle/>
          <a:p>
            <a:r>
              <a:rPr dirty="0" lang="en-US"/>
              <a:t>Candy Example </a:t>
            </a:r>
          </a:p>
        </p:txBody>
      </p:sp>
      <p:sp>
        <p:nvSpPr>
          <p:cNvPr id="3" name="Content Placeholder 2">
            <a:extLst>
              <a:ext uri="{FF2B5EF4-FFF2-40B4-BE49-F238E27FC236}">
                <a16:creationId xmlns:a16="http://schemas.microsoft.com/office/drawing/2014/main" id="{F56A0146-10C3-70F8-030F-5A7424D9230C}"/>
              </a:ext>
            </a:extLst>
          </p:cNvPr>
          <p:cNvSpPr>
            <a:spLocks noGrp="1"/>
          </p:cNvSpPr>
          <p:nvPr>
            <p:ph idx="1"/>
          </p:nvPr>
        </p:nvSpPr>
        <p:spPr/>
        <p:txBody>
          <a:bodyPr/>
          <a:lstStyle/>
          <a:p>
            <a:pPr indent="0" marL="0">
              <a:buNone/>
            </a:pPr>
            <a:r>
              <a:rPr dirty="0" lang="en-US"/>
              <a:t>A group of 90 product testers received bags of different flavored candies. We want to build a 92% confidence interval for the population proportion of people who prefer the lime-flavored candy. 14 of the testers labeled the lime as their favorite flavor.    </a:t>
            </a:r>
          </a:p>
        </p:txBody>
      </p:sp>
      <p:sp>
        <p:nvSpPr>
          <p:cNvPr id="4" name="Footer Placeholder 3">
            <a:extLst>
              <a:ext uri="{FF2B5EF4-FFF2-40B4-BE49-F238E27FC236}">
                <a16:creationId xmlns:a16="http://schemas.microsoft.com/office/drawing/2014/main" id="{CE76491B-65AD-33D7-642D-CC12510A59E8}"/>
              </a:ext>
            </a:extLst>
          </p:cNvPr>
          <p:cNvSpPr>
            <a:spLocks noGrp="1"/>
          </p:cNvSpPr>
          <p:nvPr>
            <p:ph idx="11" sz="quarter" type="ftr"/>
          </p:nvPr>
        </p:nvSpPr>
        <p:spPr/>
        <p:txBody>
          <a:bodyPr/>
          <a:lstStyle/>
          <a:p>
            <a:r>
              <a:rPr lang="en-US">
                <a:solidFill>
                  <a:srgbClr val="000000"/>
                </a:solidFill>
              </a:rPr>
              <a:t>Bowen C. </a:t>
            </a:r>
          </a:p>
        </p:txBody>
      </p:sp>
      <p:sp>
        <p:nvSpPr>
          <p:cNvPr id="5" name="Slide Number Placeholder 4">
            <a:extLst>
              <a:ext uri="{FF2B5EF4-FFF2-40B4-BE49-F238E27FC236}">
                <a16:creationId xmlns:a16="http://schemas.microsoft.com/office/drawing/2014/main" id="{3A9D6C06-7F88-AE28-2FAA-47E083B280EA}"/>
              </a:ext>
            </a:extLst>
          </p:cNvPr>
          <p:cNvSpPr>
            <a:spLocks noGrp="1"/>
          </p:cNvSpPr>
          <p:nvPr>
            <p:ph idx="12" sz="quarter" type="sldNum"/>
          </p:nvPr>
        </p:nvSpPr>
        <p:spPr/>
        <p:txBody>
          <a:bodyPr/>
          <a:lstStyle/>
          <a:p>
            <a:fld id="{330EA680-D336-4FF7-8B7A-9848BB0A1C32}" type="slidenum">
              <a:rPr lang="en-US" smtClean="0">
                <a:solidFill>
                  <a:srgbClr val="000000"/>
                </a:solidFill>
              </a:rPr>
              <a:t>26</a:t>
            </a:fld>
            <a:endParaRPr lang="en-US"/>
          </a:p>
        </p:txBody>
      </p:sp>
    </p:spTree>
    <p:extLst>
      <p:ext uri="{BB962C8B-B14F-4D97-AF65-F5344CB8AC3E}">
        <p14:creationId xmlns:p14="http://schemas.microsoft.com/office/powerpoint/2010/main" val="147702139"/>
      </p:ext>
    </p:extLst>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99DA244B-DEAD-1010-A533-B94CCC12F4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839B21-4A8A-3470-C2C4-8B417D1F5629}"/>
              </a:ext>
            </a:extLst>
          </p:cNvPr>
          <p:cNvSpPr>
            <a:spLocks noGrp="1"/>
          </p:cNvSpPr>
          <p:nvPr>
            <p:ph type="title"/>
          </p:nvPr>
        </p:nvSpPr>
        <p:spPr/>
        <p:txBody>
          <a:bodyPr/>
          <a:lstStyle/>
          <a:p>
            <a:r>
              <a:rPr dirty="0" lang="en-US"/>
              <a:t>Candy Example Solution  </a:t>
            </a:r>
          </a:p>
        </p:txBody>
      </p:sp>
      <p:sp>
        <p:nvSpPr>
          <p:cNvPr id="3" name="Content Placeholder 2">
            <a:extLst>
              <a:ext uri="{FF2B5EF4-FFF2-40B4-BE49-F238E27FC236}">
                <a16:creationId xmlns:a16="http://schemas.microsoft.com/office/drawing/2014/main" id="{F2334239-5651-57F9-3129-DC05531C00D5}"/>
              </a:ext>
            </a:extLst>
          </p:cNvPr>
          <p:cNvSpPr>
            <a:spLocks noGrp="1"/>
          </p:cNvSpPr>
          <p:nvPr>
            <p:ph idx="1"/>
          </p:nvPr>
        </p:nvSpPr>
        <p:spPr/>
        <p:txBody>
          <a:bodyPr/>
          <a:lstStyle/>
          <a:p>
            <a:pPr indent="0" marL="0">
              <a:buNone/>
            </a:pPr>
            <a:r>
              <a:rPr dirty="0" lang="en-US"/>
              <a:t>A group of 90 product testers received bags of different flavored candies. We want to build a 92% confidence interval for the population proportion of people who prefer the lime-flavored candy. 14 of the testers labeled the lime as their favorite flavor.    </a:t>
            </a:r>
          </a:p>
          <a:p>
            <a:pPr indent="0" marL="0">
              <a:buNone/>
            </a:pPr>
            <a:endParaRPr dirty="0" lang="en-US"/>
          </a:p>
          <a:p>
            <a:pPr indent="0" marL="0">
              <a:buNone/>
            </a:pPr>
            <a:r>
              <a:rPr b="1" dirty="0" i="1" lang="en-US">
                <a:solidFill>
                  <a:srgbClr val="B10000"/>
                </a:solidFill>
              </a:rPr>
              <a:t>confidence interval = (0.0887, 0.2224) </a:t>
            </a:r>
          </a:p>
          <a:p>
            <a:pPr indent="0" marL="0">
              <a:buNone/>
            </a:pPr>
            <a:r>
              <a:rPr b="1" dirty="0" i="1" lang="en-US">
                <a:solidFill>
                  <a:srgbClr val="B10000"/>
                </a:solidFill>
              </a:rPr>
              <a:t>We are 92% confident that the population proportion of people who favor the lime is between 0.0887 and 0.2224 (or between 8.87% and 22.24%).</a:t>
            </a:r>
          </a:p>
        </p:txBody>
      </p:sp>
      <p:sp>
        <p:nvSpPr>
          <p:cNvPr id="4" name="Footer Placeholder 3">
            <a:extLst>
              <a:ext uri="{FF2B5EF4-FFF2-40B4-BE49-F238E27FC236}">
                <a16:creationId xmlns:a16="http://schemas.microsoft.com/office/drawing/2014/main" id="{AC46E495-4263-C6A4-2E1F-D3833583408B}"/>
              </a:ext>
            </a:extLst>
          </p:cNvPr>
          <p:cNvSpPr>
            <a:spLocks noGrp="1"/>
          </p:cNvSpPr>
          <p:nvPr>
            <p:ph idx="11" sz="quarter" type="ftr"/>
          </p:nvPr>
        </p:nvSpPr>
        <p:spPr/>
        <p:txBody>
          <a:bodyPr/>
          <a:lstStyle/>
          <a:p>
            <a:r>
              <a:rPr lang="en-US">
                <a:solidFill>
                  <a:srgbClr val="000000"/>
                </a:solidFill>
              </a:rPr>
              <a:t>Bowen C. </a:t>
            </a:r>
          </a:p>
        </p:txBody>
      </p:sp>
      <p:sp>
        <p:nvSpPr>
          <p:cNvPr id="5" name="Slide Number Placeholder 4">
            <a:extLst>
              <a:ext uri="{FF2B5EF4-FFF2-40B4-BE49-F238E27FC236}">
                <a16:creationId xmlns:a16="http://schemas.microsoft.com/office/drawing/2014/main" id="{C88AE085-E479-2EFA-22CA-C7244C1665A5}"/>
              </a:ext>
            </a:extLst>
          </p:cNvPr>
          <p:cNvSpPr>
            <a:spLocks noGrp="1"/>
          </p:cNvSpPr>
          <p:nvPr>
            <p:ph idx="12" sz="quarter" type="sldNum"/>
          </p:nvPr>
        </p:nvSpPr>
        <p:spPr/>
        <p:txBody>
          <a:bodyPr/>
          <a:lstStyle/>
          <a:p>
            <a:fld id="{330EA680-D336-4FF7-8B7A-9848BB0A1C32}" type="slidenum">
              <a:rPr lang="en-US" smtClean="0">
                <a:solidFill>
                  <a:srgbClr val="000000"/>
                </a:solidFill>
              </a:rPr>
              <a:t>27</a:t>
            </a:fld>
            <a:endParaRPr lang="en-US"/>
          </a:p>
        </p:txBody>
      </p:sp>
    </p:spTree>
    <p:extLst>
      <p:ext uri="{BB962C8B-B14F-4D97-AF65-F5344CB8AC3E}">
        <p14:creationId xmlns:p14="http://schemas.microsoft.com/office/powerpoint/2010/main" val="1127266571"/>
      </p:ext>
    </p:extLst>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36453-FA42-2D0A-7FC8-DAB8E60482F1}"/>
              </a:ext>
            </a:extLst>
          </p:cNvPr>
          <p:cNvSpPr>
            <a:spLocks noGrp="1"/>
          </p:cNvSpPr>
          <p:nvPr>
            <p:ph type="title"/>
          </p:nvPr>
        </p:nvSpPr>
        <p:spPr/>
        <p:txBody>
          <a:bodyPr/>
          <a:lstStyle/>
          <a:p>
            <a:r>
              <a:rPr dirty="0" lang="en-US"/>
              <a:t>Calculating a Minimum Sample Size for Proportions  </a:t>
            </a:r>
          </a:p>
        </p:txBody>
      </p:sp>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ED8B2757-5746-D415-5B66-B3465F8B2F3B}"/>
                  </a:ext>
                </a:extLst>
              </p:cNvPr>
              <p:cNvSpPr>
                <a:spLocks noGrp="1"/>
              </p:cNvSpPr>
              <p:nvPr>
                <p:ph idx="1"/>
              </p:nvPr>
            </p:nvSpPr>
            <p:spPr>
              <a:xfrm>
                <a:off x="640492" y="1847850"/>
                <a:ext cx="10515600" cy="4351338"/>
              </a:xfrm>
            </p:spPr>
            <p:txBody>
              <a:bodyPr>
                <a:normAutofit/>
              </a:bodyPr>
              <a:lstStyle/>
              <a:p>
                <a:pPr indent="0" marL="0">
                  <a:buNone/>
                </a:pPr>
                <a14:m>
                  <m:oMathPara xmlns:m="http://schemas.openxmlformats.org/officeDocument/2006/math">
                    <m:oMathParaPr>
                      <m:jc m:val="centerGroup"/>
                    </m:oMathParaPr>
                    <m:oMath>
                      <m:r>
                        <a:rPr b="0" i="1" lang="en-US" smtClean="0">
                          <a:latin charset="0" panose="02040503050406030204" pitchFamily="18" typeface="Cambria Math"/>
                        </a:rPr>
                        <m:t>𝑛</m:t>
                      </m:r>
                      <m:r>
                        <a:rPr b="0" i="1" lang="en-US" smtClean="0">
                          <a:latin charset="0" panose="02040503050406030204" pitchFamily="18" typeface="Cambria Math"/>
                        </a:rPr>
                        <m:t>=(</m:t>
                      </m:r>
                      <m:d>
                        <m:dPr>
                          <m:ctrlPr>
                            <a:rPr b="0" i="1" lang="en-US" smtClean="0">
                              <a:latin charset="0" panose="02040503050406030204" pitchFamily="18" typeface="Cambria Math"/>
                            </a:rPr>
                          </m:ctrlPr>
                        </m:dPr>
                        <m:e>
                          <m:sSup>
                            <m:sSupPr>
                              <m:ctrlPr>
                                <a:rPr b="0" i="1" lang="en-US" smtClean="0">
                                  <a:latin charset="0" panose="02040503050406030204" pitchFamily="18" typeface="Cambria Math"/>
                                </a:rPr>
                              </m:ctrlPr>
                            </m:sSupPr>
                            <m:e>
                              <m:r>
                                <a:rPr b="0" i="1" lang="en-US" smtClean="0">
                                  <a:latin charset="0" panose="02040503050406030204" pitchFamily="18" typeface="Cambria Math"/>
                                </a:rPr>
                                <m:t>𝑧</m:t>
                              </m:r>
                              <m:r>
                                <a:rPr b="0" i="1" lang="en-US" smtClean="0">
                                  <a:latin charset="0" panose="02040503050406030204" pitchFamily="18" typeface="Cambria Math"/>
                                </a:rPr>
                                <m:t>/</m:t>
                              </m:r>
                              <m:r>
                                <a:rPr b="0" i="1" lang="en-US" smtClean="0">
                                  <a:latin charset="0" panose="02040503050406030204" pitchFamily="18" typeface="Cambria Math"/>
                                </a:rPr>
                                <m:t>𝑚</m:t>
                              </m:r>
                              <m:r>
                                <a:rPr b="0" i="1" lang="en-US" smtClean="0">
                                  <a:latin charset="0" panose="02040503050406030204" pitchFamily="18" typeface="Cambria Math"/>
                                </a:rPr>
                                <m:t>)</m:t>
                              </m:r>
                            </m:e>
                            <m:sup>
                              <m:r>
                                <a:rPr b="0" i="1" lang="en-US" smtClean="0">
                                  <a:latin charset="0" panose="02040503050406030204" pitchFamily="18" typeface="Cambria Math"/>
                                </a:rPr>
                                <m:t>2</m:t>
                              </m:r>
                            </m:sup>
                          </m:sSup>
                        </m:e>
                      </m:d>
                      <m:r>
                        <a:rPr b="0" i="1" lang="en-US" smtClean="0">
                          <a:latin charset="0" panose="02040503050406030204" pitchFamily="18" typeface="Cambria Math"/>
                        </a:rPr>
                        <m:t>∗</m:t>
                      </m:r>
                      <m:acc>
                        <m:accPr>
                          <m:chr m:val="̂"/>
                          <m:ctrlPr>
                            <a:rPr b="0" i="1" lang="en-US" smtClean="0">
                              <a:latin charset="0" panose="02040503050406030204" pitchFamily="18" typeface="Cambria Math"/>
                            </a:rPr>
                          </m:ctrlPr>
                        </m:accPr>
                        <m:e>
                          <m:r>
                            <a:rPr b="0" i="1" lang="en-US" smtClean="0">
                              <a:latin charset="0" panose="02040503050406030204" pitchFamily="18" typeface="Cambria Math"/>
                            </a:rPr>
                            <m:t>𝑝</m:t>
                          </m:r>
                        </m:e>
                      </m:acc>
                      <m:r>
                        <a:rPr b="0" i="1" lang="en-US" smtClean="0">
                          <a:latin charset="0" panose="02040503050406030204" pitchFamily="18" typeface="Cambria Math"/>
                        </a:rPr>
                        <m:t>(1−</m:t>
                      </m:r>
                      <m:acc>
                        <m:accPr>
                          <m:chr m:val="̂"/>
                          <m:ctrlPr>
                            <a:rPr b="0" i="1" lang="en-US" smtClean="0">
                              <a:latin charset="0" panose="02040503050406030204" pitchFamily="18" typeface="Cambria Math"/>
                            </a:rPr>
                          </m:ctrlPr>
                        </m:accPr>
                        <m:e>
                          <m:r>
                            <a:rPr b="0" i="1" lang="en-US" smtClean="0">
                              <a:latin charset="0" panose="02040503050406030204" pitchFamily="18" typeface="Cambria Math"/>
                            </a:rPr>
                            <m:t>𝑝</m:t>
                          </m:r>
                        </m:e>
                      </m:acc>
                      <m:r>
                        <a:rPr b="0" i="1" lang="en-US" smtClean="0">
                          <a:latin charset="0" panose="02040503050406030204" pitchFamily="18" typeface="Cambria Math"/>
                        </a:rPr>
                        <m:t>)</m:t>
                      </m:r>
                    </m:oMath>
                  </m:oMathPara>
                </a14:m>
                <a:endParaRPr dirty="0" lang="en-US"/>
              </a:p>
              <a:p>
                <a:pPr indent="0" marL="0">
                  <a:buNone/>
                </a:pPr>
                <a:endParaRPr dirty="0" lang="en-US"/>
              </a:p>
              <a:p>
                <a:pPr indent="0" marL="0">
                  <a:buNone/>
                </a:pPr>
                <a:r>
                  <a:rPr dirty="0" lang="en-US"/>
                  <a:t>Always round n </a:t>
                </a:r>
                <a:r>
                  <a:rPr b="1" dirty="0" lang="en-US"/>
                  <a:t>up</a:t>
                </a:r>
                <a:r>
                  <a:rPr dirty="0" lang="en-US"/>
                  <a:t> to the next whole number.</a:t>
                </a:r>
              </a:p>
              <a:p>
                <a:pPr indent="0" marL="0">
                  <a:buNone/>
                </a:pPr>
                <a:endParaRPr dirty="0" lang="en-US"/>
              </a:p>
              <a:p>
                <a:pPr indent="0" marL="0">
                  <a:buNone/>
                </a:pPr>
                <a:r>
                  <a:rPr dirty="0" lang="en-US"/>
                  <a:t> We have two possible scenarios:   </a:t>
                </a:r>
              </a:p>
              <a:p>
                <a:pPr indent="-514350" marL="514350">
                  <a:buAutoNum type="arabicPeriod"/>
                </a:pPr>
                <a:r>
                  <a:rPr dirty="0" lang="en-US"/>
                  <a:t>We know a value from a previous study to estimate </a:t>
                </a:r>
                <a14:m>
                  <m:oMath xmlns:m="http://schemas.openxmlformats.org/officeDocument/2006/math">
                    <m:acc>
                      <m:accPr>
                        <m:chr m:val="̂"/>
                        <m:ctrlPr>
                          <a:rPr i="1" lang="en-US" smtClean="0">
                            <a:latin charset="0" panose="02040503050406030204" pitchFamily="18" typeface="Cambria Math"/>
                          </a:rPr>
                        </m:ctrlPr>
                      </m:accPr>
                      <m:e>
                        <m:r>
                          <a:rPr b="0" i="1" lang="en-US" smtClean="0">
                            <a:latin charset="0" panose="02040503050406030204" pitchFamily="18" typeface="Cambria Math"/>
                          </a:rPr>
                          <m:t>𝑝</m:t>
                        </m:r>
                      </m:e>
                    </m:acc>
                  </m:oMath>
                </a14:m>
                <a:r>
                  <a:rPr dirty="0" lang="en-US"/>
                  <a:t>.</a:t>
                </a:r>
              </a:p>
              <a:p>
                <a:pPr indent="-514350" marL="514350">
                  <a:buAutoNum type="arabicPeriod"/>
                </a:pPr>
                <a:r>
                  <a:rPr dirty="0" lang="en-US"/>
                  <a:t>We do not have an estimate for </a:t>
                </a:r>
                <a14:m>
                  <m:oMath xmlns:m="http://schemas.openxmlformats.org/officeDocument/2006/math">
                    <m:acc>
                      <m:accPr>
                        <m:chr m:val="̂"/>
                        <m:ctrlPr>
                          <a:rPr i="1" lang="en-US">
                            <a:latin charset="0" panose="02040503050406030204" pitchFamily="18" typeface="Cambria Math"/>
                          </a:rPr>
                        </m:ctrlPr>
                      </m:accPr>
                      <m:e>
                        <m:r>
                          <a:rPr i="1" lang="en-US">
                            <a:latin charset="0" panose="02040503050406030204" pitchFamily="18" typeface="Cambria Math"/>
                          </a:rPr>
                          <m:t>𝑝</m:t>
                        </m:r>
                      </m:e>
                    </m:acc>
                  </m:oMath>
                </a14:m>
                <a:r>
                  <a:rPr dirty="0" lang="en-US"/>
                  <a:t>.</a:t>
                </a:r>
                <a:br>
                  <a:rPr dirty="0" lang="en-US"/>
                </a:br>
                <a:r>
                  <a:rPr dirty="0" lang="en-US"/>
                  <a:t>In this case we will use </a:t>
                </a:r>
                <a14:m>
                  <m:oMath xmlns:m="http://schemas.openxmlformats.org/officeDocument/2006/math">
                    <m:acc>
                      <m:accPr>
                        <m:chr m:val="̂"/>
                        <m:ctrlPr>
                          <a:rPr i="1" lang="en-US" smtClean="0">
                            <a:latin charset="0" panose="02040503050406030204" pitchFamily="18" typeface="Cambria Math"/>
                          </a:rPr>
                        </m:ctrlPr>
                      </m:accPr>
                      <m:e>
                        <m:r>
                          <a:rPr b="0" i="1" lang="en-US" smtClean="0">
                            <a:latin charset="0" panose="02040503050406030204" pitchFamily="18" typeface="Cambria Math"/>
                          </a:rPr>
                          <m:t>𝑝</m:t>
                        </m:r>
                      </m:e>
                    </m:acc>
                    <m:r>
                      <a:rPr b="0" i="1" lang="en-US" smtClean="0">
                        <a:latin charset="0" panose="02040503050406030204" pitchFamily="18" typeface="Cambria Math"/>
                      </a:rPr>
                      <m:t>=0.5</m:t>
                    </m:r>
                  </m:oMath>
                </a14:m>
                <a:endParaRPr dirty="0" lang="en-US"/>
              </a:p>
            </p:txBody>
          </p:sp>
        </mc:Choice>
        <mc:Fallback>
          <p:sp>
            <p:nvSpPr>
              <p:cNvPr id="3" name="Content Placeholder 2">
                <a:extLst>
                  <a:ext uri="{FF2B5EF4-FFF2-40B4-BE49-F238E27FC236}">
                    <a16:creationId xmlns:a16="http://schemas.microsoft.com/office/drawing/2014/main" id="{ED8B2757-5746-D415-5B66-B3465F8B2F3B}"/>
                  </a:ext>
                </a:extLst>
              </p:cNvPr>
              <p:cNvSpPr>
                <a:spLocks noAdjustHandles="1" noChangeArrowheads="1" noChangeAspect="1" noChangeShapeType="1" noEditPoints="1" noGrp="1" noMove="1" noResize="1" noRot="1" noTextEdit="1"/>
              </p:cNvSpPr>
              <p:nvPr>
                <p:ph idx="1"/>
              </p:nvPr>
            </p:nvSpPr>
            <p:spPr>
              <a:xfrm>
                <a:off x="640492" y="1847850"/>
                <a:ext cx="10515600" cy="4351338"/>
              </a:xfrm>
              <a:blipFill>
                <a:blip r:embed="rId2"/>
                <a:stretch>
                  <a:fillRect l="-1159" t="-182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7785110D-D290-0F33-66D6-C0605ACE0567}"/>
              </a:ext>
            </a:extLst>
          </p:cNvPr>
          <p:cNvSpPr>
            <a:spLocks noGrp="1"/>
          </p:cNvSpPr>
          <p:nvPr>
            <p:ph idx="11" sz="quarter" type="ftr"/>
          </p:nvPr>
        </p:nvSpPr>
        <p:spPr/>
        <p:txBody>
          <a:bodyPr/>
          <a:lstStyle/>
          <a:p>
            <a:r>
              <a:rPr lang="en-US">
                <a:solidFill>
                  <a:srgbClr val="000000"/>
                </a:solidFill>
              </a:rPr>
              <a:t>Bowen C. </a:t>
            </a:r>
          </a:p>
        </p:txBody>
      </p:sp>
      <p:sp>
        <p:nvSpPr>
          <p:cNvPr id="5" name="Slide Number Placeholder 4">
            <a:extLst>
              <a:ext uri="{FF2B5EF4-FFF2-40B4-BE49-F238E27FC236}">
                <a16:creationId xmlns:a16="http://schemas.microsoft.com/office/drawing/2014/main" id="{11B79F4C-C7C7-0118-0B19-9208811A720B}"/>
              </a:ext>
            </a:extLst>
          </p:cNvPr>
          <p:cNvSpPr>
            <a:spLocks noGrp="1"/>
          </p:cNvSpPr>
          <p:nvPr>
            <p:ph idx="12" sz="quarter" type="sldNum"/>
          </p:nvPr>
        </p:nvSpPr>
        <p:spPr/>
        <p:txBody>
          <a:bodyPr/>
          <a:lstStyle/>
          <a:p>
            <a:fld id="{330EA680-D336-4FF7-8B7A-9848BB0A1C32}" type="slidenum">
              <a:rPr lang="en-US" smtClean="0">
                <a:solidFill>
                  <a:srgbClr val="000000"/>
                </a:solidFill>
              </a:rPr>
              <a:t>28</a:t>
            </a:fld>
            <a:endParaRPr lang="en-US"/>
          </a:p>
        </p:txBody>
      </p:sp>
    </p:spTree>
    <p:extLst>
      <p:ext uri="{BB962C8B-B14F-4D97-AF65-F5344CB8AC3E}">
        <p14:creationId xmlns:p14="http://schemas.microsoft.com/office/powerpoint/2010/main" val="4262603962"/>
      </p:ext>
    </p:extLst>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5E60C-6FA0-DA70-805A-406C7D8C29A0}"/>
              </a:ext>
            </a:extLst>
          </p:cNvPr>
          <p:cNvSpPr>
            <a:spLocks noGrp="1"/>
          </p:cNvSpPr>
          <p:nvPr>
            <p:ph type="title"/>
          </p:nvPr>
        </p:nvSpPr>
        <p:spPr/>
        <p:txBody>
          <a:bodyPr/>
          <a:lstStyle/>
          <a:p>
            <a:r>
              <a:rPr dirty="0" lang="en-US"/>
              <a:t>Polling Example </a:t>
            </a:r>
          </a:p>
        </p:txBody>
      </p:sp>
      <p:sp>
        <p:nvSpPr>
          <p:cNvPr id="3" name="Content Placeholder 2">
            <a:extLst>
              <a:ext uri="{FF2B5EF4-FFF2-40B4-BE49-F238E27FC236}">
                <a16:creationId xmlns:a16="http://schemas.microsoft.com/office/drawing/2014/main" id="{0537A299-3499-9755-1EB0-62D08EDC1DE9}"/>
              </a:ext>
            </a:extLst>
          </p:cNvPr>
          <p:cNvSpPr>
            <a:spLocks noGrp="1"/>
          </p:cNvSpPr>
          <p:nvPr>
            <p:ph idx="1"/>
          </p:nvPr>
        </p:nvSpPr>
        <p:spPr/>
        <p:txBody>
          <a:bodyPr>
            <a:normAutofit/>
          </a:bodyPr>
          <a:lstStyle/>
          <a:p>
            <a:pPr indent="-514350" marL="514350">
              <a:buAutoNum type="arabicPeriod"/>
            </a:pPr>
            <a:r>
              <a:rPr dirty="0" lang="en-US"/>
              <a:t>A pollster wants to construct a 95% confidence interval for the proportion of adults who believe that economic conditions are getting better. What sample size is needed to obtain a margin of error of 3%?   </a:t>
            </a:r>
            <a:br>
              <a:rPr dirty="0" lang="en-US"/>
            </a:br>
            <a:endParaRPr dirty="0" lang="en-US"/>
          </a:p>
          <a:p>
            <a:pPr indent="-514350" marL="514350">
              <a:buAutoNum type="arabicPeriod"/>
            </a:pPr>
            <a:r>
              <a:rPr dirty="0" lang="en-US"/>
              <a:t>A pollster wants to construct a 95% confidence interval for the proportion of adults who believe that economic conditions are getting better. A poll taken five years ago estimates this proportion to be 0.28. What sample size is needed to obtain a margin of error of 3%?   </a:t>
            </a:r>
          </a:p>
        </p:txBody>
      </p:sp>
      <p:sp>
        <p:nvSpPr>
          <p:cNvPr id="4" name="Footer Placeholder 3">
            <a:extLst>
              <a:ext uri="{FF2B5EF4-FFF2-40B4-BE49-F238E27FC236}">
                <a16:creationId xmlns:a16="http://schemas.microsoft.com/office/drawing/2014/main" id="{C9A2E3B9-0246-5D3B-EA1C-5CCC54AF2F45}"/>
              </a:ext>
            </a:extLst>
          </p:cNvPr>
          <p:cNvSpPr>
            <a:spLocks noGrp="1"/>
          </p:cNvSpPr>
          <p:nvPr>
            <p:ph idx="11" sz="quarter" type="ftr"/>
          </p:nvPr>
        </p:nvSpPr>
        <p:spPr/>
        <p:txBody>
          <a:bodyPr/>
          <a:lstStyle/>
          <a:p>
            <a:r>
              <a:rPr lang="en-US">
                <a:solidFill>
                  <a:srgbClr val="000000"/>
                </a:solidFill>
              </a:rPr>
              <a:t>Bowen C. </a:t>
            </a:r>
          </a:p>
        </p:txBody>
      </p:sp>
      <p:sp>
        <p:nvSpPr>
          <p:cNvPr id="5" name="Slide Number Placeholder 4">
            <a:extLst>
              <a:ext uri="{FF2B5EF4-FFF2-40B4-BE49-F238E27FC236}">
                <a16:creationId xmlns:a16="http://schemas.microsoft.com/office/drawing/2014/main" id="{2B0DA5E0-EA19-3808-EE60-E93B8CFDAE44}"/>
              </a:ext>
            </a:extLst>
          </p:cNvPr>
          <p:cNvSpPr>
            <a:spLocks noGrp="1"/>
          </p:cNvSpPr>
          <p:nvPr>
            <p:ph idx="12" sz="quarter" type="sldNum"/>
          </p:nvPr>
        </p:nvSpPr>
        <p:spPr/>
        <p:txBody>
          <a:bodyPr/>
          <a:lstStyle/>
          <a:p>
            <a:fld id="{330EA680-D336-4FF7-8B7A-9848BB0A1C32}" type="slidenum">
              <a:rPr lang="en-US" smtClean="0">
                <a:solidFill>
                  <a:srgbClr val="000000"/>
                </a:solidFill>
              </a:rPr>
              <a:t>29</a:t>
            </a:fld>
            <a:endParaRPr lang="en-US"/>
          </a:p>
        </p:txBody>
      </p:sp>
    </p:spTree>
    <p:extLst>
      <p:ext uri="{BB962C8B-B14F-4D97-AF65-F5344CB8AC3E}">
        <p14:creationId xmlns:p14="http://schemas.microsoft.com/office/powerpoint/2010/main" val="2337894161"/>
      </p:ext>
    </p:extLst>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C731BB21-4E5D-1E2D-192D-A200C30CD0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30C0DD-D49E-DF66-E514-87541DF4220B}"/>
              </a:ext>
            </a:extLst>
          </p:cNvPr>
          <p:cNvSpPr>
            <a:spLocks noGrp="1"/>
          </p:cNvSpPr>
          <p:nvPr>
            <p:ph type="title"/>
          </p:nvPr>
        </p:nvSpPr>
        <p:spPr/>
        <p:txBody>
          <a:bodyPr/>
          <a:lstStyle/>
          <a:p>
            <a:r>
              <a:rPr dirty="0" lang="en-US"/>
              <a:t>Polling Example Solutions  </a:t>
            </a:r>
          </a:p>
        </p:txBody>
      </p:sp>
      <p:sp>
        <p:nvSpPr>
          <p:cNvPr id="3" name="Content Placeholder 2">
            <a:extLst>
              <a:ext uri="{FF2B5EF4-FFF2-40B4-BE49-F238E27FC236}">
                <a16:creationId xmlns:a16="http://schemas.microsoft.com/office/drawing/2014/main" id="{0C129237-E932-E3BB-6935-ABFC2F6F86D6}"/>
              </a:ext>
            </a:extLst>
          </p:cNvPr>
          <p:cNvSpPr>
            <a:spLocks noGrp="1"/>
          </p:cNvSpPr>
          <p:nvPr>
            <p:ph idx="1"/>
          </p:nvPr>
        </p:nvSpPr>
        <p:spPr/>
        <p:txBody>
          <a:bodyPr>
            <a:normAutofit/>
          </a:bodyPr>
          <a:lstStyle/>
          <a:p>
            <a:pPr indent="-514350" marL="514350">
              <a:buAutoNum type="arabicPeriod"/>
            </a:pPr>
            <a:r>
              <a:rPr dirty="0" lang="en-US"/>
              <a:t>A pollster wants to construct a 95% confidence interval for the proportion of adults who believe that economic conditions are getting better. What sample size is needed to obtain a margin of error of 3%? </a:t>
            </a:r>
            <a:r>
              <a:rPr b="1" dirty="0" i="1" lang="en-US">
                <a:solidFill>
                  <a:srgbClr val="B10000"/>
                </a:solidFill>
              </a:rPr>
              <a:t>We need to poll at least 1,068 people.</a:t>
            </a:r>
            <a:r>
              <a:rPr dirty="0" lang="en-US"/>
              <a:t>   </a:t>
            </a:r>
            <a:br>
              <a:rPr dirty="0" lang="en-US"/>
            </a:br>
            <a:endParaRPr dirty="0" lang="en-US"/>
          </a:p>
          <a:p>
            <a:pPr indent="-514350" marL="514350">
              <a:buAutoNum type="arabicPeriod"/>
            </a:pPr>
            <a:r>
              <a:rPr dirty="0" lang="en-US"/>
              <a:t>A pollster wants to construct a 95% confidence interval for the proportion of adults who believe that economic conditions are getting better. A poll taken five years ago estimates this proportion to be 0.28. What sample size is needed to obtain a margin of error of 3%? </a:t>
            </a:r>
            <a:r>
              <a:rPr b="1" dirty="0" i="1" lang="en-US">
                <a:solidFill>
                  <a:srgbClr val="B10000"/>
                </a:solidFill>
              </a:rPr>
              <a:t>We need to poll at least 861 people.</a:t>
            </a:r>
            <a:r>
              <a:rPr dirty="0" lang="en-US"/>
              <a:t>  </a:t>
            </a:r>
          </a:p>
        </p:txBody>
      </p:sp>
      <p:sp>
        <p:nvSpPr>
          <p:cNvPr id="4" name="Footer Placeholder 3">
            <a:extLst>
              <a:ext uri="{FF2B5EF4-FFF2-40B4-BE49-F238E27FC236}">
                <a16:creationId xmlns:a16="http://schemas.microsoft.com/office/drawing/2014/main" id="{970ABD5A-9231-A52A-5D08-6BF8D4F656A7}"/>
              </a:ext>
            </a:extLst>
          </p:cNvPr>
          <p:cNvSpPr>
            <a:spLocks noGrp="1"/>
          </p:cNvSpPr>
          <p:nvPr>
            <p:ph idx="11" sz="quarter" type="ftr"/>
          </p:nvPr>
        </p:nvSpPr>
        <p:spPr/>
        <p:txBody>
          <a:bodyPr/>
          <a:lstStyle/>
          <a:p>
            <a:r>
              <a:rPr lang="en-US">
                <a:solidFill>
                  <a:srgbClr val="000000"/>
                </a:solidFill>
              </a:rPr>
              <a:t>Bowen C. </a:t>
            </a:r>
          </a:p>
        </p:txBody>
      </p:sp>
      <p:sp>
        <p:nvSpPr>
          <p:cNvPr id="5" name="Slide Number Placeholder 4">
            <a:extLst>
              <a:ext uri="{FF2B5EF4-FFF2-40B4-BE49-F238E27FC236}">
                <a16:creationId xmlns:a16="http://schemas.microsoft.com/office/drawing/2014/main" id="{6FE044BF-3572-F472-E422-25BCDF3937BC}"/>
              </a:ext>
            </a:extLst>
          </p:cNvPr>
          <p:cNvSpPr>
            <a:spLocks noGrp="1"/>
          </p:cNvSpPr>
          <p:nvPr>
            <p:ph idx="12" sz="quarter" type="sldNum"/>
          </p:nvPr>
        </p:nvSpPr>
        <p:spPr/>
        <p:txBody>
          <a:bodyPr/>
          <a:lstStyle/>
          <a:p>
            <a:fld id="{330EA680-D336-4FF7-8B7A-9848BB0A1C32}" type="slidenum">
              <a:rPr lang="en-US" smtClean="0">
                <a:solidFill>
                  <a:srgbClr val="000000"/>
                </a:solidFill>
              </a:rPr>
              <a:t>30</a:t>
            </a:fld>
            <a:endParaRPr lang="en-US"/>
          </a:p>
        </p:txBody>
      </p:sp>
    </p:spTree>
    <p:extLst>
      <p:ext uri="{BB962C8B-B14F-4D97-AF65-F5344CB8AC3E}">
        <p14:creationId xmlns:p14="http://schemas.microsoft.com/office/powerpoint/2010/main" val="103782200"/>
      </p:ext>
    </p:extLst>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59D9B-7FF4-1834-7BAD-1990A551ECD6}"/>
              </a:ext>
            </a:extLst>
          </p:cNvPr>
          <p:cNvSpPr>
            <a:spLocks noGrp="1"/>
          </p:cNvSpPr>
          <p:nvPr>
            <p:ph type="title"/>
          </p:nvPr>
        </p:nvSpPr>
        <p:spPr/>
        <p:txBody>
          <a:bodyPr>
            <a:normAutofit/>
          </a:bodyPr>
          <a:lstStyle/>
          <a:p>
            <a:r>
              <a:rPr dirty="0" lang="en-US" sz="3200"/>
              <a:t>Mixed Practice for One-Sample Confidence Intervals </a:t>
            </a:r>
          </a:p>
        </p:txBody>
      </p:sp>
      <p:sp>
        <p:nvSpPr>
          <p:cNvPr id="3" name="Content Placeholder 2">
            <a:extLst>
              <a:ext uri="{FF2B5EF4-FFF2-40B4-BE49-F238E27FC236}">
                <a16:creationId xmlns:a16="http://schemas.microsoft.com/office/drawing/2014/main" id="{F15ED121-8DDE-411E-52BF-B36915482792}"/>
              </a:ext>
            </a:extLst>
          </p:cNvPr>
          <p:cNvSpPr>
            <a:spLocks noGrp="1"/>
          </p:cNvSpPr>
          <p:nvPr>
            <p:ph idx="1"/>
          </p:nvPr>
        </p:nvSpPr>
        <p:spPr/>
        <p:txBody>
          <a:bodyPr>
            <a:normAutofit fontScale="92500" lnSpcReduction="10000"/>
          </a:bodyPr>
          <a:lstStyle/>
          <a:p>
            <a:pPr indent="-514350" marL="514350">
              <a:buAutoNum type="arabicPeriod"/>
            </a:pPr>
            <a:r>
              <a:rPr dirty="0" lang="en-US"/>
              <a:t>A certain soft drink bottler wants to estimate the proportion of its customers that drink another brand of soft drink on a regular basis. A random sample of 100 customers yielded 18 who did in fact drink another brand of soft drink on a regular basis. Compute a 98% confidence interval to estimate the proportion of interest. Include margin of error calculations.   </a:t>
            </a:r>
            <a:br>
              <a:rPr dirty="0" lang="en-US"/>
            </a:br>
            <a:endParaRPr dirty="0" lang="en-US"/>
          </a:p>
          <a:p>
            <a:pPr indent="-514350" marL="514350">
              <a:buAutoNum type="arabicPeriod"/>
            </a:pPr>
            <a:r>
              <a:rPr dirty="0" lang="en-US"/>
              <a:t>A company has developed a new type of light bulb and wants to estimate its mean lifetime. A simple random sample of 101 bulbs had a sample mean lifetime of 750.2 hours with a standard deviation of 30 hours. Construct a 90% confidence interval for the population mean lifetime of all bulbs manufactured by this new process. What are two things that could cause this interval to be wider?   </a:t>
            </a:r>
          </a:p>
          <a:p>
            <a:endParaRPr dirty="0" lang="en-US"/>
          </a:p>
        </p:txBody>
      </p:sp>
      <p:sp>
        <p:nvSpPr>
          <p:cNvPr id="4" name="Footer Placeholder 3">
            <a:extLst>
              <a:ext uri="{FF2B5EF4-FFF2-40B4-BE49-F238E27FC236}">
                <a16:creationId xmlns:a16="http://schemas.microsoft.com/office/drawing/2014/main" id="{7F28E735-D1E0-5E97-E2E4-12C4DF685E51}"/>
              </a:ext>
            </a:extLst>
          </p:cNvPr>
          <p:cNvSpPr>
            <a:spLocks noGrp="1"/>
          </p:cNvSpPr>
          <p:nvPr>
            <p:ph idx="11" sz="quarter" type="ftr"/>
          </p:nvPr>
        </p:nvSpPr>
        <p:spPr/>
        <p:txBody>
          <a:bodyPr/>
          <a:lstStyle/>
          <a:p>
            <a:r>
              <a:rPr lang="en-US">
                <a:solidFill>
                  <a:srgbClr val="000000"/>
                </a:solidFill>
              </a:rPr>
              <a:t>Bowen C. </a:t>
            </a:r>
          </a:p>
        </p:txBody>
      </p:sp>
      <p:sp>
        <p:nvSpPr>
          <p:cNvPr id="5" name="Slide Number Placeholder 4">
            <a:extLst>
              <a:ext uri="{FF2B5EF4-FFF2-40B4-BE49-F238E27FC236}">
                <a16:creationId xmlns:a16="http://schemas.microsoft.com/office/drawing/2014/main" id="{E5794728-337D-BA6C-E0B2-64D45707F9BF}"/>
              </a:ext>
            </a:extLst>
          </p:cNvPr>
          <p:cNvSpPr>
            <a:spLocks noGrp="1"/>
          </p:cNvSpPr>
          <p:nvPr>
            <p:ph idx="12" sz="quarter" type="sldNum"/>
          </p:nvPr>
        </p:nvSpPr>
        <p:spPr/>
        <p:txBody>
          <a:bodyPr/>
          <a:lstStyle/>
          <a:p>
            <a:fld id="{330EA680-D336-4FF7-8B7A-9848BB0A1C32}" type="slidenum">
              <a:rPr lang="en-US" smtClean="0">
                <a:solidFill>
                  <a:srgbClr val="000000"/>
                </a:solidFill>
              </a:rPr>
              <a:t>31</a:t>
            </a:fld>
            <a:endParaRPr lang="en-US"/>
          </a:p>
        </p:txBody>
      </p:sp>
    </p:spTree>
    <p:extLst>
      <p:ext uri="{BB962C8B-B14F-4D97-AF65-F5344CB8AC3E}">
        <p14:creationId xmlns:p14="http://schemas.microsoft.com/office/powerpoint/2010/main" val="1132856864"/>
      </p:ext>
    </p:extLst>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9A3B3E-EC72-152B-A3AD-D4FA0938E9FD}"/>
              </a:ext>
            </a:extLst>
          </p:cNvPr>
          <p:cNvSpPr>
            <a:spLocks noGrp="1"/>
          </p:cNvSpPr>
          <p:nvPr>
            <p:ph idx="1"/>
          </p:nvPr>
        </p:nvSpPr>
        <p:spPr>
          <a:xfrm>
            <a:off x="838200" y="562940"/>
            <a:ext cx="10515600" cy="5929828"/>
          </a:xfrm>
        </p:spPr>
        <p:txBody>
          <a:bodyPr>
            <a:normAutofit fontScale="92500" lnSpcReduction="20000"/>
          </a:bodyPr>
          <a:lstStyle/>
          <a:p>
            <a:pPr indent="-514350" marL="514350">
              <a:buFont typeface="+mj-lt"/>
              <a:buAutoNum startAt="3" type="arabicPeriod"/>
            </a:pPr>
            <a:r>
              <a:rPr dirty="0" lang="en-US"/>
              <a:t>Assume that we want to estimate the mean IQ score for the population of statistics students. How many statistics students must be randomly selected for IQ tests if we want 95% confidence that the sample mean is within 3 IQ points of the population mean? Assume a population standard deviation of 15.   </a:t>
            </a:r>
            <a:br>
              <a:rPr dirty="0" lang="en-US"/>
            </a:br>
            <a:endParaRPr dirty="0" lang="en-US"/>
          </a:p>
          <a:p>
            <a:pPr indent="-514350" marL="514350">
              <a:buFont typeface="+mj-lt"/>
              <a:buAutoNum startAt="3" type="arabicPeriod"/>
            </a:pPr>
            <a:r>
              <a:rPr dirty="0" lang="en-US"/>
              <a:t>In a sample of 400 American adults, it was found that 45% reported that they have confidence in their physician. Find a 99% confidence interval for the proportion of American adults who have confidence in their physician.   </a:t>
            </a:r>
            <a:br>
              <a:rPr dirty="0" lang="en-US"/>
            </a:br>
            <a:endParaRPr dirty="0" lang="en-US"/>
          </a:p>
          <a:p>
            <a:pPr indent="-514350" marL="514350">
              <a:buFont typeface="+mj-lt"/>
              <a:buAutoNum startAt="3" type="arabicPeriod"/>
            </a:pPr>
            <a:r>
              <a:rPr dirty="0" lang="en-US"/>
              <a:t>A simple random sample of 200 third-graders in a large school district was chosen to participate in an after-school program to improve reading skills. After completing the program, the children were tested, and 142 of them showed improvement in their reading skills. Construct a 95% confidence interval for the proportion of third-graders in the school district whose reading scores would improve after completing the program. Is it reasonable to conclude that more than 60% of the students would improve their reading scores after completing the program? Explain.  </a:t>
            </a:r>
          </a:p>
          <a:p>
            <a:endParaRPr dirty="0" lang="en-US"/>
          </a:p>
        </p:txBody>
      </p:sp>
      <p:sp>
        <p:nvSpPr>
          <p:cNvPr id="4" name="Footer Placeholder 3">
            <a:extLst>
              <a:ext uri="{FF2B5EF4-FFF2-40B4-BE49-F238E27FC236}">
                <a16:creationId xmlns:a16="http://schemas.microsoft.com/office/drawing/2014/main" id="{53D8ACD8-0A11-AAB7-85E4-2AEB6A59AEA3}"/>
              </a:ext>
            </a:extLst>
          </p:cNvPr>
          <p:cNvSpPr>
            <a:spLocks noGrp="1"/>
          </p:cNvSpPr>
          <p:nvPr>
            <p:ph idx="11" sz="quarter" type="ftr"/>
          </p:nvPr>
        </p:nvSpPr>
        <p:spPr/>
        <p:txBody>
          <a:bodyPr/>
          <a:lstStyle/>
          <a:p>
            <a:r>
              <a:rPr lang="en-US">
                <a:solidFill>
                  <a:srgbClr val="000000"/>
                </a:solidFill>
              </a:rPr>
              <a:t>Bowen C. </a:t>
            </a:r>
          </a:p>
        </p:txBody>
      </p:sp>
      <p:sp>
        <p:nvSpPr>
          <p:cNvPr id="5" name="Slide Number Placeholder 4">
            <a:extLst>
              <a:ext uri="{FF2B5EF4-FFF2-40B4-BE49-F238E27FC236}">
                <a16:creationId xmlns:a16="http://schemas.microsoft.com/office/drawing/2014/main" id="{B198FB76-E50E-C385-737A-9C9CAFA36968}"/>
              </a:ext>
            </a:extLst>
          </p:cNvPr>
          <p:cNvSpPr>
            <a:spLocks noGrp="1"/>
          </p:cNvSpPr>
          <p:nvPr>
            <p:ph idx="12" sz="quarter" type="sldNum"/>
          </p:nvPr>
        </p:nvSpPr>
        <p:spPr/>
        <p:txBody>
          <a:bodyPr/>
          <a:lstStyle/>
          <a:p>
            <a:fld id="{330EA680-D336-4FF7-8B7A-9848BB0A1C32}" type="slidenum">
              <a:rPr lang="en-US" smtClean="0">
                <a:solidFill>
                  <a:srgbClr val="000000"/>
                </a:solidFill>
              </a:rPr>
              <a:t>32</a:t>
            </a:fld>
            <a:endParaRPr lang="en-US"/>
          </a:p>
        </p:txBody>
      </p:sp>
      <p:sp>
        <p:nvSpPr>
          <p:cNvPr id="6" name="Title 5">
            <a:extLst>
              <a:ext uri="{FF2B5EF4-FFF2-40B4-BE49-F238E27FC236}">
                <a16:creationId xmlns:a16="http://schemas.microsoft.com/office/drawing/2014/main" id="{1762DF09-0D6E-0D78-6653-6648BD88C6EE}"/>
              </a:ext>
            </a:extLst>
          </p:cNvPr>
          <p:cNvSpPr>
            <a:spLocks noGrp="1"/>
          </p:cNvSpPr>
          <p:nvPr>
            <p:ph type="title"/>
          </p:nvPr>
        </p:nvSpPr>
        <p:spPr>
          <a:xfrm>
            <a:off x="838200" y="-1325563"/>
            <a:ext cx="10515600" cy="1325563"/>
          </a:xfrm>
        </p:spPr>
        <p:txBody>
          <a:bodyPr anchor="b" bIns="45720" lIns="91440" rIns="91440" rtlCol="0" tIns="45720" vert="horz">
            <a:normAutofit/>
          </a:bodyPr>
          <a:lstStyle/>
          <a:p>
            <a:r>
              <a:rPr dirty="0" lang="en-US"/>
              <a:t>Practice continued </a:t>
            </a:r>
          </a:p>
        </p:txBody>
      </p:sp>
    </p:spTree>
    <p:extLst>
      <p:ext uri="{BB962C8B-B14F-4D97-AF65-F5344CB8AC3E}">
        <p14:creationId xmlns:p14="http://schemas.microsoft.com/office/powerpoint/2010/main" val="155829062"/>
      </p:ext>
    </p:extLst>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8040E1-AD3D-7F76-5AF4-BEAA2DBA7815}"/>
              </a:ext>
            </a:extLst>
          </p:cNvPr>
          <p:cNvSpPr>
            <a:spLocks noGrp="1"/>
          </p:cNvSpPr>
          <p:nvPr>
            <p:ph idx="1"/>
          </p:nvPr>
        </p:nvSpPr>
        <p:spPr>
          <a:xfrm>
            <a:off x="838200" y="654908"/>
            <a:ext cx="10515600" cy="5522055"/>
          </a:xfrm>
        </p:spPr>
        <p:txBody>
          <a:bodyPr>
            <a:normAutofit/>
          </a:bodyPr>
          <a:lstStyle/>
          <a:p>
            <a:pPr indent="-514350" marL="514350">
              <a:buFont typeface="+mj-lt"/>
              <a:buAutoNum startAt="6" type="arabicPeriod"/>
            </a:pPr>
            <a:r>
              <a:rPr dirty="0" lang="en-US"/>
              <a:t>Boxes of cereal are labeled as containing 14 ounces. Below are the weights, in ounces, of a sample of 12 boxes (it is reasonable to assume that the population is approximately normal). </a:t>
            </a:r>
            <a:br>
              <a:rPr dirty="0" lang="en-US"/>
            </a:br>
            <a:r>
              <a:rPr b="1" dirty="0" lang="en-US" sz="1800">
                <a:solidFill>
                  <a:schemeClr val="tx2">
                    <a:lumMod val="75000"/>
                    <a:lumOff val="25000"/>
                  </a:schemeClr>
                </a:solidFill>
              </a:rPr>
              <a:t>14.02   13.97   14.11   14.12   14.10   14.02   14.15   13.97   14.05   14.04   14.11   14.12</a:t>
            </a:r>
            <a:r>
              <a:rPr dirty="0" lang="en-US"/>
              <a:t> </a:t>
            </a:r>
            <a:br>
              <a:rPr dirty="0" lang="en-US"/>
            </a:br>
            <a:r>
              <a:rPr dirty="0" lang="en-US"/>
              <a:t>Construct a 98% confidence interval for the mean weight. The quality control manager is concerned that the mean weight is actually less than 14 ounces. Based on the confidence interval, is there a reason to be concerned? Explain.  </a:t>
            </a:r>
            <a:br>
              <a:rPr dirty="0" lang="en-US"/>
            </a:br>
            <a:endParaRPr dirty="0" lang="en-US"/>
          </a:p>
          <a:p>
            <a:pPr indent="-514350" marL="514350">
              <a:buFont typeface="+mj-lt"/>
              <a:buAutoNum startAt="6" type="arabicPeriod"/>
            </a:pPr>
            <a:r>
              <a:rPr dirty="0" lang="en-US"/>
              <a:t>In a study of the accuracy of fast-food orders, one popular chain had 254 accurate orders and 46 that were inaccurate. Construct a 90% confidence interval to estimate the population proportion of inaccurate orders.    </a:t>
            </a:r>
          </a:p>
          <a:p>
            <a:endParaRPr dirty="0" lang="en-US"/>
          </a:p>
        </p:txBody>
      </p:sp>
      <p:sp>
        <p:nvSpPr>
          <p:cNvPr id="4" name="Footer Placeholder 3">
            <a:extLst>
              <a:ext uri="{FF2B5EF4-FFF2-40B4-BE49-F238E27FC236}">
                <a16:creationId xmlns:a16="http://schemas.microsoft.com/office/drawing/2014/main" id="{2557509D-5922-9142-6FEF-A8F23C0056D6}"/>
              </a:ext>
            </a:extLst>
          </p:cNvPr>
          <p:cNvSpPr>
            <a:spLocks noGrp="1"/>
          </p:cNvSpPr>
          <p:nvPr>
            <p:ph idx="11" sz="quarter" type="ftr"/>
          </p:nvPr>
        </p:nvSpPr>
        <p:spPr/>
        <p:txBody>
          <a:bodyPr/>
          <a:lstStyle/>
          <a:p>
            <a:r>
              <a:rPr lang="en-US">
                <a:solidFill>
                  <a:srgbClr val="000000"/>
                </a:solidFill>
              </a:rPr>
              <a:t>Bowen C. </a:t>
            </a:r>
          </a:p>
        </p:txBody>
      </p:sp>
      <p:sp>
        <p:nvSpPr>
          <p:cNvPr id="5" name="Slide Number Placeholder 4">
            <a:extLst>
              <a:ext uri="{FF2B5EF4-FFF2-40B4-BE49-F238E27FC236}">
                <a16:creationId xmlns:a16="http://schemas.microsoft.com/office/drawing/2014/main" id="{D93028A9-2D64-5B3D-51DF-4D5C037C755D}"/>
              </a:ext>
            </a:extLst>
          </p:cNvPr>
          <p:cNvSpPr>
            <a:spLocks noGrp="1"/>
          </p:cNvSpPr>
          <p:nvPr>
            <p:ph idx="12" sz="quarter" type="sldNum"/>
          </p:nvPr>
        </p:nvSpPr>
        <p:spPr/>
        <p:txBody>
          <a:bodyPr/>
          <a:lstStyle/>
          <a:p>
            <a:fld id="{330EA680-D336-4FF7-8B7A-9848BB0A1C32}" type="slidenum">
              <a:rPr lang="en-US" smtClean="0">
                <a:solidFill>
                  <a:srgbClr val="000000"/>
                </a:solidFill>
              </a:rPr>
              <a:t>33</a:t>
            </a:fld>
            <a:endParaRPr lang="en-US"/>
          </a:p>
        </p:txBody>
      </p:sp>
      <p:sp>
        <p:nvSpPr>
          <p:cNvPr id="6" name="Title 5">
            <a:extLst>
              <a:ext uri="{FF2B5EF4-FFF2-40B4-BE49-F238E27FC236}">
                <a16:creationId xmlns:a16="http://schemas.microsoft.com/office/drawing/2014/main" id="{E28FF542-8A94-3BC8-41D4-48599174F6C2}"/>
              </a:ext>
            </a:extLst>
          </p:cNvPr>
          <p:cNvSpPr>
            <a:spLocks noGrp="1"/>
          </p:cNvSpPr>
          <p:nvPr>
            <p:ph type="title"/>
          </p:nvPr>
        </p:nvSpPr>
        <p:spPr>
          <a:xfrm>
            <a:off x="838200" y="-1325563"/>
            <a:ext cx="10515600" cy="1325563"/>
          </a:xfrm>
        </p:spPr>
        <p:txBody>
          <a:bodyPr anchor="b" bIns="45720" lIns="91440" rIns="91440" rtlCol="0" tIns="45720" vert="horz">
            <a:normAutofit/>
          </a:bodyPr>
          <a:lstStyle/>
          <a:p>
            <a:r>
              <a:rPr dirty="0" lang="en-US"/>
              <a:t>Practice continued.. </a:t>
            </a:r>
          </a:p>
        </p:txBody>
      </p:sp>
    </p:spTree>
    <p:extLst>
      <p:ext uri="{BB962C8B-B14F-4D97-AF65-F5344CB8AC3E}">
        <p14:creationId xmlns:p14="http://schemas.microsoft.com/office/powerpoint/2010/main" val="1603559524"/>
      </p:ext>
    </p:extLst>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0D92EC-8B5D-CEC4-9447-E391B3397442}"/>
              </a:ext>
            </a:extLst>
          </p:cNvPr>
          <p:cNvSpPr>
            <a:spLocks noGrp="1"/>
          </p:cNvSpPr>
          <p:nvPr>
            <p:ph idx="1"/>
          </p:nvPr>
        </p:nvSpPr>
        <p:spPr>
          <a:xfrm>
            <a:off x="782594" y="683418"/>
            <a:ext cx="10515600" cy="5491163"/>
          </a:xfrm>
        </p:spPr>
        <p:txBody>
          <a:bodyPr>
            <a:normAutofit fontScale="92500" lnSpcReduction="20000"/>
          </a:bodyPr>
          <a:lstStyle/>
          <a:p>
            <a:pPr indent="-514350" marL="514350">
              <a:buFont typeface="+mj-lt"/>
              <a:buAutoNum startAt="8" type="arabicPeriod"/>
            </a:pPr>
            <a:r>
              <a:rPr dirty="0" lang="en-US"/>
              <a:t>A community wants to conduct a study to see how many middle school kids plan to trick or treat for Halloween. How many kids should be surveyed if we want a margin of error of 8% and a confidence level of 90%?   </a:t>
            </a:r>
            <a:br>
              <a:rPr dirty="0" lang="en-US"/>
            </a:br>
            <a:endParaRPr dirty="0" lang="en-US"/>
          </a:p>
          <a:p>
            <a:pPr indent="-514350" marL="514350">
              <a:buFont typeface="+mj-lt"/>
              <a:buAutoNum startAt="8" type="arabicPeriod"/>
            </a:pPr>
            <a:r>
              <a:rPr dirty="0" lang="en-US"/>
              <a:t>A large city plans to survey business owners to determine the percentage of satisfaction with the transit system. A similar study conducted 5 years ago found that only 31% of the business owners were satisfied with the transit system. If we want to have a margin of error of 5%, how many business owners should be surveyed to find a 99% confidence interval?   </a:t>
            </a:r>
            <a:br>
              <a:rPr dirty="0" lang="en-US"/>
            </a:br>
            <a:endParaRPr dirty="0" lang="en-US"/>
          </a:p>
          <a:p>
            <a:pPr indent="-514350" marL="514350">
              <a:buFont typeface="+mj-lt"/>
              <a:buAutoNum startAt="8" type="arabicPeriod"/>
            </a:pPr>
            <a:r>
              <a:rPr dirty="0" lang="en-US"/>
              <a:t>A professor wants to conduct a study regarding student prerequisite knowledge for College Algebra. She studies the placement test scores and is told that the population standard deviation is 6.72. How many students would she need for her study if she wants to build a 95% confidence interval with a margin of error of 2 points?   </a:t>
            </a:r>
          </a:p>
        </p:txBody>
      </p:sp>
      <p:sp>
        <p:nvSpPr>
          <p:cNvPr id="4" name="Footer Placeholder 3">
            <a:extLst>
              <a:ext uri="{FF2B5EF4-FFF2-40B4-BE49-F238E27FC236}">
                <a16:creationId xmlns:a16="http://schemas.microsoft.com/office/drawing/2014/main" id="{7B02FC13-AA19-D837-7F73-7725636186E8}"/>
              </a:ext>
            </a:extLst>
          </p:cNvPr>
          <p:cNvSpPr>
            <a:spLocks noGrp="1"/>
          </p:cNvSpPr>
          <p:nvPr>
            <p:ph idx="11" sz="quarter" type="ftr"/>
          </p:nvPr>
        </p:nvSpPr>
        <p:spPr/>
        <p:txBody>
          <a:bodyPr/>
          <a:lstStyle/>
          <a:p>
            <a:r>
              <a:rPr lang="en-US">
                <a:solidFill>
                  <a:srgbClr val="000000"/>
                </a:solidFill>
              </a:rPr>
              <a:t>Bowen C. </a:t>
            </a:r>
          </a:p>
        </p:txBody>
      </p:sp>
      <p:sp>
        <p:nvSpPr>
          <p:cNvPr id="5" name="Slide Number Placeholder 4">
            <a:extLst>
              <a:ext uri="{FF2B5EF4-FFF2-40B4-BE49-F238E27FC236}">
                <a16:creationId xmlns:a16="http://schemas.microsoft.com/office/drawing/2014/main" id="{8A6A28F9-CE1E-7A4F-2A09-AAEA305954D2}"/>
              </a:ext>
            </a:extLst>
          </p:cNvPr>
          <p:cNvSpPr>
            <a:spLocks noGrp="1"/>
          </p:cNvSpPr>
          <p:nvPr>
            <p:ph idx="12" sz="quarter" type="sldNum"/>
          </p:nvPr>
        </p:nvSpPr>
        <p:spPr/>
        <p:txBody>
          <a:bodyPr/>
          <a:lstStyle/>
          <a:p>
            <a:fld id="{330EA680-D336-4FF7-8B7A-9848BB0A1C32}" type="slidenum">
              <a:rPr lang="en-US" smtClean="0">
                <a:solidFill>
                  <a:srgbClr val="000000"/>
                </a:solidFill>
              </a:rPr>
              <a:t>34</a:t>
            </a:fld>
            <a:endParaRPr lang="en-US"/>
          </a:p>
        </p:txBody>
      </p:sp>
      <p:sp>
        <p:nvSpPr>
          <p:cNvPr id="6" name="Title 5">
            <a:extLst>
              <a:ext uri="{FF2B5EF4-FFF2-40B4-BE49-F238E27FC236}">
                <a16:creationId xmlns:a16="http://schemas.microsoft.com/office/drawing/2014/main" id="{280944AD-13DC-0CB5-27A7-D711EBE92BB5}"/>
              </a:ext>
            </a:extLst>
          </p:cNvPr>
          <p:cNvSpPr>
            <a:spLocks noGrp="1"/>
          </p:cNvSpPr>
          <p:nvPr>
            <p:ph type="title"/>
          </p:nvPr>
        </p:nvSpPr>
        <p:spPr>
          <a:xfrm>
            <a:off x="838200" y="-1325563"/>
            <a:ext cx="10515600" cy="1325563"/>
          </a:xfrm>
        </p:spPr>
        <p:txBody>
          <a:bodyPr anchor="b" bIns="45720" lIns="91440" rIns="91440" rtlCol="0" tIns="45720" vert="horz">
            <a:normAutofit/>
          </a:bodyPr>
          <a:lstStyle/>
          <a:p>
            <a:r>
              <a:rPr dirty="0" lang="en-US"/>
              <a:t>Practice continued… </a:t>
            </a:r>
          </a:p>
        </p:txBody>
      </p:sp>
    </p:spTree>
    <p:extLst>
      <p:ext uri="{BB962C8B-B14F-4D97-AF65-F5344CB8AC3E}">
        <p14:creationId xmlns:p14="http://schemas.microsoft.com/office/powerpoint/2010/main" val="4050718839"/>
      </p:ext>
    </p:extLst>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256BC6-EDD5-5B0A-2C1E-1D4F03C2D133}"/>
              </a:ext>
            </a:extLst>
          </p:cNvPr>
          <p:cNvSpPr>
            <a:spLocks noGrp="1"/>
          </p:cNvSpPr>
          <p:nvPr>
            <p:ph idx="1"/>
          </p:nvPr>
        </p:nvSpPr>
        <p:spPr>
          <a:xfrm>
            <a:off x="838200" y="1204998"/>
            <a:ext cx="10515600" cy="5151352"/>
          </a:xfrm>
        </p:spPr>
        <p:txBody>
          <a:bodyPr>
            <a:normAutofit/>
          </a:bodyPr>
          <a:lstStyle/>
          <a:p>
            <a:pPr indent="-514350" marL="514350">
              <a:buFont typeface="+mj-lt"/>
              <a:buAutoNum startAt="11" type="arabicPeriod"/>
            </a:pPr>
            <a:r>
              <a:rPr dirty="0" lang="en-US"/>
              <a:t>We want to find the population mean pulse rate for adults. If we know the population standard deviation is 12.5 bps (beats per second), what sample size is needed to obtain a 99.9% confidence interval with a margin of error of 2.1?   </a:t>
            </a:r>
            <a:br>
              <a:rPr dirty="0" lang="en-US"/>
            </a:br>
            <a:endParaRPr dirty="0" lang="en-US"/>
          </a:p>
          <a:p>
            <a:pPr indent="-514350" marL="514350">
              <a:buFont typeface="+mj-lt"/>
              <a:buAutoNum startAt="11" type="arabicPeriod"/>
            </a:pPr>
            <a:r>
              <a:rPr dirty="0" lang="en-US"/>
              <a:t>In a sample of 40 adults on a popular weight loss program, the mean weight loss was 2.1 pounds with a standard deviation of 4.8 pounds. Construct a 90% confidence interval to estimate the population mean weight loss for this diet.   </a:t>
            </a:r>
          </a:p>
          <a:p>
            <a:endParaRPr dirty="0" lang="en-US"/>
          </a:p>
        </p:txBody>
      </p:sp>
      <p:sp>
        <p:nvSpPr>
          <p:cNvPr id="4" name="Footer Placeholder 3">
            <a:extLst>
              <a:ext uri="{FF2B5EF4-FFF2-40B4-BE49-F238E27FC236}">
                <a16:creationId xmlns:a16="http://schemas.microsoft.com/office/drawing/2014/main" id="{44A8D156-3E52-5913-0446-BAF212C306F2}"/>
              </a:ext>
            </a:extLst>
          </p:cNvPr>
          <p:cNvSpPr>
            <a:spLocks noGrp="1"/>
          </p:cNvSpPr>
          <p:nvPr>
            <p:ph idx="11" sz="quarter" type="ftr"/>
          </p:nvPr>
        </p:nvSpPr>
        <p:spPr/>
        <p:txBody>
          <a:bodyPr/>
          <a:lstStyle/>
          <a:p>
            <a:r>
              <a:rPr lang="en-US">
                <a:solidFill>
                  <a:srgbClr val="000000"/>
                </a:solidFill>
              </a:rPr>
              <a:t>Bowen C. </a:t>
            </a:r>
          </a:p>
        </p:txBody>
      </p:sp>
      <p:sp>
        <p:nvSpPr>
          <p:cNvPr id="5" name="Slide Number Placeholder 4">
            <a:extLst>
              <a:ext uri="{FF2B5EF4-FFF2-40B4-BE49-F238E27FC236}">
                <a16:creationId xmlns:a16="http://schemas.microsoft.com/office/drawing/2014/main" id="{9E936A0E-7BDB-8451-5D2D-C3947144DE6F}"/>
              </a:ext>
            </a:extLst>
          </p:cNvPr>
          <p:cNvSpPr>
            <a:spLocks noGrp="1"/>
          </p:cNvSpPr>
          <p:nvPr>
            <p:ph idx="12" sz="quarter" type="sldNum"/>
          </p:nvPr>
        </p:nvSpPr>
        <p:spPr/>
        <p:txBody>
          <a:bodyPr/>
          <a:lstStyle/>
          <a:p>
            <a:fld id="{330EA680-D336-4FF7-8B7A-9848BB0A1C32}" type="slidenum">
              <a:rPr lang="en-US" smtClean="0">
                <a:solidFill>
                  <a:srgbClr val="000000"/>
                </a:solidFill>
              </a:rPr>
              <a:t>35</a:t>
            </a:fld>
            <a:endParaRPr lang="en-US"/>
          </a:p>
        </p:txBody>
      </p:sp>
      <p:sp>
        <p:nvSpPr>
          <p:cNvPr id="6" name="Title 5">
            <a:extLst>
              <a:ext uri="{FF2B5EF4-FFF2-40B4-BE49-F238E27FC236}">
                <a16:creationId xmlns:a16="http://schemas.microsoft.com/office/drawing/2014/main" id="{5BF8E1FF-1A27-3A2B-C757-3CD008408802}"/>
              </a:ext>
            </a:extLst>
          </p:cNvPr>
          <p:cNvSpPr>
            <a:spLocks noGrp="1"/>
          </p:cNvSpPr>
          <p:nvPr>
            <p:ph type="title"/>
          </p:nvPr>
        </p:nvSpPr>
        <p:spPr>
          <a:xfrm>
            <a:off x="838200" y="-1325563"/>
            <a:ext cx="10515600" cy="1325563"/>
          </a:xfrm>
        </p:spPr>
        <p:txBody>
          <a:bodyPr anchor="b" bIns="45720" lIns="91440" rIns="91440" rtlCol="0" tIns="45720" vert="horz">
            <a:normAutofit/>
          </a:bodyPr>
          <a:lstStyle/>
          <a:p>
            <a:r>
              <a:rPr dirty="0" lang="en-US"/>
              <a:t>Practice continued…. </a:t>
            </a:r>
          </a:p>
        </p:txBody>
      </p:sp>
    </p:spTree>
    <p:extLst>
      <p:ext uri="{BB962C8B-B14F-4D97-AF65-F5344CB8AC3E}">
        <p14:creationId xmlns:p14="http://schemas.microsoft.com/office/powerpoint/2010/main" val="24502690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496</TotalTime>
  <Words>3021</Words>
  <Application>Microsoft Office PowerPoint</Application>
  <PresentationFormat>Widescreen</PresentationFormat>
  <Paragraphs>229</Paragraphs>
  <Slides>35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Aptos</vt:lpstr>
      <vt:lpstr>Aptos Display</vt:lpstr>
      <vt:lpstr>Arial</vt:lpstr>
      <vt:lpstr>Cambria Math</vt:lpstr>
      <vt:lpstr>office theme</vt:lpstr>
      <vt:lpstr>Confidence Intervals  for One Sample</vt:lpstr>
      <vt:lpstr>Objectives</vt:lpstr>
      <vt:lpstr>Confidence Intervals for Means (σ known) </vt:lpstr>
      <vt:lpstr>Confidence Interval Template</vt:lpstr>
      <vt:lpstr>Using the Central Limit Theorem </vt:lpstr>
      <vt:lpstr>Finding Critical Values </vt:lpstr>
      <vt:lpstr>The Margin of Error </vt:lpstr>
      <vt:lpstr>Battery Lifetime Example</vt:lpstr>
      <vt:lpstr>Battery Lifetime Solution</vt:lpstr>
      <vt:lpstr>Interpreting Confidence Intervals for One Sample</vt:lpstr>
      <vt:lpstr>Credit Score Example</vt:lpstr>
      <vt:lpstr>Credit Score Solution </vt:lpstr>
      <vt:lpstr>Changing the Confidence Level </vt:lpstr>
      <vt:lpstr>Changing the Confidence Level, continued  </vt:lpstr>
      <vt:lpstr>Confidence Intervals for Means (σ NOT known) </vt:lpstr>
      <vt:lpstr>The Student’s t-distribution </vt:lpstr>
      <vt:lpstr>T-Intervals for Means </vt:lpstr>
      <vt:lpstr>Test Scores Example</vt:lpstr>
      <vt:lpstr>Test Scores Example Solution</vt:lpstr>
      <vt:lpstr>Calculating a Minimum Sample Size </vt:lpstr>
      <vt:lpstr>Weighing Mice Example </vt:lpstr>
      <vt:lpstr>Weighing Mice Solution  </vt:lpstr>
      <vt:lpstr>Choosing a Method for Means</vt:lpstr>
      <vt:lpstr>Confidence Intervals for Proportions </vt:lpstr>
      <vt:lpstr>The Standard Error </vt:lpstr>
      <vt:lpstr>Candy Example </vt:lpstr>
      <vt:lpstr>Candy Example Solution  </vt:lpstr>
      <vt:lpstr>Calculating a Minimum Sample Size for Proportions  </vt:lpstr>
      <vt:lpstr>Polling Example </vt:lpstr>
      <vt:lpstr>Polling Example Solutions  </vt:lpstr>
      <vt:lpstr>Mixed Practice for One-Sample Confidence Intervals </vt:lpstr>
      <vt:lpstr>Practice continued </vt:lpstr>
      <vt:lpstr>Practice continued.. </vt:lpstr>
      <vt:lpstr>Practice continued… </vt:lpstr>
      <vt:lpstr>Practice continued….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2026-03-27T15:27:07Z</dcterms:created>
  <cp:lastModifiedBy>Bowen Cheek</cp:lastModifiedBy>
  <dcterms:modified xsi:type="dcterms:W3CDTF">2026-04-15T17:09:29Z</dcterms:modified>
  <cp:revision>228</cp:revision>
  <dc:title>Chapter 8 Teaching Notes</dc:title>
</cp:coreProperties>
</file>

<file path=docProps/custom.xml><?xml version="1.0" encoding="utf-8"?>
<Properties xmlns="http://schemas.openxmlformats.org/officeDocument/2006/custom-properties" xmlns:vt="http://schemas.openxmlformats.org/officeDocument/2006/docPropsVTypes">
  <property pid="2" fmtid="{D5CDD505-2E9C-101B-9397-08002B2CF9AE}" name="panorama-manifest">
    <vt:lpwstr>{"dismissals":[{"targetId":{"value":102},"issueTypeIdentifier":"READING_ORDER_ISSUE"},{"targetId":{"value":316},"issueTypeIdentifier":"READING_ORDER_ISSUE"},{"targetId":{"value":440},"issueTypeIdentifier":"READING_ORDER_ISSUE"},{"targetId":{"value":613},"issueTypeIdentifier":"READING_ORDER_ISSUE"},{"targetId":{"value":633},"issueTypeIdentifier":"READING_ORDER_ISSUE"},{"targetId":{"value":655},"issueTypeIdentifier":"READING_ORDER_ISSUE"},{"targetId":{"value":674},"issueTypeIdentifier":"READING_ORDER_ISSUE"}],"remediatedIssues":[]}</vt:lpwstr>
  </property>
</Properties>
</file>