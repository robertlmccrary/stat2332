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inkml+xml" PartName="/ppt/ink/ink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57"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8F71C1-BA7C-4673-BE58-C5138B3CBAB0}" v="320" dt="2026-08-18T16:52:09.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snapToGrid="0">
      <p:cViewPr varScale="1">
        <p:scale>
          <a:sx n="95" d="100"/>
          <a:sy n="95" d="100"/>
        </p:scale>
        <p:origin x="202" y="7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notesMasters/notesMaster1.xml" Type="http://schemas.openxmlformats.org/officeDocument/2006/relationships/notesMaster"/><Relationship Id="rId4" Target="slides/slide3.xml" Type="http://schemas.openxmlformats.org/officeDocument/2006/relationships/slide"/><Relationship Id="rId40" Target="presProps.xml" Type="http://schemas.openxmlformats.org/officeDocument/2006/relationships/presProps"/><Relationship Id="rId41" Target="viewProps.xml" Type="http://schemas.openxmlformats.org/officeDocument/2006/relationships/viewProps"/><Relationship Id="rId42" Target="theme/theme1.xml" Type="http://schemas.openxmlformats.org/officeDocument/2006/relationships/theme"/><Relationship Id="rId43" Target="tableStyles.xml" Type="http://schemas.openxmlformats.org/officeDocument/2006/relationships/tableStyles"/><Relationship Id="rId44" Target="changesInfos/changesInfo1.xml" Type="http://schemas.microsoft.com/office/2016/11/relationships/changesInfo"/><Relationship Id="rId45" Target="revisionInfo.xml" Type="http://schemas.microsoft.com/office/2015/10/relationships/revisionInfo"/><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8fca192e-0677-4b46-9386-7af871cc0c0f" providerId="ADAL" clId="{539CF98A-204F-498C-B6D5-5A6451AD35FD}"/>
    <pc:docChg chg="undo custSel addSld modSld sldOrd modMainMaster">
      <pc:chgData name="Bowen Cheek" userId="8fca192e-0677-4b46-9386-7af871cc0c0f" providerId="ADAL" clId="{539CF98A-204F-498C-B6D5-5A6451AD35FD}" dt="2026-08-18T16:53:44.203" v="3606" actId="27636"/>
      <pc:docMkLst>
        <pc:docMk/>
      </pc:docMkLst>
      <pc:sldChg chg="addSp modSp new mod ord">
        <pc:chgData name="Bowen Cheek" userId="8fca192e-0677-4b46-9386-7af871cc0c0f" providerId="ADAL" clId="{539CF98A-204F-498C-B6D5-5A6451AD35FD}" dt="2026-08-17T13:08:49.122" v="1336" actId="20577"/>
        <pc:sldMkLst>
          <pc:docMk/>
          <pc:sldMk cId="468955471" sldId="257"/>
        </pc:sldMkLst>
        <pc:spChg chg="mod">
          <ac:chgData name="Bowen Cheek" userId="8fca192e-0677-4b46-9386-7af871cc0c0f" providerId="ADAL" clId="{539CF98A-204F-498C-B6D5-5A6451AD35FD}" dt="2026-08-17T13:08:49.122" v="1336" actId="20577"/>
          <ac:spMkLst>
            <pc:docMk/>
            <pc:sldMk cId="468955471" sldId="257"/>
            <ac:spMk id="3" creationId="{B87DC559-43EA-532D-E39E-E4A5ABDB7B4B}"/>
          </ac:spMkLst>
        </pc:spChg>
        <pc:picChg chg="add mod">
          <ac:chgData name="Bowen Cheek" userId="8fca192e-0677-4b46-9386-7af871cc0c0f" providerId="ADAL" clId="{539CF98A-204F-498C-B6D5-5A6451AD35FD}" dt="2026-08-14T16:31:28.618" v="946" actId="1076"/>
          <ac:picMkLst>
            <pc:docMk/>
            <pc:sldMk cId="468955471" sldId="257"/>
            <ac:picMk id="8" creationId="{C4CD8ADC-D9E3-FA4E-96E4-2AFEB81A33DF}"/>
          </ac:picMkLst>
        </pc:picChg>
      </pc:sldChg>
      <pc:sldChg chg="modSp new mod">
        <pc:chgData name="Bowen Cheek" userId="8fca192e-0677-4b46-9386-7af871cc0c0f" providerId="ADAL" clId="{539CF98A-204F-498C-B6D5-5A6451AD35FD}" dt="2026-08-12T15:45:02.496" v="210" actId="20577"/>
        <pc:sldMkLst>
          <pc:docMk/>
          <pc:sldMk cId="2139358838" sldId="258"/>
        </pc:sldMkLst>
        <pc:spChg chg="mod">
          <ac:chgData name="Bowen Cheek" userId="8fca192e-0677-4b46-9386-7af871cc0c0f" providerId="ADAL" clId="{539CF98A-204F-498C-B6D5-5A6451AD35FD}" dt="2026-08-12T15:45:02.496" v="210" actId="20577"/>
          <ac:spMkLst>
            <pc:docMk/>
            <pc:sldMk cId="2139358838" sldId="258"/>
            <ac:spMk id="4" creationId="{1F45D602-F10B-38AB-2622-9D5F6B4A1A71}"/>
          </ac:spMkLst>
        </pc:spChg>
      </pc:sldChg>
      <pc:sldChg chg="addSp delSp modSp new mod">
        <pc:chgData name="Bowen Cheek" userId="8fca192e-0677-4b46-9386-7af871cc0c0f" providerId="ADAL" clId="{539CF98A-204F-498C-B6D5-5A6451AD35FD}" dt="2026-08-12T15:55:18.725" v="263" actId="20577"/>
        <pc:sldMkLst>
          <pc:docMk/>
          <pc:sldMk cId="2554643646" sldId="260"/>
        </pc:sldMkLst>
        <pc:spChg chg="mod">
          <ac:chgData name="Bowen Cheek" userId="8fca192e-0677-4b46-9386-7af871cc0c0f" providerId="ADAL" clId="{539CF98A-204F-498C-B6D5-5A6451AD35FD}" dt="2026-08-12T15:53:23.704" v="228" actId="20577"/>
          <ac:spMkLst>
            <pc:docMk/>
            <pc:sldMk cId="2554643646" sldId="260"/>
            <ac:spMk id="2" creationId="{7E049C0C-3B89-D33E-4C4B-8E8F9105425C}"/>
          </ac:spMkLst>
        </pc:spChg>
        <pc:spChg chg="add mod">
          <ac:chgData name="Bowen Cheek" userId="8fca192e-0677-4b46-9386-7af871cc0c0f" providerId="ADAL" clId="{539CF98A-204F-498C-B6D5-5A6451AD35FD}" dt="2026-08-12T15:55:18.725" v="263" actId="20577"/>
          <ac:spMkLst>
            <pc:docMk/>
            <pc:sldMk cId="2554643646" sldId="260"/>
            <ac:spMk id="9" creationId="{12EB88BD-9906-3EF6-6272-9310FD2296B2}"/>
          </ac:spMkLst>
        </pc:spChg>
        <pc:picChg chg="add mod ord">
          <ac:chgData name="Bowen Cheek" userId="8fca192e-0677-4b46-9386-7af871cc0c0f" providerId="ADAL" clId="{539CF98A-204F-498C-B6D5-5A6451AD35FD}" dt="2026-08-12T15:53:18.966" v="215" actId="1076"/>
          <ac:picMkLst>
            <pc:docMk/>
            <pc:sldMk cId="2554643646" sldId="260"/>
            <ac:picMk id="7" creationId="{76DBD5EA-F306-7587-27C3-2BF7B6C83170}"/>
          </ac:picMkLst>
        </pc:picChg>
      </pc:sldChg>
      <pc:sldChg chg="addSp modSp new mod">
        <pc:chgData name="Bowen Cheek" userId="8fca192e-0677-4b46-9386-7af871cc0c0f" providerId="ADAL" clId="{539CF98A-204F-498C-B6D5-5A6451AD35FD}" dt="2026-08-12T15:57:58.422" v="299" actId="27636"/>
        <pc:sldMkLst>
          <pc:docMk/>
          <pc:sldMk cId="3553272999" sldId="261"/>
        </pc:sldMkLst>
        <pc:spChg chg="mod">
          <ac:chgData name="Bowen Cheek" userId="8fca192e-0677-4b46-9386-7af871cc0c0f" providerId="ADAL" clId="{539CF98A-204F-498C-B6D5-5A6451AD35FD}" dt="2026-08-12T15:57:13.310" v="290" actId="20577"/>
          <ac:spMkLst>
            <pc:docMk/>
            <pc:sldMk cId="3553272999" sldId="261"/>
            <ac:spMk id="2" creationId="{DA8EF993-75B3-7764-1F0C-592F4265BFB1}"/>
          </ac:spMkLst>
        </pc:spChg>
        <pc:spChg chg="mod">
          <ac:chgData name="Bowen Cheek" userId="8fca192e-0677-4b46-9386-7af871cc0c0f" providerId="ADAL" clId="{539CF98A-204F-498C-B6D5-5A6451AD35FD}" dt="2026-08-12T15:57:58.422" v="299" actId="27636"/>
          <ac:spMkLst>
            <pc:docMk/>
            <pc:sldMk cId="3553272999" sldId="261"/>
            <ac:spMk id="3" creationId="{BF495ADF-007B-22CA-B8CA-5B0796F79E19}"/>
          </ac:spMkLst>
        </pc:spChg>
        <pc:picChg chg="add mod">
          <ac:chgData name="Bowen Cheek" userId="8fca192e-0677-4b46-9386-7af871cc0c0f" providerId="ADAL" clId="{539CF98A-204F-498C-B6D5-5A6451AD35FD}" dt="2026-08-12T15:57:11.206" v="289" actId="1076"/>
          <ac:picMkLst>
            <pc:docMk/>
            <pc:sldMk cId="3553272999" sldId="261"/>
            <ac:picMk id="7" creationId="{A11A52DB-413C-6E73-3ED0-B5F002BD503E}"/>
          </ac:picMkLst>
        </pc:picChg>
      </pc:sldChg>
      <pc:sldChg chg="modSp new mod">
        <pc:chgData name="Bowen Cheek" userId="8fca192e-0677-4b46-9386-7af871cc0c0f" providerId="ADAL" clId="{539CF98A-204F-498C-B6D5-5A6451AD35FD}" dt="2026-08-17T12:40:58.766" v="1320" actId="20577"/>
        <pc:sldMkLst>
          <pc:docMk/>
          <pc:sldMk cId="2634964714" sldId="262"/>
        </pc:sldMkLst>
        <pc:spChg chg="mod">
          <ac:chgData name="Bowen Cheek" userId="8fca192e-0677-4b46-9386-7af871cc0c0f" providerId="ADAL" clId="{539CF98A-204F-498C-B6D5-5A6451AD35FD}" dt="2026-08-12T15:59:20.878" v="324" actId="20577"/>
          <ac:spMkLst>
            <pc:docMk/>
            <pc:sldMk cId="2634964714" sldId="262"/>
            <ac:spMk id="2" creationId="{3032B153-AB30-7AEA-6AD6-F859A936F91E}"/>
          </ac:spMkLst>
        </pc:spChg>
        <pc:spChg chg="mod">
          <ac:chgData name="Bowen Cheek" userId="8fca192e-0677-4b46-9386-7af871cc0c0f" providerId="ADAL" clId="{539CF98A-204F-498C-B6D5-5A6451AD35FD}" dt="2026-08-17T12:40:58.766" v="1320" actId="20577"/>
          <ac:spMkLst>
            <pc:docMk/>
            <pc:sldMk cId="2634964714" sldId="262"/>
            <ac:spMk id="3" creationId="{B71C0605-A7E2-D254-DAA5-D5E54A21BDC8}"/>
          </ac:spMkLst>
        </pc:spChg>
      </pc:sldChg>
      <pc:sldChg chg="addSp modSp new mod">
        <pc:chgData name="Bowen Cheek" userId="8fca192e-0677-4b46-9386-7af871cc0c0f" providerId="ADAL" clId="{539CF98A-204F-498C-B6D5-5A6451AD35FD}" dt="2026-08-12T16:12:52.999" v="537" actId="1076"/>
        <pc:sldMkLst>
          <pc:docMk/>
          <pc:sldMk cId="2672082697" sldId="263"/>
        </pc:sldMkLst>
        <pc:spChg chg="mod">
          <ac:chgData name="Bowen Cheek" userId="8fca192e-0677-4b46-9386-7af871cc0c0f" providerId="ADAL" clId="{539CF98A-204F-498C-B6D5-5A6451AD35FD}" dt="2026-08-12T16:12:52.999" v="537" actId="1076"/>
          <ac:spMkLst>
            <pc:docMk/>
            <pc:sldMk cId="2672082697" sldId="263"/>
            <ac:spMk id="2" creationId="{77B084E1-20A1-F26A-BC00-99E9CF03CB82}"/>
          </ac:spMkLst>
        </pc:spChg>
        <pc:spChg chg="mod">
          <ac:chgData name="Bowen Cheek" userId="8fca192e-0677-4b46-9386-7af871cc0c0f" providerId="ADAL" clId="{539CF98A-204F-498C-B6D5-5A6451AD35FD}" dt="2026-08-12T16:12:21.079" v="531" actId="1076"/>
          <ac:spMkLst>
            <pc:docMk/>
            <pc:sldMk cId="2672082697" sldId="263"/>
            <ac:spMk id="3" creationId="{03C905ED-916F-6284-869B-69E95733B824}"/>
          </ac:spMkLst>
        </pc:spChg>
        <pc:spChg chg="add mod">
          <ac:chgData name="Bowen Cheek" userId="8fca192e-0677-4b46-9386-7af871cc0c0f" providerId="ADAL" clId="{539CF98A-204F-498C-B6D5-5A6451AD35FD}" dt="2026-08-12T16:12:30.304" v="534" actId="1076"/>
          <ac:spMkLst>
            <pc:docMk/>
            <pc:sldMk cId="2672082697" sldId="263"/>
            <ac:spMk id="6" creationId="{DAD50CA9-AC18-EB19-1043-A7CB56E6AC8E}"/>
          </ac:spMkLst>
        </pc:spChg>
        <pc:picChg chg="add mod">
          <ac:chgData name="Bowen Cheek" userId="8fca192e-0677-4b46-9386-7af871cc0c0f" providerId="ADAL" clId="{539CF98A-204F-498C-B6D5-5A6451AD35FD}" dt="2026-08-12T16:12:23.102" v="532" actId="1076"/>
          <ac:picMkLst>
            <pc:docMk/>
            <pc:sldMk cId="2672082697" sldId="263"/>
            <ac:picMk id="8" creationId="{8BA3974F-0AE5-AAA2-5FE4-FFD27EDCF2F6}"/>
          </ac:picMkLst>
        </pc:picChg>
        <pc:picChg chg="add mod">
          <ac:chgData name="Bowen Cheek" userId="8fca192e-0677-4b46-9386-7af871cc0c0f" providerId="ADAL" clId="{539CF98A-204F-498C-B6D5-5A6451AD35FD}" dt="2026-08-12T16:12:25.657" v="533" actId="1076"/>
          <ac:picMkLst>
            <pc:docMk/>
            <pc:sldMk cId="2672082697" sldId="263"/>
            <ac:picMk id="10" creationId="{97D09FBE-8130-6E16-6705-9C36139A905B}"/>
          </ac:picMkLst>
        </pc:picChg>
        <pc:picChg chg="add mod">
          <ac:chgData name="Bowen Cheek" userId="8fca192e-0677-4b46-9386-7af871cc0c0f" providerId="ADAL" clId="{539CF98A-204F-498C-B6D5-5A6451AD35FD}" dt="2026-08-12T16:12:32.368" v="535" actId="1076"/>
          <ac:picMkLst>
            <pc:docMk/>
            <pc:sldMk cId="2672082697" sldId="263"/>
            <ac:picMk id="12" creationId="{7E92CC5A-0A6F-56B3-A9AC-276A7D2FBC2F}"/>
          </ac:picMkLst>
        </pc:picChg>
        <pc:picChg chg="add mod">
          <ac:chgData name="Bowen Cheek" userId="8fca192e-0677-4b46-9386-7af871cc0c0f" providerId="ADAL" clId="{539CF98A-204F-498C-B6D5-5A6451AD35FD}" dt="2026-08-12T16:12:35.670" v="536" actId="1076"/>
          <ac:picMkLst>
            <pc:docMk/>
            <pc:sldMk cId="2672082697" sldId="263"/>
            <ac:picMk id="14" creationId="{7D7FC15A-916B-2381-40D5-547CA0DAE4DD}"/>
          </ac:picMkLst>
        </pc:picChg>
      </pc:sldChg>
      <pc:sldChg chg="addSp modSp new mod">
        <pc:chgData name="Bowen Cheek" userId="8fca192e-0677-4b46-9386-7af871cc0c0f" providerId="ADAL" clId="{539CF98A-204F-498C-B6D5-5A6451AD35FD}" dt="2026-08-12T16:15:36.650" v="591" actId="1076"/>
        <pc:sldMkLst>
          <pc:docMk/>
          <pc:sldMk cId="3891647373" sldId="264"/>
        </pc:sldMkLst>
        <pc:spChg chg="mod">
          <ac:chgData name="Bowen Cheek" userId="8fca192e-0677-4b46-9386-7af871cc0c0f" providerId="ADAL" clId="{539CF98A-204F-498C-B6D5-5A6451AD35FD}" dt="2026-08-12T16:15:20.970" v="587" actId="1076"/>
          <ac:spMkLst>
            <pc:docMk/>
            <pc:sldMk cId="3891647373" sldId="264"/>
            <ac:spMk id="2" creationId="{06777AB5-D652-9BCF-C315-B1B92E42A310}"/>
          </ac:spMkLst>
        </pc:spChg>
        <pc:spChg chg="mod">
          <ac:chgData name="Bowen Cheek" userId="8fca192e-0677-4b46-9386-7af871cc0c0f" providerId="ADAL" clId="{539CF98A-204F-498C-B6D5-5A6451AD35FD}" dt="2026-08-12T16:15:23.760" v="588" actId="1076"/>
          <ac:spMkLst>
            <pc:docMk/>
            <pc:sldMk cId="3891647373" sldId="264"/>
            <ac:spMk id="3" creationId="{70E69D1B-A76F-8655-5381-641ADA686163}"/>
          </ac:spMkLst>
        </pc:spChg>
        <pc:spChg chg="add mod">
          <ac:chgData name="Bowen Cheek" userId="8fca192e-0677-4b46-9386-7af871cc0c0f" providerId="ADAL" clId="{539CF98A-204F-498C-B6D5-5A6451AD35FD}" dt="2026-08-12T16:15:31.963" v="590" actId="1076"/>
          <ac:spMkLst>
            <pc:docMk/>
            <pc:sldMk cId="3891647373" sldId="264"/>
            <ac:spMk id="6" creationId="{81DF9BAD-E009-6892-BB91-70F2CC1568AC}"/>
          </ac:spMkLst>
        </pc:spChg>
        <pc:picChg chg="add mod">
          <ac:chgData name="Bowen Cheek" userId="8fca192e-0677-4b46-9386-7af871cc0c0f" providerId="ADAL" clId="{539CF98A-204F-498C-B6D5-5A6451AD35FD}" dt="2026-08-12T16:15:27.555" v="589" actId="1076"/>
          <ac:picMkLst>
            <pc:docMk/>
            <pc:sldMk cId="3891647373" sldId="264"/>
            <ac:picMk id="8" creationId="{FD2A603B-A4E3-B053-E560-47EBA83EA596}"/>
          </ac:picMkLst>
        </pc:picChg>
        <pc:picChg chg="add mod">
          <ac:chgData name="Bowen Cheek" userId="8fca192e-0677-4b46-9386-7af871cc0c0f" providerId="ADAL" clId="{539CF98A-204F-498C-B6D5-5A6451AD35FD}" dt="2026-08-12T16:15:36.650" v="591" actId="1076"/>
          <ac:picMkLst>
            <pc:docMk/>
            <pc:sldMk cId="3891647373" sldId="264"/>
            <ac:picMk id="10" creationId="{DEA396C6-251A-85D5-808A-EE7CF7E7395A}"/>
          </ac:picMkLst>
        </pc:picChg>
      </pc:sldChg>
      <pc:sldChg chg="addSp delSp modSp new mod">
        <pc:chgData name="Bowen Cheek" userId="8fca192e-0677-4b46-9386-7af871cc0c0f" providerId="ADAL" clId="{539CF98A-204F-498C-B6D5-5A6451AD35FD}" dt="2026-08-12T16:19:32.507" v="625" actId="20577"/>
        <pc:sldMkLst>
          <pc:docMk/>
          <pc:sldMk cId="3523889912" sldId="265"/>
        </pc:sldMkLst>
        <pc:spChg chg="mod">
          <ac:chgData name="Bowen Cheek" userId="8fca192e-0677-4b46-9386-7af871cc0c0f" providerId="ADAL" clId="{539CF98A-204F-498C-B6D5-5A6451AD35FD}" dt="2026-08-12T16:19:32.507" v="625" actId="20577"/>
          <ac:spMkLst>
            <pc:docMk/>
            <pc:sldMk cId="3523889912" sldId="265"/>
            <ac:spMk id="2" creationId="{7A26A3C8-D766-DB5A-694A-F340F4261084}"/>
          </ac:spMkLst>
        </pc:spChg>
        <pc:picChg chg="add mod ord">
          <ac:chgData name="Bowen Cheek" userId="8fca192e-0677-4b46-9386-7af871cc0c0f" providerId="ADAL" clId="{539CF98A-204F-498C-B6D5-5A6451AD35FD}" dt="2026-08-12T16:19:30.310" v="623" actId="1076"/>
          <ac:picMkLst>
            <pc:docMk/>
            <pc:sldMk cId="3523889912" sldId="265"/>
            <ac:picMk id="7" creationId="{1ABB6D1D-459B-D495-9F5D-2DEF6ED8B55A}"/>
          </ac:picMkLst>
        </pc:picChg>
      </pc:sldChg>
      <pc:sldChg chg="addSp delSp modSp new mod">
        <pc:chgData name="Bowen Cheek" userId="8fca192e-0677-4b46-9386-7af871cc0c0f" providerId="ADAL" clId="{539CF98A-204F-498C-B6D5-5A6451AD35FD}" dt="2026-08-13T16:22:00.853" v="784" actId="20577"/>
        <pc:sldMkLst>
          <pc:docMk/>
          <pc:sldMk cId="295345860" sldId="266"/>
        </pc:sldMkLst>
        <pc:spChg chg="mod">
          <ac:chgData name="Bowen Cheek" userId="8fca192e-0677-4b46-9386-7af871cc0c0f" providerId="ADAL" clId="{539CF98A-204F-498C-B6D5-5A6451AD35FD}" dt="2026-08-13T16:18:35.154" v="707" actId="20577"/>
          <ac:spMkLst>
            <pc:docMk/>
            <pc:sldMk cId="295345860" sldId="266"/>
            <ac:spMk id="2" creationId="{B81C83F5-CC6A-FC3F-07D9-C9A7C8BDB531}"/>
          </ac:spMkLst>
        </pc:spChg>
        <pc:spChg chg="add mod">
          <ac:chgData name="Bowen Cheek" userId="8fca192e-0677-4b46-9386-7af871cc0c0f" providerId="ADAL" clId="{539CF98A-204F-498C-B6D5-5A6451AD35FD}" dt="2026-08-13T16:22:00.853" v="784" actId="20577"/>
          <ac:spMkLst>
            <pc:docMk/>
            <pc:sldMk cId="295345860" sldId="266"/>
            <ac:spMk id="11" creationId="{DE02A36A-47BE-EAC2-BA84-C9E3F66BE868}"/>
          </ac:spMkLst>
        </pc:spChg>
        <pc:picChg chg="add mod ord">
          <ac:chgData name="Bowen Cheek" userId="8fca192e-0677-4b46-9386-7af871cc0c0f" providerId="ADAL" clId="{539CF98A-204F-498C-B6D5-5A6451AD35FD}" dt="2026-08-13T16:21:20.365" v="751" actId="1076"/>
          <ac:picMkLst>
            <pc:docMk/>
            <pc:sldMk cId="295345860" sldId="266"/>
            <ac:picMk id="7" creationId="{B29548EE-5089-4D42-1DE8-B14B40555739}"/>
          </ac:picMkLst>
        </pc:picChg>
        <pc:picChg chg="add mod">
          <ac:chgData name="Bowen Cheek" userId="8fca192e-0677-4b46-9386-7af871cc0c0f" providerId="ADAL" clId="{539CF98A-204F-498C-B6D5-5A6451AD35FD}" dt="2026-08-13T16:21:26.167" v="752" actId="1076"/>
          <ac:picMkLst>
            <pc:docMk/>
            <pc:sldMk cId="295345860" sldId="266"/>
            <ac:picMk id="9" creationId="{F831AF14-FB4A-947C-FABF-0267B7CBB9C0}"/>
          </ac:picMkLst>
        </pc:picChg>
      </pc:sldChg>
      <pc:sldChg chg="addSp delSp modSp new mod">
        <pc:chgData name="Bowen Cheek" userId="8fca192e-0677-4b46-9386-7af871cc0c0f" providerId="ADAL" clId="{539CF98A-204F-498C-B6D5-5A6451AD35FD}" dt="2026-08-13T16:26:05.606" v="830" actId="1076"/>
        <pc:sldMkLst>
          <pc:docMk/>
          <pc:sldMk cId="4171457190" sldId="267"/>
        </pc:sldMkLst>
        <pc:spChg chg="mod">
          <ac:chgData name="Bowen Cheek" userId="8fca192e-0677-4b46-9386-7af871cc0c0f" providerId="ADAL" clId="{539CF98A-204F-498C-B6D5-5A6451AD35FD}" dt="2026-08-13T16:20:22.420" v="744" actId="20577"/>
          <ac:spMkLst>
            <pc:docMk/>
            <pc:sldMk cId="4171457190" sldId="267"/>
            <ac:spMk id="2" creationId="{C2E61E5B-41FD-4D73-5571-7B4C74AE5632}"/>
          </ac:spMkLst>
        </pc:spChg>
        <pc:spChg chg="add mod">
          <ac:chgData name="Bowen Cheek" userId="8fca192e-0677-4b46-9386-7af871cc0c0f" providerId="ADAL" clId="{539CF98A-204F-498C-B6D5-5A6451AD35FD}" dt="2026-08-13T16:25:59.151" v="829" actId="1076"/>
          <ac:spMkLst>
            <pc:docMk/>
            <pc:sldMk cId="4171457190" sldId="267"/>
            <ac:spMk id="9" creationId="{D6EE2441-4022-F0A7-D551-80A6C9261C5C}"/>
          </ac:spMkLst>
        </pc:spChg>
        <pc:picChg chg="add mod ord">
          <ac:chgData name="Bowen Cheek" userId="8fca192e-0677-4b46-9386-7af871cc0c0f" providerId="ADAL" clId="{539CF98A-204F-498C-B6D5-5A6451AD35FD}" dt="2026-08-13T16:25:54.578" v="828" actId="14100"/>
          <ac:picMkLst>
            <pc:docMk/>
            <pc:sldMk cId="4171457190" sldId="267"/>
            <ac:picMk id="7" creationId="{083DE327-33D5-F265-C5EB-EC7AB6C1D91D}"/>
          </ac:picMkLst>
        </pc:picChg>
        <pc:picChg chg="add mod">
          <ac:chgData name="Bowen Cheek" userId="8fca192e-0677-4b46-9386-7af871cc0c0f" providerId="ADAL" clId="{539CF98A-204F-498C-B6D5-5A6451AD35FD}" dt="2026-08-13T16:26:05.606" v="830" actId="1076"/>
          <ac:picMkLst>
            <pc:docMk/>
            <pc:sldMk cId="4171457190" sldId="267"/>
            <ac:picMk id="11" creationId="{FFF0E2B8-8976-38CE-7BD0-A7820EFECBD0}"/>
          </ac:picMkLst>
        </pc:picChg>
      </pc:sldChg>
      <pc:sldChg chg="addSp delSp modSp new mod">
        <pc:chgData name="Bowen Cheek" userId="8fca192e-0677-4b46-9386-7af871cc0c0f" providerId="ADAL" clId="{539CF98A-204F-498C-B6D5-5A6451AD35FD}" dt="2026-08-13T16:26:44.690" v="858" actId="20577"/>
        <pc:sldMkLst>
          <pc:docMk/>
          <pc:sldMk cId="353405173" sldId="268"/>
        </pc:sldMkLst>
        <pc:spChg chg="mod">
          <ac:chgData name="Bowen Cheek" userId="8fca192e-0677-4b46-9386-7af871cc0c0f" providerId="ADAL" clId="{539CF98A-204F-498C-B6D5-5A6451AD35FD}" dt="2026-08-13T16:26:44.690" v="858" actId="20577"/>
          <ac:spMkLst>
            <pc:docMk/>
            <pc:sldMk cId="353405173" sldId="268"/>
            <ac:spMk id="2" creationId="{BC3E76B3-83F4-7E96-CE4F-E906E7680CBD}"/>
          </ac:spMkLst>
        </pc:spChg>
        <pc:picChg chg="add mod ord">
          <ac:chgData name="Bowen Cheek" userId="8fca192e-0677-4b46-9386-7af871cc0c0f" providerId="ADAL" clId="{539CF98A-204F-498C-B6D5-5A6451AD35FD}" dt="2026-08-13T16:26:37.842" v="833" actId="22"/>
          <ac:picMkLst>
            <pc:docMk/>
            <pc:sldMk cId="353405173" sldId="268"/>
            <ac:picMk id="7" creationId="{69EFA293-9B3E-D39A-3183-BFA30DB3C143}"/>
          </ac:picMkLst>
        </pc:picChg>
      </pc:sldChg>
      <pc:sldChg chg="addSp delSp modSp new mod">
        <pc:chgData name="Bowen Cheek" userId="8fca192e-0677-4b46-9386-7af871cc0c0f" providerId="ADAL" clId="{539CF98A-204F-498C-B6D5-5A6451AD35FD}" dt="2026-08-17T13:06:01.911" v="1334" actId="1076"/>
        <pc:sldMkLst>
          <pc:docMk/>
          <pc:sldMk cId="3021601543" sldId="269"/>
        </pc:sldMkLst>
        <pc:spChg chg="mod">
          <ac:chgData name="Bowen Cheek" userId="8fca192e-0677-4b46-9386-7af871cc0c0f" providerId="ADAL" clId="{539CF98A-204F-498C-B6D5-5A6451AD35FD}" dt="2026-08-13T16:27:31.790" v="877" actId="20577"/>
          <ac:spMkLst>
            <pc:docMk/>
            <pc:sldMk cId="3021601543" sldId="269"/>
            <ac:spMk id="2" creationId="{07AB7E13-1AE3-DD0A-12EC-ACEB7C1EF36B}"/>
          </ac:spMkLst>
        </pc:spChg>
        <pc:spChg chg="add del mod">
          <ac:chgData name="Bowen Cheek" userId="8fca192e-0677-4b46-9386-7af871cc0c0f" providerId="ADAL" clId="{539CF98A-204F-498C-B6D5-5A6451AD35FD}" dt="2026-08-17T13:05:22.200" v="1326" actId="931"/>
          <ac:spMkLst>
            <pc:docMk/>
            <pc:sldMk cId="3021601543" sldId="269"/>
            <ac:spMk id="8" creationId="{FCBB8C73-32B3-982D-B9E8-AC9414D2E70C}"/>
          </ac:spMkLst>
        </pc:spChg>
        <pc:picChg chg="add del mod modCrop">
          <ac:chgData name="Bowen Cheek" userId="8fca192e-0677-4b46-9386-7af871cc0c0f" providerId="ADAL" clId="{539CF98A-204F-498C-B6D5-5A6451AD35FD}" dt="2026-08-17T12:58:41.956" v="1324" actId="478"/>
          <ac:picMkLst>
            <pc:docMk/>
            <pc:sldMk cId="3021601543" sldId="269"/>
            <ac:picMk id="3" creationId="{143A0103-2A34-05BC-EE92-33BEBB85FFA5}"/>
          </ac:picMkLst>
        </pc:picChg>
        <pc:picChg chg="add del mod ord">
          <ac:chgData name="Bowen Cheek" userId="8fca192e-0677-4b46-9386-7af871cc0c0f" providerId="ADAL" clId="{539CF98A-204F-498C-B6D5-5A6451AD35FD}" dt="2026-08-17T13:05:06.355" v="1325" actId="478"/>
          <ac:picMkLst>
            <pc:docMk/>
            <pc:sldMk cId="3021601543" sldId="269"/>
            <ac:picMk id="7" creationId="{D567166E-512B-22AA-96CD-F5122D5D6D6E}"/>
          </ac:picMkLst>
        </pc:picChg>
        <pc:picChg chg="add mod ord modCrop">
          <ac:chgData name="Bowen Cheek" userId="8fca192e-0677-4b46-9386-7af871cc0c0f" providerId="ADAL" clId="{539CF98A-204F-498C-B6D5-5A6451AD35FD}" dt="2026-08-17T13:06:01.911" v="1334" actId="1076"/>
          <ac:picMkLst>
            <pc:docMk/>
            <pc:sldMk cId="3021601543" sldId="269"/>
            <ac:picMk id="10" creationId="{D6F7A955-AB5A-1CB7-0F33-A9A6C41ED842}"/>
          </ac:picMkLst>
        </pc:picChg>
      </pc:sldChg>
      <pc:sldChg chg="addSp delSp modSp new mod">
        <pc:chgData name="Bowen Cheek" userId="8fca192e-0677-4b46-9386-7af871cc0c0f" providerId="ADAL" clId="{539CF98A-204F-498C-B6D5-5A6451AD35FD}" dt="2026-08-13T16:32:00.190" v="941" actId="20577"/>
        <pc:sldMkLst>
          <pc:docMk/>
          <pc:sldMk cId="1471470688" sldId="270"/>
        </pc:sldMkLst>
        <pc:spChg chg="mod">
          <ac:chgData name="Bowen Cheek" userId="8fca192e-0677-4b46-9386-7af871cc0c0f" providerId="ADAL" clId="{539CF98A-204F-498C-B6D5-5A6451AD35FD}" dt="2026-08-13T16:28:33.584" v="919" actId="20577"/>
          <ac:spMkLst>
            <pc:docMk/>
            <pc:sldMk cId="1471470688" sldId="270"/>
            <ac:spMk id="2" creationId="{CA611C30-0E09-AF5F-139D-E3C84B862161}"/>
          </ac:spMkLst>
        </pc:spChg>
        <pc:spChg chg="add mod">
          <ac:chgData name="Bowen Cheek" userId="8fca192e-0677-4b46-9386-7af871cc0c0f" providerId="ADAL" clId="{539CF98A-204F-498C-B6D5-5A6451AD35FD}" dt="2026-08-13T16:32:00.190" v="941" actId="20577"/>
          <ac:spMkLst>
            <pc:docMk/>
            <pc:sldMk cId="1471470688" sldId="270"/>
            <ac:spMk id="9" creationId="{636E18C5-BF3E-8D4D-58A1-2B7E48B52A04}"/>
          </ac:spMkLst>
        </pc:spChg>
        <pc:picChg chg="add mod ord">
          <ac:chgData name="Bowen Cheek" userId="8fca192e-0677-4b46-9386-7af871cc0c0f" providerId="ADAL" clId="{539CF98A-204F-498C-B6D5-5A6451AD35FD}" dt="2026-08-13T16:31:21.125" v="938" actId="1076"/>
          <ac:picMkLst>
            <pc:docMk/>
            <pc:sldMk cId="1471470688" sldId="270"/>
            <ac:picMk id="7" creationId="{4E9E369E-DE62-A2F3-A077-965EDAE0596E}"/>
          </ac:picMkLst>
        </pc:picChg>
      </pc:sldChg>
      <pc:sldChg chg="modSp new mod">
        <pc:chgData name="Bowen Cheek" userId="8fca192e-0677-4b46-9386-7af871cc0c0f" providerId="ADAL" clId="{539CF98A-204F-498C-B6D5-5A6451AD35FD}" dt="2026-08-17T13:09:54.373" v="1337" actId="20577"/>
        <pc:sldMkLst>
          <pc:docMk/>
          <pc:sldMk cId="511497581" sldId="271"/>
        </pc:sldMkLst>
        <pc:spChg chg="mod">
          <ac:chgData name="Bowen Cheek" userId="8fca192e-0677-4b46-9386-7af871cc0c0f" providerId="ADAL" clId="{539CF98A-204F-498C-B6D5-5A6451AD35FD}" dt="2026-08-14T16:33:08.435" v="962" actId="20577"/>
          <ac:spMkLst>
            <pc:docMk/>
            <pc:sldMk cId="511497581" sldId="271"/>
            <ac:spMk id="2" creationId="{9AA833ED-56F5-1BDB-5FD6-E7E6C89617E6}"/>
          </ac:spMkLst>
        </pc:spChg>
        <pc:spChg chg="mod">
          <ac:chgData name="Bowen Cheek" userId="8fca192e-0677-4b46-9386-7af871cc0c0f" providerId="ADAL" clId="{539CF98A-204F-498C-B6D5-5A6451AD35FD}" dt="2026-08-17T13:09:54.373" v="1337" actId="20577"/>
          <ac:spMkLst>
            <pc:docMk/>
            <pc:sldMk cId="511497581" sldId="271"/>
            <ac:spMk id="3" creationId="{5E2E682E-F3A8-CA0B-5FC8-3FAAEF985891}"/>
          </ac:spMkLst>
        </pc:spChg>
      </pc:sldChg>
      <pc:sldChg chg="modSp new mod">
        <pc:chgData name="Bowen Cheek" userId="8fca192e-0677-4b46-9386-7af871cc0c0f" providerId="ADAL" clId="{539CF98A-204F-498C-B6D5-5A6451AD35FD}" dt="2026-08-17T13:25:10.061" v="1351" actId="20577"/>
        <pc:sldMkLst>
          <pc:docMk/>
          <pc:sldMk cId="4099947244" sldId="272"/>
        </pc:sldMkLst>
        <pc:spChg chg="mod">
          <ac:chgData name="Bowen Cheek" userId="8fca192e-0677-4b46-9386-7af871cc0c0f" providerId="ADAL" clId="{539CF98A-204F-498C-B6D5-5A6451AD35FD}" dt="2026-08-14T16:59:26.081" v="1007" actId="20577"/>
          <ac:spMkLst>
            <pc:docMk/>
            <pc:sldMk cId="4099947244" sldId="272"/>
            <ac:spMk id="2" creationId="{9839FD8A-842A-670C-2C7B-BE482AD5BA27}"/>
          </ac:spMkLst>
        </pc:spChg>
        <pc:spChg chg="mod">
          <ac:chgData name="Bowen Cheek" userId="8fca192e-0677-4b46-9386-7af871cc0c0f" providerId="ADAL" clId="{539CF98A-204F-498C-B6D5-5A6451AD35FD}" dt="2026-08-17T13:25:10.061" v="1351" actId="20577"/>
          <ac:spMkLst>
            <pc:docMk/>
            <pc:sldMk cId="4099947244" sldId="272"/>
            <ac:spMk id="3" creationId="{FA1EA492-3348-9121-B4FA-C5B2B722C5E7}"/>
          </ac:spMkLst>
        </pc:spChg>
      </pc:sldChg>
      <pc:sldChg chg="modSp new mod">
        <pc:chgData name="Bowen Cheek" userId="8fca192e-0677-4b46-9386-7af871cc0c0f" providerId="ADAL" clId="{539CF98A-204F-498C-B6D5-5A6451AD35FD}" dt="2026-08-17T13:25:35.035" v="1371" actId="20577"/>
        <pc:sldMkLst>
          <pc:docMk/>
          <pc:sldMk cId="2476690387" sldId="273"/>
        </pc:sldMkLst>
        <pc:spChg chg="mod">
          <ac:chgData name="Bowen Cheek" userId="8fca192e-0677-4b46-9386-7af871cc0c0f" providerId="ADAL" clId="{539CF98A-204F-498C-B6D5-5A6451AD35FD}" dt="2026-08-14T17:02:07.461" v="1145" actId="20577"/>
          <ac:spMkLst>
            <pc:docMk/>
            <pc:sldMk cId="2476690387" sldId="273"/>
            <ac:spMk id="2" creationId="{83E60A4B-54A9-569F-17B8-05EA76FA24CA}"/>
          </ac:spMkLst>
        </pc:spChg>
        <pc:spChg chg="mod">
          <ac:chgData name="Bowen Cheek" userId="8fca192e-0677-4b46-9386-7af871cc0c0f" providerId="ADAL" clId="{539CF98A-204F-498C-B6D5-5A6451AD35FD}" dt="2026-08-17T13:25:35.035" v="1371" actId="20577"/>
          <ac:spMkLst>
            <pc:docMk/>
            <pc:sldMk cId="2476690387" sldId="273"/>
            <ac:spMk id="3" creationId="{90007EAD-5E19-98F8-04AD-BB23F8B09CA1}"/>
          </ac:spMkLst>
        </pc:spChg>
      </pc:sldChg>
      <pc:sldChg chg="addSp delSp modSp new mod">
        <pc:chgData name="Bowen Cheek" userId="8fca192e-0677-4b46-9386-7af871cc0c0f" providerId="ADAL" clId="{539CF98A-204F-498C-B6D5-5A6451AD35FD}" dt="2026-08-17T13:40:24.881" v="1378" actId="1076"/>
        <pc:sldMkLst>
          <pc:docMk/>
          <pc:sldMk cId="3874847419" sldId="274"/>
        </pc:sldMkLst>
        <pc:spChg chg="mod">
          <ac:chgData name="Bowen Cheek" userId="8fca192e-0677-4b46-9386-7af871cc0c0f" providerId="ADAL" clId="{539CF98A-204F-498C-B6D5-5A6451AD35FD}" dt="2026-08-17T13:26:47.844" v="1373" actId="20577"/>
          <ac:spMkLst>
            <pc:docMk/>
            <pc:sldMk cId="3874847419" sldId="274"/>
            <ac:spMk id="2" creationId="{8A5903BD-20EC-6968-D949-9925F7F506A7}"/>
          </ac:spMkLst>
        </pc:spChg>
        <pc:spChg chg="del mod">
          <ac:chgData name="Bowen Cheek" userId="8fca192e-0677-4b46-9386-7af871cc0c0f" providerId="ADAL" clId="{539CF98A-204F-498C-B6D5-5A6451AD35FD}" dt="2026-08-17T13:40:14.607" v="1375" actId="22"/>
          <ac:spMkLst>
            <pc:docMk/>
            <pc:sldMk cId="3874847419" sldId="274"/>
            <ac:spMk id="3" creationId="{AE9EDB11-D81D-FD91-94B2-19F164060788}"/>
          </ac:spMkLst>
        </pc:spChg>
        <pc:picChg chg="add mod ord">
          <ac:chgData name="Bowen Cheek" userId="8fca192e-0677-4b46-9386-7af871cc0c0f" providerId="ADAL" clId="{539CF98A-204F-498C-B6D5-5A6451AD35FD}" dt="2026-08-17T13:40:24.881" v="1378" actId="1076"/>
          <ac:picMkLst>
            <pc:docMk/>
            <pc:sldMk cId="3874847419" sldId="274"/>
            <ac:picMk id="7" creationId="{269A6292-972A-64B3-1196-FF9DB888B1C7}"/>
          </ac:picMkLst>
        </pc:picChg>
      </pc:sldChg>
      <pc:sldChg chg="modSp new mod">
        <pc:chgData name="Bowen Cheek" userId="8fca192e-0677-4b46-9386-7af871cc0c0f" providerId="ADAL" clId="{539CF98A-204F-498C-B6D5-5A6451AD35FD}" dt="2026-08-17T13:47:12.880" v="1429" actId="27636"/>
        <pc:sldMkLst>
          <pc:docMk/>
          <pc:sldMk cId="3169762935" sldId="275"/>
        </pc:sldMkLst>
        <pc:spChg chg="mod">
          <ac:chgData name="Bowen Cheek" userId="8fca192e-0677-4b46-9386-7af871cc0c0f" providerId="ADAL" clId="{539CF98A-204F-498C-B6D5-5A6451AD35FD}" dt="2026-08-17T13:46:53.935" v="1427" actId="20577"/>
          <ac:spMkLst>
            <pc:docMk/>
            <pc:sldMk cId="3169762935" sldId="275"/>
            <ac:spMk id="2" creationId="{DDA08416-71BD-0691-735B-EBBA28BF5EAC}"/>
          </ac:spMkLst>
        </pc:spChg>
        <pc:spChg chg="mod">
          <ac:chgData name="Bowen Cheek" userId="8fca192e-0677-4b46-9386-7af871cc0c0f" providerId="ADAL" clId="{539CF98A-204F-498C-B6D5-5A6451AD35FD}" dt="2026-08-17T13:47:12.880" v="1429" actId="27636"/>
          <ac:spMkLst>
            <pc:docMk/>
            <pc:sldMk cId="3169762935" sldId="275"/>
            <ac:spMk id="3" creationId="{996A4598-A978-2F47-DF99-9A3012684785}"/>
          </ac:spMkLst>
        </pc:spChg>
      </pc:sldChg>
      <pc:sldChg chg="modSp new mod">
        <pc:chgData name="Bowen Cheek" userId="8fca192e-0677-4b46-9386-7af871cc0c0f" providerId="ADAL" clId="{539CF98A-204F-498C-B6D5-5A6451AD35FD}" dt="2026-08-17T14:01:16.194" v="1592" actId="20577"/>
        <pc:sldMkLst>
          <pc:docMk/>
          <pc:sldMk cId="3944687207" sldId="276"/>
        </pc:sldMkLst>
        <pc:spChg chg="mod">
          <ac:chgData name="Bowen Cheek" userId="8fca192e-0677-4b46-9386-7af871cc0c0f" providerId="ADAL" clId="{539CF98A-204F-498C-B6D5-5A6451AD35FD}" dt="2026-08-17T13:49:06.638" v="1464" actId="20577"/>
          <ac:spMkLst>
            <pc:docMk/>
            <pc:sldMk cId="3944687207" sldId="276"/>
            <ac:spMk id="2" creationId="{00F58678-EFF0-9630-4FD5-E813D74F8928}"/>
          </ac:spMkLst>
        </pc:spChg>
        <pc:spChg chg="mod">
          <ac:chgData name="Bowen Cheek" userId="8fca192e-0677-4b46-9386-7af871cc0c0f" providerId="ADAL" clId="{539CF98A-204F-498C-B6D5-5A6451AD35FD}" dt="2026-08-17T14:01:16.194" v="1592" actId="20577"/>
          <ac:spMkLst>
            <pc:docMk/>
            <pc:sldMk cId="3944687207" sldId="276"/>
            <ac:spMk id="3" creationId="{0C191FF9-E1C9-E18B-C615-5A8344297332}"/>
          </ac:spMkLst>
        </pc:spChg>
      </pc:sldChg>
      <pc:sldChg chg="addSp modSp add mod ord">
        <pc:chgData name="Bowen Cheek" userId="8fca192e-0677-4b46-9386-7af871cc0c0f" providerId="ADAL" clId="{539CF98A-204F-498C-B6D5-5A6451AD35FD}" dt="2026-08-17T14:15:25.187" v="1809" actId="1076"/>
        <pc:sldMkLst>
          <pc:docMk/>
          <pc:sldMk cId="367795285" sldId="277"/>
        </pc:sldMkLst>
        <pc:spChg chg="mod">
          <ac:chgData name="Bowen Cheek" userId="8fca192e-0677-4b46-9386-7af871cc0c0f" providerId="ADAL" clId="{539CF98A-204F-498C-B6D5-5A6451AD35FD}" dt="2026-08-17T14:10:49.009" v="1640" actId="20577"/>
          <ac:spMkLst>
            <pc:docMk/>
            <pc:sldMk cId="367795285" sldId="277"/>
            <ac:spMk id="2" creationId="{7CA11C88-DDAF-E6B0-8A56-94F041BDA363}"/>
          </ac:spMkLst>
        </pc:spChg>
        <pc:spChg chg="add mod">
          <ac:chgData name="Bowen Cheek" userId="8fca192e-0677-4b46-9386-7af871cc0c0f" providerId="ADAL" clId="{539CF98A-204F-498C-B6D5-5A6451AD35FD}" dt="2026-08-17T14:14:23.160" v="1767" actId="1076"/>
          <ac:spMkLst>
            <pc:docMk/>
            <pc:sldMk cId="367795285" sldId="277"/>
            <ac:spMk id="6" creationId="{B0B0ED3F-4F74-82BE-9C44-89DF09704AAE}"/>
          </ac:spMkLst>
        </pc:spChg>
        <pc:spChg chg="add mod">
          <ac:chgData name="Bowen Cheek" userId="8fca192e-0677-4b46-9386-7af871cc0c0f" providerId="ADAL" clId="{539CF98A-204F-498C-B6D5-5A6451AD35FD}" dt="2026-08-17T14:14:29.972" v="1768" actId="1076"/>
          <ac:spMkLst>
            <pc:docMk/>
            <pc:sldMk cId="367795285" sldId="277"/>
            <ac:spMk id="9" creationId="{D74DBE42-067D-D2D3-8E66-E2B0B8A19077}"/>
          </ac:spMkLst>
        </pc:spChg>
        <pc:spChg chg="add mod">
          <ac:chgData name="Bowen Cheek" userId="8fca192e-0677-4b46-9386-7af871cc0c0f" providerId="ADAL" clId="{539CF98A-204F-498C-B6D5-5A6451AD35FD}" dt="2026-08-17T14:15:25.187" v="1809" actId="1076"/>
          <ac:spMkLst>
            <pc:docMk/>
            <pc:sldMk cId="367795285" sldId="277"/>
            <ac:spMk id="11" creationId="{11A84CCC-0B67-4A78-08FB-57A7788CBA5A}"/>
          </ac:spMkLst>
        </pc:spChg>
        <pc:picChg chg="mod">
          <ac:chgData name="Bowen Cheek" userId="8fca192e-0677-4b46-9386-7af871cc0c0f" providerId="ADAL" clId="{539CF98A-204F-498C-B6D5-5A6451AD35FD}" dt="2026-08-17T14:10:35.438" v="1596" actId="1076"/>
          <ac:picMkLst>
            <pc:docMk/>
            <pc:sldMk cId="367795285" sldId="277"/>
            <ac:picMk id="7" creationId="{58CF2948-AB7D-8B30-53E4-EEF0406B7A82}"/>
          </ac:picMkLst>
        </pc:picChg>
        <pc:inkChg chg="add">
          <ac:chgData name="Bowen Cheek" userId="8fca192e-0677-4b46-9386-7af871cc0c0f" providerId="ADAL" clId="{539CF98A-204F-498C-B6D5-5A6451AD35FD}" dt="2026-08-17T14:11:46.097" v="1641" actId="9405"/>
          <ac:inkMkLst>
            <pc:docMk/>
            <pc:sldMk cId="367795285" sldId="277"/>
            <ac:inkMk id="3" creationId="{7927F591-DA7C-43EE-9ED6-EE2B43146C36}"/>
          </ac:inkMkLst>
        </pc:inkChg>
      </pc:sldChg>
      <pc:sldChg chg="modSp new mod">
        <pc:chgData name="Bowen Cheek" userId="8fca192e-0677-4b46-9386-7af871cc0c0f" providerId="ADAL" clId="{539CF98A-204F-498C-B6D5-5A6451AD35FD}" dt="2026-08-17T14:24:59.486" v="1907" actId="20577"/>
        <pc:sldMkLst>
          <pc:docMk/>
          <pc:sldMk cId="711152282" sldId="278"/>
        </pc:sldMkLst>
        <pc:spChg chg="mod">
          <ac:chgData name="Bowen Cheek" userId="8fca192e-0677-4b46-9386-7af871cc0c0f" providerId="ADAL" clId="{539CF98A-204F-498C-B6D5-5A6451AD35FD}" dt="2026-08-17T14:18:25.996" v="1818" actId="20577"/>
          <ac:spMkLst>
            <pc:docMk/>
            <pc:sldMk cId="711152282" sldId="278"/>
            <ac:spMk id="2" creationId="{954303A5-3ADE-4DEF-D954-54F612FDC5D0}"/>
          </ac:spMkLst>
        </pc:spChg>
        <pc:spChg chg="mod">
          <ac:chgData name="Bowen Cheek" userId="8fca192e-0677-4b46-9386-7af871cc0c0f" providerId="ADAL" clId="{539CF98A-204F-498C-B6D5-5A6451AD35FD}" dt="2026-08-17T14:24:59.486" v="1907" actId="20577"/>
          <ac:spMkLst>
            <pc:docMk/>
            <pc:sldMk cId="711152282" sldId="278"/>
            <ac:spMk id="3" creationId="{CEDFF1F2-C6BB-38F8-59E6-F2CB62083AF0}"/>
          </ac:spMkLst>
        </pc:spChg>
      </pc:sldChg>
      <pc:sldChg chg="modSp new mod">
        <pc:chgData name="Bowen Cheek" userId="8fca192e-0677-4b46-9386-7af871cc0c0f" providerId="ADAL" clId="{539CF98A-204F-498C-B6D5-5A6451AD35FD}" dt="2026-08-17T15:01:24.443" v="2117" actId="20577"/>
        <pc:sldMkLst>
          <pc:docMk/>
          <pc:sldMk cId="2148046700" sldId="279"/>
        </pc:sldMkLst>
        <pc:spChg chg="mod">
          <ac:chgData name="Bowen Cheek" userId="8fca192e-0677-4b46-9386-7af871cc0c0f" providerId="ADAL" clId="{539CF98A-204F-498C-B6D5-5A6451AD35FD}" dt="2026-08-17T15:00:57.725" v="2087" actId="20577"/>
          <ac:spMkLst>
            <pc:docMk/>
            <pc:sldMk cId="2148046700" sldId="279"/>
            <ac:spMk id="2" creationId="{236C4731-164B-BB32-6BA5-355F034449E4}"/>
          </ac:spMkLst>
        </pc:spChg>
        <pc:spChg chg="mod">
          <ac:chgData name="Bowen Cheek" userId="8fca192e-0677-4b46-9386-7af871cc0c0f" providerId="ADAL" clId="{539CF98A-204F-498C-B6D5-5A6451AD35FD}" dt="2026-08-17T15:01:24.443" v="2117" actId="20577"/>
          <ac:spMkLst>
            <pc:docMk/>
            <pc:sldMk cId="2148046700" sldId="279"/>
            <ac:spMk id="3" creationId="{D04795E0-EF19-1B1A-7BCC-0459686226EB}"/>
          </ac:spMkLst>
        </pc:spChg>
      </pc:sldChg>
      <pc:sldChg chg="modSp new mod">
        <pc:chgData name="Bowen Cheek" userId="8fca192e-0677-4b46-9386-7af871cc0c0f" providerId="ADAL" clId="{539CF98A-204F-498C-B6D5-5A6451AD35FD}" dt="2026-08-17T15:04:49.017" v="2176" actId="20577"/>
        <pc:sldMkLst>
          <pc:docMk/>
          <pc:sldMk cId="1941425642" sldId="280"/>
        </pc:sldMkLst>
        <pc:spChg chg="mod">
          <ac:chgData name="Bowen Cheek" userId="8fca192e-0677-4b46-9386-7af871cc0c0f" providerId="ADAL" clId="{539CF98A-204F-498C-B6D5-5A6451AD35FD}" dt="2026-08-17T15:01:14.655" v="2115" actId="5793"/>
          <ac:spMkLst>
            <pc:docMk/>
            <pc:sldMk cId="1941425642" sldId="280"/>
            <ac:spMk id="2" creationId="{75BCD681-8E93-F34C-70F9-EB0337E5AEF8}"/>
          </ac:spMkLst>
        </pc:spChg>
        <pc:spChg chg="mod">
          <ac:chgData name="Bowen Cheek" userId="8fca192e-0677-4b46-9386-7af871cc0c0f" providerId="ADAL" clId="{539CF98A-204F-498C-B6D5-5A6451AD35FD}" dt="2026-08-17T15:04:49.017" v="2176" actId="20577"/>
          <ac:spMkLst>
            <pc:docMk/>
            <pc:sldMk cId="1941425642" sldId="280"/>
            <ac:spMk id="3" creationId="{53BAA0A0-6FF8-7330-BAF7-DBE502A1B1AF}"/>
          </ac:spMkLst>
        </pc:spChg>
      </pc:sldChg>
      <pc:sldChg chg="modSp new mod">
        <pc:chgData name="Bowen Cheek" userId="8fca192e-0677-4b46-9386-7af871cc0c0f" providerId="ADAL" clId="{539CF98A-204F-498C-B6D5-5A6451AD35FD}" dt="2026-08-17T15:09:08.491" v="2235" actId="20577"/>
        <pc:sldMkLst>
          <pc:docMk/>
          <pc:sldMk cId="2376556983" sldId="281"/>
        </pc:sldMkLst>
        <pc:spChg chg="mod">
          <ac:chgData name="Bowen Cheek" userId="8fca192e-0677-4b46-9386-7af871cc0c0f" providerId="ADAL" clId="{539CF98A-204F-498C-B6D5-5A6451AD35FD}" dt="2026-08-17T15:07:38.940" v="2208" actId="20577"/>
          <ac:spMkLst>
            <pc:docMk/>
            <pc:sldMk cId="2376556983" sldId="281"/>
            <ac:spMk id="2" creationId="{5EB9C2C6-BD8D-B62E-0FDB-DC9876DF435B}"/>
          </ac:spMkLst>
        </pc:spChg>
        <pc:spChg chg="mod">
          <ac:chgData name="Bowen Cheek" userId="8fca192e-0677-4b46-9386-7af871cc0c0f" providerId="ADAL" clId="{539CF98A-204F-498C-B6D5-5A6451AD35FD}" dt="2026-08-17T15:09:08.491" v="2235" actId="20577"/>
          <ac:spMkLst>
            <pc:docMk/>
            <pc:sldMk cId="2376556983" sldId="281"/>
            <ac:spMk id="3" creationId="{141F7579-8CA6-626D-9DCE-E32D557BB1E6}"/>
          </ac:spMkLst>
        </pc:spChg>
      </pc:sldChg>
      <pc:sldChg chg="modSp new mod">
        <pc:chgData name="Bowen Cheek" userId="8fca192e-0677-4b46-9386-7af871cc0c0f" providerId="ADAL" clId="{539CF98A-204F-498C-B6D5-5A6451AD35FD}" dt="2026-08-17T16:24:13.517" v="2460" actId="20577"/>
        <pc:sldMkLst>
          <pc:docMk/>
          <pc:sldMk cId="606620145" sldId="282"/>
        </pc:sldMkLst>
        <pc:spChg chg="mod">
          <ac:chgData name="Bowen Cheek" userId="8fca192e-0677-4b46-9386-7af871cc0c0f" providerId="ADAL" clId="{539CF98A-204F-498C-B6D5-5A6451AD35FD}" dt="2026-08-17T15:30:14.143" v="2279" actId="20577"/>
          <ac:spMkLst>
            <pc:docMk/>
            <pc:sldMk cId="606620145" sldId="282"/>
            <ac:spMk id="2" creationId="{D168DEBF-DE83-B494-B50D-570E1C926320}"/>
          </ac:spMkLst>
        </pc:spChg>
        <pc:spChg chg="mod">
          <ac:chgData name="Bowen Cheek" userId="8fca192e-0677-4b46-9386-7af871cc0c0f" providerId="ADAL" clId="{539CF98A-204F-498C-B6D5-5A6451AD35FD}" dt="2026-08-17T16:24:13.517" v="2460" actId="20577"/>
          <ac:spMkLst>
            <pc:docMk/>
            <pc:sldMk cId="606620145" sldId="282"/>
            <ac:spMk id="3" creationId="{B4A78FDE-A9AD-AC80-B92C-2A66087AB4C8}"/>
          </ac:spMkLst>
        </pc:spChg>
      </pc:sldChg>
      <pc:sldChg chg="addSp delSp modSp new mod">
        <pc:chgData name="Bowen Cheek" userId="8fca192e-0677-4b46-9386-7af871cc0c0f" providerId="ADAL" clId="{539CF98A-204F-498C-B6D5-5A6451AD35FD}" dt="2026-08-17T16:26:26.948" v="2490" actId="1076"/>
        <pc:sldMkLst>
          <pc:docMk/>
          <pc:sldMk cId="385899681" sldId="283"/>
        </pc:sldMkLst>
        <pc:spChg chg="mod ord">
          <ac:chgData name="Bowen Cheek" userId="8fca192e-0677-4b46-9386-7af871cc0c0f" providerId="ADAL" clId="{539CF98A-204F-498C-B6D5-5A6451AD35FD}" dt="2026-08-17T16:26:26.948" v="2490" actId="1076"/>
          <ac:spMkLst>
            <pc:docMk/>
            <pc:sldMk cId="385899681" sldId="283"/>
            <ac:spMk id="2" creationId="{2EC12433-868A-75F3-FB83-99C3A98E6E8A}"/>
          </ac:spMkLst>
        </pc:spChg>
        <pc:spChg chg="del mod">
          <ac:chgData name="Bowen Cheek" userId="8fca192e-0677-4b46-9386-7af871cc0c0f" providerId="ADAL" clId="{539CF98A-204F-498C-B6D5-5A6451AD35FD}" dt="2026-08-17T16:25:01.819" v="2463" actId="22"/>
          <ac:spMkLst>
            <pc:docMk/>
            <pc:sldMk cId="385899681" sldId="283"/>
            <ac:spMk id="3" creationId="{000B1945-7FA5-5F73-859B-40BA23B6C9F6}"/>
          </ac:spMkLst>
        </pc:spChg>
        <pc:picChg chg="add mod ord">
          <ac:chgData name="Bowen Cheek" userId="8fca192e-0677-4b46-9386-7af871cc0c0f" providerId="ADAL" clId="{539CF98A-204F-498C-B6D5-5A6451AD35FD}" dt="2026-08-17T16:25:13.213" v="2465" actId="1076"/>
          <ac:picMkLst>
            <pc:docMk/>
            <pc:sldMk cId="385899681" sldId="283"/>
            <ac:picMk id="7" creationId="{2A8354E3-D059-AE36-D6E4-A3D22F115CE9}"/>
          </ac:picMkLst>
        </pc:picChg>
      </pc:sldChg>
      <pc:sldChg chg="modSp new mod">
        <pc:chgData name="Bowen Cheek" userId="8fca192e-0677-4b46-9386-7af871cc0c0f" providerId="ADAL" clId="{539CF98A-204F-498C-B6D5-5A6451AD35FD}" dt="2026-08-17T16:29:30.495" v="2635" actId="114"/>
        <pc:sldMkLst>
          <pc:docMk/>
          <pc:sldMk cId="1217898720" sldId="284"/>
        </pc:sldMkLst>
        <pc:spChg chg="mod">
          <ac:chgData name="Bowen Cheek" userId="8fca192e-0677-4b46-9386-7af871cc0c0f" providerId="ADAL" clId="{539CF98A-204F-498C-B6D5-5A6451AD35FD}" dt="2026-08-17T16:27:37.506" v="2517" actId="20577"/>
          <ac:spMkLst>
            <pc:docMk/>
            <pc:sldMk cId="1217898720" sldId="284"/>
            <ac:spMk id="2" creationId="{D5617660-126B-BB10-154B-00B8D77E0FB0}"/>
          </ac:spMkLst>
        </pc:spChg>
        <pc:spChg chg="mod">
          <ac:chgData name="Bowen Cheek" userId="8fca192e-0677-4b46-9386-7af871cc0c0f" providerId="ADAL" clId="{539CF98A-204F-498C-B6D5-5A6451AD35FD}" dt="2026-08-17T16:29:30.495" v="2635" actId="114"/>
          <ac:spMkLst>
            <pc:docMk/>
            <pc:sldMk cId="1217898720" sldId="284"/>
            <ac:spMk id="3" creationId="{8F4214C5-A4F3-D85D-9C1F-7E667FE77B6A}"/>
          </ac:spMkLst>
        </pc:spChg>
      </pc:sldChg>
      <pc:sldChg chg="addSp modSp new mod">
        <pc:chgData name="Bowen Cheek" userId="8fca192e-0677-4b46-9386-7af871cc0c0f" providerId="ADAL" clId="{539CF98A-204F-498C-B6D5-5A6451AD35FD}" dt="2026-08-18T15:51:15.276" v="2757" actId="1076"/>
        <pc:sldMkLst>
          <pc:docMk/>
          <pc:sldMk cId="1566932983" sldId="285"/>
        </pc:sldMkLst>
        <pc:spChg chg="mod">
          <ac:chgData name="Bowen Cheek" userId="8fca192e-0677-4b46-9386-7af871cc0c0f" providerId="ADAL" clId="{539CF98A-204F-498C-B6D5-5A6451AD35FD}" dt="2026-08-18T15:49:08.434" v="2660" actId="20577"/>
          <ac:spMkLst>
            <pc:docMk/>
            <pc:sldMk cId="1566932983" sldId="285"/>
            <ac:spMk id="2" creationId="{18029467-2549-2DAC-2731-3EDFAD5951F9}"/>
          </ac:spMkLst>
        </pc:spChg>
        <pc:spChg chg="mod">
          <ac:chgData name="Bowen Cheek" userId="8fca192e-0677-4b46-9386-7af871cc0c0f" providerId="ADAL" clId="{539CF98A-204F-498C-B6D5-5A6451AD35FD}" dt="2026-08-18T15:51:15.276" v="2757" actId="1076"/>
          <ac:spMkLst>
            <pc:docMk/>
            <pc:sldMk cId="1566932983" sldId="285"/>
            <ac:spMk id="3" creationId="{B5375887-83E6-2C5F-106D-0F684DAC31AE}"/>
          </ac:spMkLst>
        </pc:spChg>
        <pc:picChg chg="add mod">
          <ac:chgData name="Bowen Cheek" userId="8fca192e-0677-4b46-9386-7af871cc0c0f" providerId="ADAL" clId="{539CF98A-204F-498C-B6D5-5A6451AD35FD}" dt="2026-08-18T15:50:06.020" v="2684" actId="1076"/>
          <ac:picMkLst>
            <pc:docMk/>
            <pc:sldMk cId="1566932983" sldId="285"/>
            <ac:picMk id="7" creationId="{CBFEC773-5ED1-03B2-1EFA-6724436BBF19}"/>
          </ac:picMkLst>
        </pc:picChg>
      </pc:sldChg>
      <pc:sldChg chg="modSp new mod">
        <pc:chgData name="Bowen Cheek" userId="8fca192e-0677-4b46-9386-7af871cc0c0f" providerId="ADAL" clId="{539CF98A-204F-498C-B6D5-5A6451AD35FD}" dt="2026-08-18T15:55:48.875" v="3163" actId="114"/>
        <pc:sldMkLst>
          <pc:docMk/>
          <pc:sldMk cId="3482548457" sldId="286"/>
        </pc:sldMkLst>
        <pc:spChg chg="mod">
          <ac:chgData name="Bowen Cheek" userId="8fca192e-0677-4b46-9386-7af871cc0c0f" providerId="ADAL" clId="{539CF98A-204F-498C-B6D5-5A6451AD35FD}" dt="2026-08-18T15:51:56.862" v="2790" actId="1076"/>
          <ac:spMkLst>
            <pc:docMk/>
            <pc:sldMk cId="3482548457" sldId="286"/>
            <ac:spMk id="2" creationId="{E8718135-571A-20A0-FBF0-922857655343}"/>
          </ac:spMkLst>
        </pc:spChg>
        <pc:spChg chg="mod">
          <ac:chgData name="Bowen Cheek" userId="8fca192e-0677-4b46-9386-7af871cc0c0f" providerId="ADAL" clId="{539CF98A-204F-498C-B6D5-5A6451AD35FD}" dt="2026-08-18T15:55:48.875" v="3163" actId="114"/>
          <ac:spMkLst>
            <pc:docMk/>
            <pc:sldMk cId="3482548457" sldId="286"/>
            <ac:spMk id="3" creationId="{32E78358-9073-CE76-A0FA-A4D56E97AE22}"/>
          </ac:spMkLst>
        </pc:spChg>
      </pc:sldChg>
      <pc:sldChg chg="modSp new mod">
        <pc:chgData name="Bowen Cheek" userId="8fca192e-0677-4b46-9386-7af871cc0c0f" providerId="ADAL" clId="{539CF98A-204F-498C-B6D5-5A6451AD35FD}" dt="2026-08-18T16:31:45.548" v="3266" actId="20577"/>
        <pc:sldMkLst>
          <pc:docMk/>
          <pc:sldMk cId="3074218015" sldId="287"/>
        </pc:sldMkLst>
        <pc:spChg chg="mod">
          <ac:chgData name="Bowen Cheek" userId="8fca192e-0677-4b46-9386-7af871cc0c0f" providerId="ADAL" clId="{539CF98A-204F-498C-B6D5-5A6451AD35FD}" dt="2026-08-18T16:22:29.083" v="3178" actId="20577"/>
          <ac:spMkLst>
            <pc:docMk/>
            <pc:sldMk cId="3074218015" sldId="287"/>
            <ac:spMk id="2" creationId="{AD3E5056-6677-7D0D-FBE8-EA11AA83D09D}"/>
          </ac:spMkLst>
        </pc:spChg>
        <pc:spChg chg="mod">
          <ac:chgData name="Bowen Cheek" userId="8fca192e-0677-4b46-9386-7af871cc0c0f" providerId="ADAL" clId="{539CF98A-204F-498C-B6D5-5A6451AD35FD}" dt="2026-08-18T16:31:45.548" v="3266" actId="20577"/>
          <ac:spMkLst>
            <pc:docMk/>
            <pc:sldMk cId="3074218015" sldId="287"/>
            <ac:spMk id="3" creationId="{B4E07EC6-681E-0A20-DD39-8556BB811862}"/>
          </ac:spMkLst>
        </pc:spChg>
      </pc:sldChg>
      <pc:sldChg chg="addSp delSp modSp new mod">
        <pc:chgData name="Bowen Cheek" userId="8fca192e-0677-4b46-9386-7af871cc0c0f" providerId="ADAL" clId="{539CF98A-204F-498C-B6D5-5A6451AD35FD}" dt="2026-08-18T16:26:02.033" v="3254" actId="1076"/>
        <pc:sldMkLst>
          <pc:docMk/>
          <pc:sldMk cId="2461792635" sldId="288"/>
        </pc:sldMkLst>
        <pc:spChg chg="mod">
          <ac:chgData name="Bowen Cheek" userId="8fca192e-0677-4b46-9386-7af871cc0c0f" providerId="ADAL" clId="{539CF98A-204F-498C-B6D5-5A6451AD35FD}" dt="2026-08-18T16:25:52.748" v="3251" actId="14100"/>
          <ac:spMkLst>
            <pc:docMk/>
            <pc:sldMk cId="2461792635" sldId="288"/>
            <ac:spMk id="2" creationId="{AD6536F5-4CD9-B854-D862-C6E0E36E7EE0}"/>
          </ac:spMkLst>
        </pc:spChg>
        <pc:spChg chg="del mod">
          <ac:chgData name="Bowen Cheek" userId="8fca192e-0677-4b46-9386-7af871cc0c0f" providerId="ADAL" clId="{539CF98A-204F-498C-B6D5-5A6451AD35FD}" dt="2026-08-18T16:25:09.458" v="3206" actId="22"/>
          <ac:spMkLst>
            <pc:docMk/>
            <pc:sldMk cId="2461792635" sldId="288"/>
            <ac:spMk id="3" creationId="{59884CE7-24C6-A497-7060-4BA50D31973B}"/>
          </ac:spMkLst>
        </pc:spChg>
        <pc:picChg chg="add mod ord">
          <ac:chgData name="Bowen Cheek" userId="8fca192e-0677-4b46-9386-7af871cc0c0f" providerId="ADAL" clId="{539CF98A-204F-498C-B6D5-5A6451AD35FD}" dt="2026-08-18T16:26:02.033" v="3254" actId="1076"/>
          <ac:picMkLst>
            <pc:docMk/>
            <pc:sldMk cId="2461792635" sldId="288"/>
            <ac:picMk id="7" creationId="{FD6CD3D5-704D-DDDC-0E47-328303EC3CB1}"/>
          </ac:picMkLst>
        </pc:picChg>
      </pc:sldChg>
      <pc:sldChg chg="addSp delSp modSp new mod">
        <pc:chgData name="Bowen Cheek" userId="8fca192e-0677-4b46-9386-7af871cc0c0f" providerId="ADAL" clId="{539CF98A-204F-498C-B6D5-5A6451AD35FD}" dt="2026-08-18T16:40:41.012" v="3373" actId="113"/>
        <pc:sldMkLst>
          <pc:docMk/>
          <pc:sldMk cId="2546871499" sldId="289"/>
        </pc:sldMkLst>
        <pc:spChg chg="mod">
          <ac:chgData name="Bowen Cheek" userId="8fca192e-0677-4b46-9386-7af871cc0c0f" providerId="ADAL" clId="{539CF98A-204F-498C-B6D5-5A6451AD35FD}" dt="2026-08-18T16:29:54.859" v="3265" actId="20577"/>
          <ac:spMkLst>
            <pc:docMk/>
            <pc:sldMk cId="2546871499" sldId="289"/>
            <ac:spMk id="2" creationId="{EB14B4A0-68AE-2655-1D50-515A64CEF355}"/>
          </ac:spMkLst>
        </pc:spChg>
        <pc:spChg chg="del mod">
          <ac:chgData name="Bowen Cheek" userId="8fca192e-0677-4b46-9386-7af871cc0c0f" providerId="ADAL" clId="{539CF98A-204F-498C-B6D5-5A6451AD35FD}" dt="2026-08-18T16:35:24.772" v="3268" actId="22"/>
          <ac:spMkLst>
            <pc:docMk/>
            <pc:sldMk cId="2546871499" sldId="289"/>
            <ac:spMk id="3" creationId="{58B9BA83-0822-1508-4407-5C2C83DB6236}"/>
          </ac:spMkLst>
        </pc:spChg>
        <pc:spChg chg="add mod">
          <ac:chgData name="Bowen Cheek" userId="8fca192e-0677-4b46-9386-7af871cc0c0f" providerId="ADAL" clId="{539CF98A-204F-498C-B6D5-5A6451AD35FD}" dt="2026-08-18T16:40:41.012" v="3373" actId="113"/>
          <ac:spMkLst>
            <pc:docMk/>
            <pc:sldMk cId="2546871499" sldId="289"/>
            <ac:spMk id="9" creationId="{0BAC2530-98EE-8328-AC1C-0E30E1457534}"/>
          </ac:spMkLst>
        </pc:spChg>
        <pc:picChg chg="add mod ord">
          <ac:chgData name="Bowen Cheek" userId="8fca192e-0677-4b46-9386-7af871cc0c0f" providerId="ADAL" clId="{539CF98A-204F-498C-B6D5-5A6451AD35FD}" dt="2026-08-18T16:40:07.213" v="3368" actId="1076"/>
          <ac:picMkLst>
            <pc:docMk/>
            <pc:sldMk cId="2546871499" sldId="289"/>
            <ac:picMk id="7" creationId="{703B9184-2E4C-D8D8-2A38-903EB669ADB2}"/>
          </ac:picMkLst>
        </pc:picChg>
      </pc:sldChg>
      <pc:sldChg chg="modSp new mod">
        <pc:chgData name="Bowen Cheek" userId="8fca192e-0677-4b46-9386-7af871cc0c0f" providerId="ADAL" clId="{539CF98A-204F-498C-B6D5-5A6451AD35FD}" dt="2026-08-18T16:48:05.741" v="3417" actId="20577"/>
        <pc:sldMkLst>
          <pc:docMk/>
          <pc:sldMk cId="2770901704" sldId="290"/>
        </pc:sldMkLst>
        <pc:spChg chg="mod">
          <ac:chgData name="Bowen Cheek" userId="8fca192e-0677-4b46-9386-7af871cc0c0f" providerId="ADAL" clId="{539CF98A-204F-498C-B6D5-5A6451AD35FD}" dt="2026-08-18T16:47:24.524" v="3408" actId="20577"/>
          <ac:spMkLst>
            <pc:docMk/>
            <pc:sldMk cId="2770901704" sldId="290"/>
            <ac:spMk id="2" creationId="{E838BE3C-B158-CEC3-8B88-BF97B21D75C5}"/>
          </ac:spMkLst>
        </pc:spChg>
        <pc:spChg chg="mod">
          <ac:chgData name="Bowen Cheek" userId="8fca192e-0677-4b46-9386-7af871cc0c0f" providerId="ADAL" clId="{539CF98A-204F-498C-B6D5-5A6451AD35FD}" dt="2026-08-18T16:48:05.741" v="3417" actId="20577"/>
          <ac:spMkLst>
            <pc:docMk/>
            <pc:sldMk cId="2770901704" sldId="290"/>
            <ac:spMk id="3" creationId="{CAC1C8D8-7FA7-08B3-2E13-08E92C187672}"/>
          </ac:spMkLst>
        </pc:spChg>
      </pc:sldChg>
      <pc:sldChg chg="addSp delSp modSp new mod">
        <pc:chgData name="Bowen Cheek" userId="8fca192e-0677-4b46-9386-7af871cc0c0f" providerId="ADAL" clId="{539CF98A-204F-498C-B6D5-5A6451AD35FD}" dt="2026-08-18T16:51:02.447" v="3489" actId="1076"/>
        <pc:sldMkLst>
          <pc:docMk/>
          <pc:sldMk cId="3975454546" sldId="291"/>
        </pc:sldMkLst>
        <pc:spChg chg="mod">
          <ac:chgData name="Bowen Cheek" userId="8fca192e-0677-4b46-9386-7af871cc0c0f" providerId="ADAL" clId="{539CF98A-204F-498C-B6D5-5A6451AD35FD}" dt="2026-08-18T16:50:57.604" v="3488" actId="1076"/>
          <ac:spMkLst>
            <pc:docMk/>
            <pc:sldMk cId="3975454546" sldId="291"/>
            <ac:spMk id="2" creationId="{FBE774DC-BA6E-3F36-9D82-90474921AB9B}"/>
          </ac:spMkLst>
        </pc:spChg>
        <pc:spChg chg="del mod">
          <ac:chgData name="Bowen Cheek" userId="8fca192e-0677-4b46-9386-7af871cc0c0f" providerId="ADAL" clId="{539CF98A-204F-498C-B6D5-5A6451AD35FD}" dt="2026-08-18T16:48:47.851" v="3420" actId="22"/>
          <ac:spMkLst>
            <pc:docMk/>
            <pc:sldMk cId="3975454546" sldId="291"/>
            <ac:spMk id="3" creationId="{21C3FFEC-B9DF-215A-956B-0E8C1CB94809}"/>
          </ac:spMkLst>
        </pc:spChg>
        <pc:spChg chg="add mod">
          <ac:chgData name="Bowen Cheek" userId="8fca192e-0677-4b46-9386-7af871cc0c0f" providerId="ADAL" clId="{539CF98A-204F-498C-B6D5-5A6451AD35FD}" dt="2026-08-18T16:51:02.447" v="3489" actId="1076"/>
          <ac:spMkLst>
            <pc:docMk/>
            <pc:sldMk cId="3975454546" sldId="291"/>
            <ac:spMk id="9" creationId="{93441AB6-5BE7-C812-3E82-BFC3F9259163}"/>
          </ac:spMkLst>
        </pc:spChg>
        <pc:picChg chg="add mod ord">
          <ac:chgData name="Bowen Cheek" userId="8fca192e-0677-4b46-9386-7af871cc0c0f" providerId="ADAL" clId="{539CF98A-204F-498C-B6D5-5A6451AD35FD}" dt="2026-08-18T16:50:48.519" v="3487" actId="1076"/>
          <ac:picMkLst>
            <pc:docMk/>
            <pc:sldMk cId="3975454546" sldId="291"/>
            <ac:picMk id="7" creationId="{24494109-DFC8-9BCD-0866-F20D0F01EF7C}"/>
          </ac:picMkLst>
        </pc:picChg>
      </pc:sldChg>
      <pc:sldChg chg="modSp new mod">
        <pc:chgData name="Bowen Cheek" userId="8fca192e-0677-4b46-9386-7af871cc0c0f" providerId="ADAL" clId="{539CF98A-204F-498C-B6D5-5A6451AD35FD}" dt="2026-08-18T16:53:44.203" v="3606" actId="27636"/>
        <pc:sldMkLst>
          <pc:docMk/>
          <pc:sldMk cId="1418551559" sldId="292"/>
        </pc:sldMkLst>
        <pc:spChg chg="mod">
          <ac:chgData name="Bowen Cheek" userId="8fca192e-0677-4b46-9386-7af871cc0c0f" providerId="ADAL" clId="{539CF98A-204F-498C-B6D5-5A6451AD35FD}" dt="2026-08-18T16:52:23.262" v="3520" actId="1076"/>
          <ac:spMkLst>
            <pc:docMk/>
            <pc:sldMk cId="1418551559" sldId="292"/>
            <ac:spMk id="2" creationId="{F2A15BD2-FECF-6F81-A767-1C61980DA607}"/>
          </ac:spMkLst>
        </pc:spChg>
        <pc:spChg chg="mod">
          <ac:chgData name="Bowen Cheek" userId="8fca192e-0677-4b46-9386-7af871cc0c0f" providerId="ADAL" clId="{539CF98A-204F-498C-B6D5-5A6451AD35FD}" dt="2026-08-18T16:53:44.203" v="3606" actId="27636"/>
          <ac:spMkLst>
            <pc:docMk/>
            <pc:sldMk cId="1418551559" sldId="292"/>
            <ac:spMk id="3" creationId="{67872686-3B1C-A759-97C3-14121DE133EC}"/>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14:11:46.097"/>
    </inkml:context>
    <inkml:brush xml:id="br0">
      <inkml:brushProperty name="width" value="0.035" units="cm"/>
      <inkml:brushProperty name="height" value="0.035" units="cm"/>
      <inkml:brushProperty name="color" value="#E71224"/>
    </inkml:brush>
  </inkml:definitions>
  <inkml:trace contextRef="#ctx0" brushRef="#br0">66 153 24575,'-2'0'0,"1"1"0,0-1 0,0 1 0,0 0 0,0 0 0,0-1 0,0 1 0,0 0 0,0 0 0,0 0 0,0 0 0,0 0 0,0 0 0,1 0 0,-1 0 0,0 1 0,1-1 0,-1 0 0,1 0 0,-1 0 0,1 1 0,0-1 0,-1 0 0,1 1 0,0-1 0,0 0 0,0 1 0,0-1 0,0 0 0,1 2 0,-2 2 0,1-1 0,0 0 0,0 1 0,1-1 0,-1 1 0,1-1 0,2 8 0,-2-11 0,0 1 0,0-1 0,0 0 0,0 0 0,0 0 0,0 0 0,0 0 0,0 0 0,1-1 0,-1 1 0,0 0 0,0-1 0,1 1 0,-1-1 0,0 1 0,1-1 0,-1 1 0,1-1 0,-1 0 0,0 0 0,1 0 0,-1 0 0,1 0 0,-1 0 0,1 0 0,-1 0 0,0-1 0,1 1 0,-1 0 0,1-1 0,-1 1 0,0-1 0,0 0 0,1 1 0,-1-1 0,0 0 0,0 0 0,0 0 0,0 0 0,0 0 0,2-1 0,8-7 0,0 0 0,-1-1 0,11-13 0,-13 15 0,-5 5 0,-1 0 0,1 0 0,-1 0 0,0 0 0,0 0 0,0-1 0,0 1 0,-1 0 0,1-1 0,-1 1 0,0-1 0,0 0 0,0 1 0,0-1 0,-1 0 0,1 0 0,-1 0 0,-1-6 0,1 8 0,-1 0 0,0 0 0,1 0 0,-1 0 0,0 0 0,0 0 0,0 0 0,-1 0 0,1 1 0,0-1 0,-1 0 0,1 1 0,-1-1 0,0 1 0,1-1 0,-1 1 0,0 0 0,0 0 0,0 0 0,0 0 0,0 0 0,0 0 0,0 1 0,0-1 0,0 0 0,0 1 0,0 0 0,0-1 0,0 1 0,-1 0 0,1 0 0,0 1 0,-2-1 0,-1 1 0,1 0 0,0 0 0,0 0 0,0 1 0,-1 0 0,2-1 0,-1 1 0,0 1 0,0-1 0,1 1 0,-1-1 0,1 1 0,0 0 0,-1 0 0,1 0 0,1 1 0,-1-1 0,1 1 0,-1 0 0,-1 4 0,1-5 0,1 1 0,0 0 0,0 0 0,0 0 0,1 0 0,-1 0 0,1 1 0,0-1 0,0 0 0,0 1 0,1-1 0,0 1 0,-1-1 0,1 0 0,1 1 0,-1-1 0,1 1 0,0-1 0,2 8 0,-1-9 0,1-1 0,-1 1 0,1-1 0,0 0 0,-1 1 0,1-1 0,0 0 0,0-1 0,0 1 0,1-1 0,-1 1 0,0-1 0,1 0 0,-1 0 0,0 0 0,1 0 0,-1-1 0,1 0 0,0 0 0,5 0 0,-3 0 0,0 0 0,0 0 0,0 0 0,0-1 0,0 0 0,0 0 0,-1-1 0,1 1 0,0-1 0,-1-1 0,10-4 0,-12 5 0,-1 0 0,0 0 0,0 0 0,0-1 0,-1 1 0,1 0 0,-1-1 0,1 1 0,-1-1 0,0 1 0,1-1 0,-1 0 0,-1 0 0,1 1 0,0-1 0,-1 0 0,1 0 0,-1 0 0,0 0 0,0 0 0,0 1 0,0-1 0,-1 0 0,1 0 0,-1 0 0,0 0 0,0 1 0,0-1 0,0 0 0,0 1 0,0-1 0,-1 1 0,1-1 0,-1 1 0,0-1 0,0 1 0,0 0 0,0 0 0,0 0 0,0 0 0,0 1 0,-1-1 0,1 0 0,-1 1 0,1 0 0,-1-1 0,1 1 0,-1 0 0,0 0 0,0 1 0,0-1 0,1 1 0,-1-1 0,0 1 0,0 0 0,0 0 0,0 0 0,0 0 0,0 1 0,1-1 0,-1 1 0,-3 1 0,0 0 0,0 0 0,1 1 0,-1 0 0,1 1 0,0-1 0,0 1 0,0 0 0,0 0 0,1 0 0,0 1 0,-1 0 0,2 0 0,-1 0 0,1 0 0,-1 0 0,1 1 0,1-1 0,-1 1 0,1 0 0,0 0 0,1 0 0,-1 0 0,1 0 0,0 0 0,0 0 0,1 0 0,0 1 0,0-1 0,1 0 0,-1 0 0,3 8 0,-2-11 0,0-1 0,0-1 0,0 1 0,0 0 0,0 0 0,0 0 0,1-1 0,-1 1 0,1 0 0,-1-1 0,1 1 0,0-1 0,-1 0 0,1 0 0,0 1 0,0-1 0,0 0 0,0 0 0,0-1 0,0 1 0,0 0 0,0-1 0,0 1 0,0-1 0,1 0 0,-1 0 0,0 0 0,0 0 0,0 0 0,0 0 0,1 0 0,-1-1 0,0 1 0,0-1 0,0 0 0,0 1 0,3-3 0,0 1 0,1 0 0,-1-1 0,0 1 0,0-1 0,0-1 0,-1 1 0,1-1 0,-1 0 0,0 0 0,0 0 0,0 0 0,0-1 0,3-5 0,-5 6 0,0-1 0,0 0 0,-1 0 0,1 0 0,-1 0 0,0 0 0,0 0 0,-1 0 0,1 0 0,-1 0 0,0 0 0,-1 0 0,1-1 0,-1 1 0,0 0 0,-2-5 0,2 8 0,0 0 0,0 0 0,0 0 0,0 0 0,0 0 0,0 0 0,-1 0 0,1 1 0,-1-1 0,1 0 0,-1 1 0,1-1 0,-1 1 0,0 0 0,0-1 0,0 1 0,0 0 0,0 0 0,0 0 0,0 0 0,0 1 0,-1-1 0,1 1 0,0-1 0,0 1 0,-1 0 0,1 0 0,0 0 0,0 0 0,-1 0 0,1 0 0,0 1 0,0-1 0,0 1 0,-1-1 0,1 1 0,0 0 0,-2 1 0,0 0 0,0 0 0,1 0 0,-1 1 0,1-1 0,0 1 0,0-1 0,0 1 0,0 0 0,0 1 0,1-1 0,-1 0 0,1 1 0,0-1 0,0 1 0,0 0 0,1-1 0,-1 1 0,1 0 0,0 0 0,0 0 0,0 0 0,1 0 0,-1 1 0,1-1 0,0 0 0,0 0 0,1 0 0,-1 0 0,1 0 0,1 7 0,-1-8 0,-1-1 0,1 1 0,-1-1 0,1 0 0,0 1 0,0-1 0,0 0 0,0 1 0,0-1 0,0 0 0,0 0 0,1 0 0,0 0 0,-1 0 0,1 0 0,0 0 0,0-1 0,0 1 0,0-1 0,0 1 0,0-1 0,0 0 0,0 1 0,1-1 0,-1 0 0,0-1 0,1 1 0,-1 0 0,1-1 0,-1 1 0,1-1 0,-1 0 0,1 0 0,-1 0 0,1 0 0,-1 0 0,1-1 0,-1 1 0,1-1 0,-1 1 0,0-1 0,1 0 0,-1 0 0,0 0 0,0 0 0,1-1 0,-1 1 0,0 0 0,3-4 0,0 1 0,-1-1 0,1 1 0,-1-1 0,-1 0 0,1 0 0,-1 0 0,0 0 0,0-1 0,0 1 0,-1-1 0,0 0 0,0 0 0,0 0 0,1-7 0,-2 8 0,0 0 0,0 1 0,-1-1 0,1 0 0,-1 0 0,0 0 0,0 1 0,0-1 0,-1 0 0,0 0 0,0 1 0,0-1 0,-1 0 0,1 1 0,-1-1 0,0 1 0,0 0 0,-5-7 0,4 8 0,0 0 0,0 0 0,0 1 0,-1-1 0,1 1 0,-1 0 0,1 0 0,-1 0 0,0 0 0,0 1 0,0-1 0,0 1 0,0 0 0,0 0 0,0 1 0,0-1 0,-1 1 0,-7 0 0,9 1 0,1-1 0,-1 1 0,1-1 0,-1 1 0,1 0 0,-1 0 0,1 0 0,-1 0 0,1 1 0,0-1 0,0 1 0,0-1 0,0 1 0,0 0 0,0 0 0,0 0 0,1 0 0,-1 0 0,0 0 0,1 0 0,0 0 0,0 1 0,-1-1 0,1 1 0,1-1 0,-1 1 0,0-1 0,1 1 0,-1-1 0,0 6 0,-1 8 0,1 0 0,0 1 0,2-1 0,-1 1 0,6 27 0,-5-40 0,-1-1 0,1 1 0,0-1 0,0 0 0,1 1 0,-1-1 0,1 0 0,-1 0 0,1 0 0,0 0 0,0 0 0,0 0 0,1 0 0,-1-1 0,1 1 0,-1-1 0,1 0 0,0 1 0,0-1 0,0-1 0,0 1 0,0 0 0,0-1 0,1 1 0,-1-1 0,0 0 0,1 0 0,-1-1 0,1 1 0,-1-1 0,1 1 0,5-1 0,-4-2 0,0 1 0,0-1 0,0 0 0,0 0 0,0 0 0,0-1 0,0 0 0,-1 0 0,0 0 0,1 0 0,-1-1 0,0 0 0,-1 0 0,1 0 0,-1 0 0,0 0 0,1-1 0,-2 1 0,1-1 0,-1 0 0,0 0 0,3-7 0,-3 7 0,-1 1 0,1-1 0,-1 1 0,0-1 0,-1 1 0,1-1 0,-1 0 0,0 1 0,0-1 0,0 0 0,0 1 0,-2-5 0,1 6 0,1 1 0,-1-1 0,0 1 0,-1 0 0,1-1 0,0 1 0,0 0 0,-1 0 0,0 0 0,1 0 0,-1 0 0,0 1 0,0-1 0,0 0 0,0 1 0,0-1 0,0 1 0,0 0 0,0 0 0,-1 0 0,1 0 0,-5-1 0,2 0 0,0 0 0,-1 1 0,1 0 0,-1 0 0,1 0 0,-1 1 0,1 0 0,-1 0 0,0 0 0,1 1 0,-1 0 0,1 0 0,0 0 0,-9 4 0,11-4 0,0 1 0,1 0 0,-1 0 0,1 0 0,0 0 0,0 0 0,0 1 0,0-1 0,0 0 0,0 1 0,0 0 0,1-1 0,0 1 0,-1 0 0,1 0 0,0 0 0,0 0 0,1 0 0,-1 0 0,1 0 0,-1 0 0,1 0 0,0 1 0,0-1 0,0 0 0,1 0 0,0 4 0,-1-4 0,0 0 0,0 0 0,1 0 0,0 0 0,-1 0 0,1 0 0,0-1 0,0 1 0,0 0 0,1 0 0,-1-1 0,1 1 0,-1-1 0,1 1 0,0-1 0,0 0 0,0 1 0,0-1 0,1 0 0,-1-1 0,0 1 0,1 0 0,0-1 0,-1 1 0,1-1 0,0 0 0,-1 1 0,1-2 0,0 1 0,0 0 0,0 0 0,0-1 0,0 0 0,5 1 0,-3-2 0,-1 1 0,1 0 0,-1-1 0,0 0 0,1 0 0,-1-1 0,0 1 0,0-1 0,0 1 0,0-2 0,0 1 0,0 0 0,0-1 0,-1 1 0,1-1 0,-1 0 0,0 0 0,0 0 0,0-1 0,0 1 0,-1-1 0,1 0 0,2-5 0,-2 3 0,0-1 0,0 0 0,-1 0 0,0 0 0,0 0 0,-1-1 0,0 1 0,0 0 0,0-1 0,-1 1 0,-1 0 0,1-1 0,-1 1 0,0 0 0,-1-1 0,1 1 0,-1 0 0,-4-9 0,3 11 0,0-1 0,-1 1 0,1 0 0,-1 0 0,0 0 0,-1 1 0,1-1 0,-1 1 0,0 0 0,0 0 0,0 1 0,0-1 0,-1 1 0,1 0 0,-1 1 0,0-1 0,0 1 0,0 0 0,0 1 0,0-1 0,-10 0 0,11 2 0,1-1 0,0 1 0,0 0 0,-1 1 0,1-1 0,0 1 0,0 0 0,0 0 0,-1 0 0,1 1 0,0-1 0,1 1 0,-1 0 0,0 0 0,0 0 0,1 0 0,-1 1 0,1 0 0,0 0 0,0 0 0,0 0 0,0 0 0,1 0 0,-1 1 0,1-1 0,0 1 0,0 0 0,0 0 0,0-1 0,-2 10 0,-2 5 0,1 0 0,1 1 0,0 0 0,2 0 0,-1 32 0,3-47 0,0-1 0,0 1 0,1 0 0,-1-1 0,1 1 0,0-1 0,0 1 0,0-1 0,1 0 0,-1 1 0,1-1 0,0 0 0,0 0 0,0 0 0,0 0 0,0 0 0,1-1 0,-1 1 0,1-1 0,0 1 0,-1-1 0,1 0 0,0 0 0,1 0 0,-1-1 0,0 1 0,0-1 0,1 1 0,-1-1 0,1 0 0,-1-1 0,1 1 0,0 0 0,-1-1 0,1 0 0,-1 0 0,1 0 0,0 0 0,-1-1 0,1 1 0,-1-1 0,1 0 0,-1 0 0,1 0 0,-1-1 0,0 1 0,1-1 0,-1 0 0,0 0 0,0 0 0,0 0 0,-1 0 0,1-1 0,0 1 0,-1-1 0,0 0 0,5-6 0,-4 3 0,0-1 0,0 0 0,0 0 0,0 0 0,-1-1 0,-1 1 0,1 0 0,-1-1 0,0-8 0,0 12 0,-1-1 0,0 0 0,0 0 0,0 0 0,-1 1 0,0-1 0,0 0 0,0 1 0,0-1 0,-1 0 0,1 1 0,-1 0 0,-1-1 0,1 1 0,-4-5 0,5 7 0,0 1 0,0 0 0,1 0 0,-1 0 0,0 0 0,0 0 0,0 1 0,0-1 0,-1 0 0,1 0 0,0 1 0,0-1 0,0 0 0,-1 1 0,1 0 0,0-1 0,-1 1 0,1 0 0,0-1 0,-1 1 0,1 0 0,0 0 0,-1 0 0,1 0 0,-3 1 0,2 0 0,1 0 0,-1 0 0,0 0 0,1 0 0,-1 1 0,1-1 0,-1 0 0,1 1 0,0-1 0,-1 1 0,1 0 0,0-1 0,0 1 0,0 0 0,0 2 0,-3 5 0,1 0 0,0 1 0,1-1 0,0 1 0,-2 19 0,4-24 0,-1 0 0,1 0 0,1 0 0,-1 0 0,1 0 0,0 0 0,0 0 0,0 0 0,0-1 0,1 1 0,0 0 0,0-1 0,3 6 0,-2-8 0,-1 0 0,0 0 0,1 0 0,-1 0 0,1 0 0,0-1 0,-1 1 0,1-1 0,0 0 0,0 1 0,0-1 0,0-1 0,0 1 0,0 0 0,0-1 0,0 1 0,0-1 0,0 0 0,1 0 0,-1-1 0,0 1 0,4-1 0,-3 0 0,-1 0 0,1 0 0,-1 0 0,1 0 0,-1 0 0,1-1 0,-1 1 0,0-1 0,0 0 0,0 0 0,0-1 0,0 1 0,0 0 0,-1-1 0,1 0 0,-1 1 0,1-1 0,-1 0 0,0 0 0,0-1 0,-1 1 0,1 0 0,-1-1 0,1 1 0,1-8 0,-2 6 0,0 0 0,0 0 0,0 0 0,-1 0 0,1-1 0,-1 1 0,0 0 0,-1 0 0,1-1 0,-1 1 0,0 0 0,-1 0 0,1 0 0,-1 0 0,0 0 0,0 0 0,0 1 0,-4-6 0,4 7 0,-1 0 0,0 0 0,0 0 0,0 0 0,0 1 0,0-1 0,-1 1 0,1 0 0,-1 0 0,1 0 0,-1 1 0,0-1 0,0 1 0,0 0 0,0 0 0,0 0 0,0 0 0,0 1 0,0-1 0,0 1 0,0 0 0,0 1 0,0-1 0,0 1 0,0-1 0,0 1 0,-6 2 0,6-1 0,0-1 0,-1 1 0,1 0 0,0 0 0,0 1 0,0-1 0,0 1 0,0 0 0,1 0 0,-1 0 0,1 0 0,0 1 0,0-1 0,0 1 0,0 0 0,1 0 0,0 0 0,-1 0 0,1 0 0,1 0 0,-1 1 0,1-1 0,-2 8 0,2-2 0,0-1 0,0 1 0,1 0 0,0 0 0,1 0 0,0-1 0,1 1 0,3 11 0,-5-19 0,1 0 0,0 0 0,0 1 0,0-1 0,1 0 0,-1 0 0,0 0 0,1 0 0,-1-1 0,1 1 0,0 0 0,0-1 0,-1 1 0,1-1 0,0 1 0,0-1 0,0 0 0,1 0 0,-1 0 0,0 0 0,0 0 0,1 0 0,-1-1 0,0 1 0,1-1 0,-1 0 0,0 0 0,1 1 0,-1-1 0,1-1 0,-1 1 0,0 0 0,1-1 0,-1 1 0,0-1 0,1 0 0,-1 1 0,3-3 0,-1 2 6,-1 0 0,1-1-1,0 1 1,-1-1 0,1 0-1,-1 0 1,0 0 0,1-1 0,-1 1-1,0-1 1,-1 1 0,1-1-1,0 0 1,-1 0 0,0-1-1,1 1 1,-1 0 0,0-1 0,-1 1-1,3-8 1,-1 0-218,-1 0 0,0 0 0,-1 0-1,0 0 1,0-1 0,-2-11 0,0 4-6614</inkml:trace>
</inkml:ink>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4097CE-6D48-483D-962B-22F63FB9BD22}" type="datetimeFigureOut">
              <a:rPr lang="en-US" smtClean="0"/>
              <a:t>8/18/2026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BB0354-FC39-4950-9A55-C1136040F69A}" type="slidenum">
              <a:rPr lang="en-US" smtClean="0"/>
              <a:t>‹#›</a:t>
            </a:fld>
            <a:endParaRPr lang="en-US" dirty="0"/>
          </a:p>
        </p:txBody>
      </p:sp>
    </p:spTree>
    <p:extLst>
      <p:ext uri="{BB962C8B-B14F-4D97-AF65-F5344CB8AC3E}">
        <p14:creationId xmlns:p14="http://schemas.microsoft.com/office/powerpoint/2010/main" val="407180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8FCDF8-EBF5-4A91-8987-977F81073058}" type="datetime1">
              <a:rPr lang="en-US" smtClean="0"/>
              <a:t>8/18/2026</a:t>
            </a:fld>
            <a:endParaRPr lang="en-US" dirty="0"/>
          </a:p>
        </p:txBody>
      </p:sp>
      <p:sp>
        <p:nvSpPr>
          <p:cNvPr id="5" name="Footer Placeholder 4"/>
          <p:cNvSpPr>
            <a:spLocks noGrp="1"/>
          </p:cNvSpPr>
          <p:nvPr>
            <p:ph type="ftr" sz="quarter" idx="11"/>
          </p:nvPr>
        </p:nvSpPr>
        <p:spPr/>
        <p:txBody>
          <a:bodyPr/>
          <a:lstStyle/>
          <a:p>
            <a:r>
              <a:rPr lang="en-US" dirty="0"/>
              <a:t>STAT 2332 | 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5B3311-7799-4123-B118-07E844F0737B}" type="datetime1">
              <a:rPr lang="en-US" smtClean="0"/>
              <a:t>8/18/2026</a:t>
            </a:fld>
            <a:endParaRPr lang="en-US" dirty="0"/>
          </a:p>
        </p:txBody>
      </p:sp>
      <p:sp>
        <p:nvSpPr>
          <p:cNvPr id="5" name="Footer Placeholder 4"/>
          <p:cNvSpPr>
            <a:spLocks noGrp="1"/>
          </p:cNvSpPr>
          <p:nvPr>
            <p:ph type="ftr" sz="quarter" idx="11"/>
          </p:nvPr>
        </p:nvSpPr>
        <p:spPr/>
        <p:txBody>
          <a:bodyPr/>
          <a:lstStyle/>
          <a:p>
            <a:r>
              <a:rPr lang="en-US" dirty="0"/>
              <a:t>STAT 2332 | 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4EF16A-7DF9-4022-90CD-BF125F8A7396}" type="datetime1">
              <a:rPr lang="en-US" smtClean="0"/>
              <a:t>8/18/2026</a:t>
            </a:fld>
            <a:endParaRPr lang="en-US" dirty="0"/>
          </a:p>
        </p:txBody>
      </p:sp>
      <p:sp>
        <p:nvSpPr>
          <p:cNvPr id="5" name="Footer Placeholder 4"/>
          <p:cNvSpPr>
            <a:spLocks noGrp="1"/>
          </p:cNvSpPr>
          <p:nvPr>
            <p:ph type="ftr" sz="quarter" idx="11"/>
          </p:nvPr>
        </p:nvSpPr>
        <p:spPr/>
        <p:txBody>
          <a:bodyPr/>
          <a:lstStyle/>
          <a:p>
            <a:r>
              <a:rPr lang="en-US" dirty="0"/>
              <a:t>STAT 2332 | 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DCE20F-8B66-4045-83F7-ED3BA3E4B230}" type="datetime1">
              <a:rPr lang="en-US" smtClean="0"/>
              <a:t>8/18/2026</a:t>
            </a:fld>
            <a:endParaRPr lang="en-US" dirty="0"/>
          </a:p>
        </p:txBody>
      </p:sp>
      <p:sp>
        <p:nvSpPr>
          <p:cNvPr id="6" name="Footer Placeholder 5"/>
          <p:cNvSpPr>
            <a:spLocks noGrp="1"/>
          </p:cNvSpPr>
          <p:nvPr>
            <p:ph type="ftr" sz="quarter" idx="11"/>
          </p:nvPr>
        </p:nvSpPr>
        <p:spPr/>
        <p:txBody>
          <a:bodyPr/>
          <a:lstStyle/>
          <a:p>
            <a:r>
              <a:rPr lang="en-US" dirty="0"/>
              <a:t>STAT 2332 | 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BF72C7-1461-4CDE-9AA8-7101BDBE1A76}" type="datetime1">
              <a:rPr lang="en-US" smtClean="0"/>
              <a:t>8/18/2026</a:t>
            </a:fld>
            <a:endParaRPr lang="en-US" dirty="0"/>
          </a:p>
        </p:txBody>
      </p:sp>
      <p:sp>
        <p:nvSpPr>
          <p:cNvPr id="8" name="Footer Placeholder 7"/>
          <p:cNvSpPr>
            <a:spLocks noGrp="1"/>
          </p:cNvSpPr>
          <p:nvPr>
            <p:ph type="ftr" sz="quarter" idx="11"/>
          </p:nvPr>
        </p:nvSpPr>
        <p:spPr/>
        <p:txBody>
          <a:bodyPr/>
          <a:lstStyle/>
          <a:p>
            <a:r>
              <a:rPr lang="en-US" dirty="0"/>
              <a:t>STAT 2332 | 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1FF340-0E62-4774-9DAE-AF91C7C6C2A6}" type="datetime1">
              <a:rPr lang="en-US" smtClean="0"/>
              <a:t>8/18/2026</a:t>
            </a:fld>
            <a:endParaRPr lang="en-US" dirty="0"/>
          </a:p>
        </p:txBody>
      </p:sp>
      <p:sp>
        <p:nvSpPr>
          <p:cNvPr id="4" name="Footer Placeholder 3"/>
          <p:cNvSpPr>
            <a:spLocks noGrp="1"/>
          </p:cNvSpPr>
          <p:nvPr>
            <p:ph type="ftr" sz="quarter" idx="11"/>
          </p:nvPr>
        </p:nvSpPr>
        <p:spPr/>
        <p:txBody>
          <a:bodyPr/>
          <a:lstStyle/>
          <a:p>
            <a:r>
              <a:rPr lang="en-US" dirty="0"/>
              <a:t>STAT 2332 | 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34C59-BE27-4C3E-95F5-88E3B990E3B1}" type="datetime1">
              <a:rPr lang="en-US" smtClean="0"/>
              <a:t>8/18/2026</a:t>
            </a:fld>
            <a:endParaRPr lang="en-US" dirty="0"/>
          </a:p>
        </p:txBody>
      </p:sp>
      <p:sp>
        <p:nvSpPr>
          <p:cNvPr id="3" name="Footer Placeholder 2"/>
          <p:cNvSpPr>
            <a:spLocks noGrp="1"/>
          </p:cNvSpPr>
          <p:nvPr>
            <p:ph type="ftr" sz="quarter" idx="11"/>
          </p:nvPr>
        </p:nvSpPr>
        <p:spPr/>
        <p:txBody>
          <a:bodyPr/>
          <a:lstStyle/>
          <a:p>
            <a:r>
              <a:rPr lang="en-US" dirty="0"/>
              <a:t>STAT 2332 | 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29CBA3-534C-49E2-8526-BF1F6D73D114}" type="datetime1">
              <a:rPr lang="en-US" smtClean="0"/>
              <a:t>8/18/2026</a:t>
            </a:fld>
            <a:endParaRPr lang="en-US" dirty="0"/>
          </a:p>
        </p:txBody>
      </p:sp>
      <p:sp>
        <p:nvSpPr>
          <p:cNvPr id="6" name="Footer Placeholder 5"/>
          <p:cNvSpPr>
            <a:spLocks noGrp="1"/>
          </p:cNvSpPr>
          <p:nvPr>
            <p:ph type="ftr" sz="quarter" idx="11"/>
          </p:nvPr>
        </p:nvSpPr>
        <p:spPr/>
        <p:txBody>
          <a:bodyPr/>
          <a:lstStyle/>
          <a:p>
            <a:r>
              <a:rPr lang="en-US" dirty="0"/>
              <a:t>STAT 2332 | 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487F0C-201E-44C3-B0B4-52F3260A77CA}" type="datetime1">
              <a:rPr lang="en-US" smtClean="0"/>
              <a:t>8/18/2026</a:t>
            </a:fld>
            <a:endParaRPr lang="en-US" dirty="0"/>
          </a:p>
        </p:txBody>
      </p:sp>
      <p:sp>
        <p:nvSpPr>
          <p:cNvPr id="6" name="Footer Placeholder 5"/>
          <p:cNvSpPr>
            <a:spLocks noGrp="1"/>
          </p:cNvSpPr>
          <p:nvPr>
            <p:ph type="ftr" sz="quarter" idx="11"/>
          </p:nvPr>
        </p:nvSpPr>
        <p:spPr/>
        <p:txBody>
          <a:bodyPr/>
          <a:lstStyle/>
          <a:p>
            <a:r>
              <a:rPr lang="en-US" dirty="0"/>
              <a:t>STAT 2332 | 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9971B9-750F-4E7A-A81D-B41576892A0A}" type="datetime1">
              <a:rPr lang="en-US" smtClean="0"/>
              <a:t>8/18/2026</a:t>
            </a:fld>
            <a:endParaRPr lang="en-US" dirty="0"/>
          </a:p>
        </p:txBody>
      </p:sp>
      <p:sp>
        <p:nvSpPr>
          <p:cNvPr id="5" name="Footer Placeholder 4"/>
          <p:cNvSpPr>
            <a:spLocks noGrp="1"/>
          </p:cNvSpPr>
          <p:nvPr>
            <p:ph type="ftr" sz="quarter" idx="11"/>
          </p:nvPr>
        </p:nvSpPr>
        <p:spPr/>
        <p:txBody>
          <a:bodyPr/>
          <a:lstStyle/>
          <a:p>
            <a:r>
              <a:rPr lang="en-US" dirty="0"/>
              <a:t>STAT 2332 | 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878120-C74F-4E17-B0E8-C1C436D355C8}" type="datetime1">
              <a:rPr lang="en-US" smtClean="0"/>
              <a:t>8/18/2026</a:t>
            </a:fld>
            <a:endParaRPr lang="en-US" dirty="0"/>
          </a:p>
        </p:txBody>
      </p:sp>
      <p:sp>
        <p:nvSpPr>
          <p:cNvPr id="5" name="Footer Placeholder 4"/>
          <p:cNvSpPr>
            <a:spLocks noGrp="1"/>
          </p:cNvSpPr>
          <p:nvPr>
            <p:ph type="ftr" sz="quarter" idx="11"/>
          </p:nvPr>
        </p:nvSpPr>
        <p:spPr/>
        <p:txBody>
          <a:bodyPr/>
          <a:lstStyle/>
          <a:p>
            <a:r>
              <a:rPr lang="en-US" dirty="0"/>
              <a:t>STAT 2332 | 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B24B9D-63F6-48CE-AB4C-F2F284EF6F33}" type="datetime1">
              <a:rPr lang="en-US" smtClean="0"/>
              <a:t>8/18/2026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STAT 2332 | 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dirty="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https://r-graph-gallery.com/6-graph-parameters-reminder.html" TargetMode="External" Type="http://schemas.openxmlformats.org/officeDocument/2006/relationships/hyperlink"/><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https://www.tylervigen.com/spurious-correlations" TargetMode="External" Type="http://schemas.openxmlformats.org/officeDocument/2006/relationships/hyperlink"/><Relationship Id="rId3" Target="../media/image18.png" Type="http://schemas.openxmlformats.org/officeDocument/2006/relationships/image"/><Relationship Id="rId4"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https://www.ejves.com/article/S1078-5884(18)30126-6/fulltext" TargetMode="External" Type="http://schemas.openxmlformats.org/officeDocument/2006/relationships/hyperlink"/><Relationship Id="rId3" Target="https://quantifyinghealth.com/confounding-examples/" TargetMode="External" Type="http://schemas.openxmlformats.org/officeDocument/2006/relationships/hyperlink"/><Relationship Id="rId4" Target="https://science.howstuffworks.com/innovation/science-questions/10-correlations-that-are-not-causations.htm"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0.png" Type="http://schemas.openxmlformats.org/officeDocument/2006/relationships/image"/><Relationship Id="rId3" Target="../ink/ink1.xml" Type="http://schemas.openxmlformats.org/officeDocument/2006/relationships/customXml"/><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 Id="rId2" Target="https://college.cengage.com/mathematics/brase/understandable_statistics/7e/students/datasets/slr/frames/frame.html" TargetMode="External" Type="http://schemas.openxmlformats.org/officeDocument/2006/relationships/hyperlink"/><Relationship Id="rId3" Target="../media/image3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dirty="0" lang="en-US"/>
          </a:p>
        </p:txBody>
      </p:sp>
      <p:pic>
        <p:nvPicPr>
          <p:cNvPr descr="Moon as seen from earth on dark sky" id="7" name="Picture 6">
            <a:extLst>
              <a:ext uri="{FF2B5EF4-FFF2-40B4-BE49-F238E27FC236}">
                <a16:creationId xmlns:a16="http://schemas.microsoft.com/office/drawing/2014/main" id="{38748864-54B9-18E1-533F-845466094A4F}"/>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b="13127" t="9018"/>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dirty="0" lang="en-US">
                <a:solidFill>
                  <a:srgbClr val="FFFFFF"/>
                </a:solidFill>
              </a:rPr>
              <a:t>Correlation </a:t>
            </a:r>
            <a:br>
              <a:rPr dirty="0" lang="en-US">
                <a:solidFill>
                  <a:srgbClr val="FFFFFF"/>
                </a:solidFill>
              </a:rPr>
            </a:br>
            <a:r>
              <a:rPr dirty="0" lang="en-US">
                <a:solidFill>
                  <a:srgbClr val="FFFFFF"/>
                </a:solidFill>
              </a:rPr>
              <a:t>and </a:t>
            </a:r>
            <a:br>
              <a:rPr dirty="0" lang="en-US">
                <a:solidFill>
                  <a:srgbClr val="FFFFFF"/>
                </a:solidFill>
              </a:rPr>
            </a:br>
            <a:r>
              <a:rPr dirty="0" lang="en-US">
                <a:solidFill>
                  <a:srgbClr val="FFFFFF"/>
                </a:solidFill>
              </a:rPr>
              <a:t>Simple Linear Regression</a:t>
            </a:r>
          </a:p>
        </p:txBody>
      </p:sp>
      <p:sp>
        <p:nvSpPr>
          <p:cNvPr id="3" name="Subtitle 2"/>
          <p:cNvSpPr>
            <a:spLocks noGrp="1"/>
          </p:cNvSpPr>
          <p:nvPr>
            <p:ph idx="1" type="subTitle"/>
          </p:nvPr>
        </p:nvSpPr>
        <p:spPr>
          <a:xfrm>
            <a:off x="1524000" y="4159404"/>
            <a:ext cx="9144000" cy="1098395"/>
          </a:xfrm>
        </p:spPr>
        <p:txBody>
          <a:bodyPr bIns="45720" lIns="91440" rIns="91440" rtlCol="0" tIns="45720" vert="horz">
            <a:normAutofit/>
          </a:bodyPr>
          <a:lstStyle/>
          <a:p>
            <a:r>
              <a:rPr dirty="0" lang="en-US">
                <a:solidFill>
                  <a:srgbClr val="FFFFFF"/>
                </a:solidFill>
              </a:rPr>
              <a:t>Chapter 4</a:t>
            </a:r>
          </a:p>
        </p:txBody>
      </p:sp>
      <p:sp>
        <p:nvSpPr>
          <p:cNvPr id="4" name="Footer Placeholder 3">
            <a:extLst>
              <a:ext uri="{FF2B5EF4-FFF2-40B4-BE49-F238E27FC236}">
                <a16:creationId xmlns:a16="http://schemas.microsoft.com/office/drawing/2014/main" id="{A1FCD6CF-89A0-5305-C402-3B4329FD4E87}"/>
              </a:ext>
            </a:extLst>
          </p:cNvPr>
          <p:cNvSpPr>
            <a:spLocks noGrp="1"/>
          </p:cNvSpPr>
          <p:nvPr>
            <p:ph idx="11" sz="quarter" type="ftr"/>
          </p:nvPr>
        </p:nvSpPr>
        <p:spPr>
          <a:xfrm>
            <a:off x="4038600" y="6356350"/>
            <a:ext cx="4114800" cy="365125"/>
          </a:xfrm>
        </p:spPr>
        <p:txBody>
          <a:bodyPr>
            <a:normAutofit/>
          </a:bodyPr>
          <a:lstStyle/>
          <a:p>
            <a:pPr>
              <a:spcAft>
                <a:spcPts val="600"/>
              </a:spcAft>
            </a:pPr>
            <a:r>
              <a:rPr dirty="0" lang="en-US">
                <a:solidFill>
                  <a:srgbClr val="FFFFFF"/>
                </a:solidFill>
              </a:rPr>
              <a:t>STAT 2332 | Bowen C.</a:t>
            </a:r>
          </a:p>
        </p:txBody>
      </p:sp>
      <p:sp>
        <p:nvSpPr>
          <p:cNvPr id="5" name="Slide Number Placeholder 4">
            <a:extLst>
              <a:ext uri="{FF2B5EF4-FFF2-40B4-BE49-F238E27FC236}">
                <a16:creationId xmlns:a16="http://schemas.microsoft.com/office/drawing/2014/main" id="{AD22A3A2-96FA-1188-8308-4DDF6ECBE74A}"/>
              </a:ext>
            </a:extLst>
          </p:cNvPr>
          <p:cNvSpPr>
            <a:spLocks noGrp="1"/>
          </p:cNvSpPr>
          <p:nvPr>
            <p:ph idx="12" sz="quarter" type="sldNum"/>
          </p:nvPr>
        </p:nvSpPr>
        <p:spPr>
          <a:xfrm>
            <a:off x="8610600" y="6356350"/>
            <a:ext cx="2743200" cy="365125"/>
          </a:xfrm>
        </p:spPr>
        <p:txBody>
          <a:bodyPr>
            <a:normAutofit/>
          </a:bodyPr>
          <a:lstStyle/>
          <a:p>
            <a:pPr>
              <a:spcAft>
                <a:spcPts val="600"/>
              </a:spcAft>
            </a:pPr>
            <a:fld id="{330EA680-D336-4FF7-8B7A-9848BB0A1C32}" type="slidenum">
              <a:rPr lang="en-US">
                <a:solidFill>
                  <a:srgbClr val="FFFFFF"/>
                </a:solidFill>
              </a:rPr>
              <a:pPr>
                <a:spcAft>
                  <a:spcPts val="600"/>
                </a:spcAft>
              </a:pPr>
              <a:t>1</a:t>
            </a:fld>
            <a:endParaRPr dirty="0" lang="en-US">
              <a:solidFill>
                <a:srgbClr val="FFFFFF"/>
              </a:solidFill>
            </a:endParaRPr>
          </a:p>
        </p:txBody>
      </p:sp>
    </p:spTree>
    <p:extLst>
      <p:ext uri="{BB962C8B-B14F-4D97-AF65-F5344CB8AC3E}">
        <p14:creationId xmlns:p14="http://schemas.microsoft.com/office/powerpoint/2010/main" val="109857222"/>
      </p:ext>
    </p:extLst>
  </p:cSld>
  <p:clrMapOvr>
    <a:overrideClrMapping accent1="accent1" accent2="accent2" accent3="accent3" accent4="accent4" accent5="accent5" accent6="accent6" bg1="dk1" bg2="dk2" folHlink="folHlink" hlink="hlink" tx1="lt1" tx2="lt2"/>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10" presetSubtype="0">
                                  <p:stCondLst>
                                    <p:cond delay="1000"/>
                                  </p:stCondLst>
                                  <p:iterate>
                                    <p:tmPct val="10000"/>
                                  </p:iterate>
                                  <p:childTnLst>
                                    <p:set>
                                      <p:cBhvr>
                                        <p:cTn dur="1" fill="hold" id="6">
                                          <p:stCondLst>
                                            <p:cond delay="0"/>
                                          </p:stCondLst>
                                        </p:cTn>
                                        <p:tgtEl>
                                          <p:spTgt spid="2"/>
                                        </p:tgtEl>
                                        <p:attrNameLst>
                                          <p:attrName>style.visibility</p:attrName>
                                        </p:attrNameLst>
                                      </p:cBhvr>
                                      <p:to>
                                        <p:strVal val="visible"/>
                                      </p:to>
                                    </p:set>
                                    <p:animEffect filter="fade" transition="in">
                                      <p:cBhvr>
                                        <p:cTn dur="700" id="7"/>
                                        <p:tgtEl>
                                          <p:spTgt spid="2"/>
                                        </p:tgtEl>
                                      </p:cBhvr>
                                    </p:animEffect>
                                  </p:childTnLst>
                                </p:cTn>
                              </p:par>
                              <p:par>
                                <p:cTn fill="hold" grpId="0" id="8" nodeType="withEffect" presetClass="entr" presetID="10" presetSubtype="0">
                                  <p:stCondLst>
                                    <p:cond delay="1500"/>
                                  </p:stCondLst>
                                  <p:iterate>
                                    <p:tmPct val="10000"/>
                                  </p:iterate>
                                  <p:childTnLst>
                                    <p:set>
                                      <p:cBhvr>
                                        <p:cTn dur="1" fill="hold" id="9">
                                          <p:stCondLst>
                                            <p:cond delay="0"/>
                                          </p:stCondLst>
                                        </p:cTn>
                                        <p:tgtEl>
                                          <p:spTgt spid="3">
                                            <p:txEl>
                                              <p:pRg end="0" st="0"/>
                                            </p:txEl>
                                          </p:spTgt>
                                        </p:tgtEl>
                                        <p:attrNameLst>
                                          <p:attrName>style.visibility</p:attrName>
                                        </p:attrNameLst>
                                      </p:cBhvr>
                                      <p:to>
                                        <p:strVal val="visible"/>
                                      </p:to>
                                    </p:set>
                                    <p:animEffect filter="fade" transition="in">
                                      <p:cBhvr>
                                        <p:cTn dur="700" id="10"/>
                                        <p:tgtEl>
                                          <p:spTgt spid="3">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2DD9F-F293-C095-78F1-B5DCF2495A42}"/>
              </a:ext>
            </a:extLst>
          </p:cNvPr>
          <p:cNvSpPr>
            <a:spLocks noGrp="1"/>
          </p:cNvSpPr>
          <p:nvPr>
            <p:ph type="title"/>
          </p:nvPr>
        </p:nvSpPr>
        <p:spPr/>
        <p:txBody>
          <a:bodyPr/>
          <a:lstStyle/>
          <a:p>
            <a:r>
              <a:rPr dirty="0" lang="en-US"/>
              <a:t>Summarizing Bivariate Data</a:t>
            </a:r>
          </a:p>
        </p:txBody>
      </p:sp>
      <p:sp>
        <p:nvSpPr>
          <p:cNvPr id="3" name="Content Placeholder 2">
            <a:extLst>
              <a:ext uri="{FF2B5EF4-FFF2-40B4-BE49-F238E27FC236}">
                <a16:creationId xmlns:a16="http://schemas.microsoft.com/office/drawing/2014/main" id="{281B0CF4-8C84-3246-D479-F61CC899831D}"/>
              </a:ext>
            </a:extLst>
          </p:cNvPr>
          <p:cNvSpPr>
            <a:spLocks noGrp="1"/>
          </p:cNvSpPr>
          <p:nvPr>
            <p:ph idx="1"/>
          </p:nvPr>
        </p:nvSpPr>
        <p:spPr/>
        <p:txBody>
          <a:bodyPr>
            <a:normAutofit fontScale="70000" lnSpcReduction="20000"/>
          </a:bodyPr>
          <a:lstStyle/>
          <a:p>
            <a:pPr indent="0" marL="0">
              <a:buNone/>
            </a:pPr>
            <a:r>
              <a:rPr dirty="0" i="1" lang="en-US"/>
              <a:t>Bivariate data exists in ordered pairs (x, y). Scatterplots and correlation coefficients will reveal trends between variables x and y. The least-squares regression line lets us predict future data values based on historical data values.  </a:t>
            </a:r>
          </a:p>
          <a:p>
            <a:pPr indent="0" marL="0">
              <a:buNone/>
            </a:pPr>
            <a:r>
              <a:rPr b="1" dirty="0" lang="en-US"/>
              <a:t>Objectives </a:t>
            </a:r>
          </a:p>
          <a:p>
            <a:pPr indent="0" marL="0">
              <a:buNone/>
            </a:pPr>
            <a:r>
              <a:rPr dirty="0" lang="en-US"/>
              <a:t>▫ Read textbook sections 4.1 - 4.3.    </a:t>
            </a:r>
          </a:p>
          <a:p>
            <a:pPr indent="0" marL="0">
              <a:buNone/>
            </a:pPr>
            <a:r>
              <a:rPr dirty="0" lang="en-US"/>
              <a:t>▫ Create a scatterplot.    </a:t>
            </a:r>
          </a:p>
          <a:p>
            <a:pPr indent="0" marL="0">
              <a:buNone/>
            </a:pPr>
            <a:r>
              <a:rPr dirty="0" lang="en-US"/>
              <a:t>▫ Describe the form, direction, and strength of the plot.    </a:t>
            </a:r>
          </a:p>
          <a:p>
            <a:pPr indent="0" marL="0">
              <a:buNone/>
            </a:pPr>
            <a:r>
              <a:rPr dirty="0" lang="en-US"/>
              <a:t>▫ Compute and interpret the correlation coefficient.    </a:t>
            </a:r>
          </a:p>
          <a:p>
            <a:pPr indent="0" marL="0">
              <a:buNone/>
            </a:pPr>
            <a:r>
              <a:rPr dirty="0" lang="en-US"/>
              <a:t>▫ Build a linear model; interpret the coefficients.  </a:t>
            </a:r>
          </a:p>
          <a:p>
            <a:pPr indent="0" marL="0">
              <a:buNone/>
            </a:pPr>
            <a:r>
              <a:rPr dirty="0" lang="en-US"/>
              <a:t>▫ Use the linear model to make predictions (while avoiding extrapolation).   </a:t>
            </a:r>
          </a:p>
          <a:p>
            <a:pPr indent="0" marL="0">
              <a:buNone/>
            </a:pPr>
            <a:r>
              <a:rPr dirty="0" lang="en-US"/>
              <a:t>▫ Compute and interpret the coefficient of determination.  </a:t>
            </a:r>
          </a:p>
          <a:p>
            <a:pPr indent="0" marL="0">
              <a:buNone/>
            </a:pPr>
            <a:r>
              <a:rPr dirty="0" lang="en-US"/>
              <a:t>▫ Calculate residuals.   </a:t>
            </a:r>
          </a:p>
          <a:p>
            <a:pPr indent="0" marL="0">
              <a:buNone/>
            </a:pPr>
            <a:r>
              <a:rPr dirty="0" lang="en-US"/>
              <a:t>▫ Understand outliers and influential points. </a:t>
            </a:r>
          </a:p>
        </p:txBody>
      </p:sp>
      <p:sp>
        <p:nvSpPr>
          <p:cNvPr id="4" name="Footer Placeholder 3">
            <a:extLst>
              <a:ext uri="{FF2B5EF4-FFF2-40B4-BE49-F238E27FC236}">
                <a16:creationId xmlns:a16="http://schemas.microsoft.com/office/drawing/2014/main" id="{1F45D602-F10B-38AB-2622-9D5F6B4A1A71}"/>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935B5104-EC73-08CF-EB30-EE721218009D}"/>
              </a:ext>
            </a:extLst>
          </p:cNvPr>
          <p:cNvSpPr>
            <a:spLocks noGrp="1"/>
          </p:cNvSpPr>
          <p:nvPr>
            <p:ph idx="12" sz="quarter" type="sldNum"/>
          </p:nvPr>
        </p:nvSpPr>
        <p:spPr/>
        <p:txBody>
          <a:bodyPr/>
          <a:lstStyle/>
          <a:p>
            <a:fld id="{330EA680-D336-4FF7-8B7A-9848BB0A1C32}" type="slidenum">
              <a:rPr lang="en-US" smtClean="0">
                <a:solidFill>
                  <a:srgbClr val="000000"/>
                </a:solidFill>
              </a:rPr>
              <a:t>2</a:t>
            </a:fld>
            <a:endParaRPr dirty="0" lang="en-US"/>
          </a:p>
        </p:txBody>
      </p:sp>
    </p:spTree>
    <p:extLst>
      <p:ext uri="{BB962C8B-B14F-4D97-AF65-F5344CB8AC3E}">
        <p14:creationId xmlns:p14="http://schemas.microsoft.com/office/powerpoint/2010/main" val="2139358838"/>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B42C2-5008-EE0C-BCEA-7BF607ECCE63}"/>
              </a:ext>
            </a:extLst>
          </p:cNvPr>
          <p:cNvSpPr>
            <a:spLocks noGrp="1"/>
          </p:cNvSpPr>
          <p:nvPr>
            <p:ph type="title"/>
          </p:nvPr>
        </p:nvSpPr>
        <p:spPr/>
        <p:txBody>
          <a:bodyPr/>
          <a:lstStyle/>
          <a:p>
            <a:r>
              <a:rPr dirty="0" lang="en-US"/>
              <a:t>Correlation </a:t>
            </a:r>
          </a:p>
        </p:txBody>
      </p:sp>
      <p:sp>
        <p:nvSpPr>
          <p:cNvPr id="3" name="Content Placeholder 2">
            <a:extLst>
              <a:ext uri="{FF2B5EF4-FFF2-40B4-BE49-F238E27FC236}">
                <a16:creationId xmlns:a16="http://schemas.microsoft.com/office/drawing/2014/main" id="{21DB389E-DE8B-A4D2-295D-B2A577FE093C}"/>
              </a:ext>
            </a:extLst>
          </p:cNvPr>
          <p:cNvSpPr>
            <a:spLocks noGrp="1"/>
          </p:cNvSpPr>
          <p:nvPr>
            <p:ph idx="1"/>
          </p:nvPr>
        </p:nvSpPr>
        <p:spPr/>
        <p:txBody>
          <a:bodyPr>
            <a:normAutofit/>
          </a:bodyPr>
          <a:lstStyle/>
          <a:p>
            <a:r>
              <a:rPr dirty="0" lang="en-US"/>
              <a:t>Bivariate data = two variables (x and y).  </a:t>
            </a:r>
          </a:p>
          <a:p>
            <a:r>
              <a:rPr dirty="0" lang="en-US"/>
              <a:t>How are they related?  </a:t>
            </a:r>
          </a:p>
          <a:p>
            <a:r>
              <a:rPr dirty="0" lang="en-US"/>
              <a:t>What types of patterns or trends can we see?  </a:t>
            </a:r>
          </a:p>
          <a:p>
            <a:r>
              <a:rPr dirty="0" lang="en-US"/>
              <a:t>Some examples of paired variables include:  </a:t>
            </a:r>
          </a:p>
          <a:p>
            <a:pPr lvl="1"/>
            <a:r>
              <a:rPr dirty="0" lang="en-US"/>
              <a:t>height and weight,  </a:t>
            </a:r>
          </a:p>
          <a:p>
            <a:pPr lvl="1"/>
            <a:r>
              <a:rPr dirty="0" lang="en-US"/>
              <a:t>study time and test score,   </a:t>
            </a:r>
          </a:p>
          <a:p>
            <a:pPr lvl="1"/>
            <a:r>
              <a:rPr dirty="0" lang="en-US"/>
              <a:t>hours worked and income.   </a:t>
            </a:r>
          </a:p>
          <a:p>
            <a:r>
              <a:rPr dirty="0" lang="en-US"/>
              <a:t>Variable x = independent, explanatory, predictor variable.   </a:t>
            </a:r>
          </a:p>
          <a:p>
            <a:r>
              <a:rPr dirty="0" lang="en-US"/>
              <a:t>Variable y = dependent, outcome, response variable. </a:t>
            </a:r>
          </a:p>
        </p:txBody>
      </p:sp>
      <p:sp>
        <p:nvSpPr>
          <p:cNvPr id="4" name="Footer Placeholder 3">
            <a:extLst>
              <a:ext uri="{FF2B5EF4-FFF2-40B4-BE49-F238E27FC236}">
                <a16:creationId xmlns:a16="http://schemas.microsoft.com/office/drawing/2014/main" id="{25E8DF91-D89B-AC07-961E-0E35C4A77061}"/>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B3661977-57A4-ED09-1252-45329D85236F}"/>
              </a:ext>
            </a:extLst>
          </p:cNvPr>
          <p:cNvSpPr>
            <a:spLocks noGrp="1"/>
          </p:cNvSpPr>
          <p:nvPr>
            <p:ph idx="12" sz="quarter" type="sldNum"/>
          </p:nvPr>
        </p:nvSpPr>
        <p:spPr/>
        <p:txBody>
          <a:bodyPr/>
          <a:lstStyle/>
          <a:p>
            <a:fld id="{330EA680-D336-4FF7-8B7A-9848BB0A1C32}" type="slidenum">
              <a:rPr lang="en-US" smtClean="0">
                <a:solidFill>
                  <a:srgbClr val="000000"/>
                </a:solidFill>
              </a:rPr>
              <a:t>3</a:t>
            </a:fld>
            <a:endParaRPr dirty="0" lang="en-US"/>
          </a:p>
        </p:txBody>
      </p:sp>
    </p:spTree>
    <p:extLst>
      <p:ext uri="{BB962C8B-B14F-4D97-AF65-F5344CB8AC3E}">
        <p14:creationId xmlns:p14="http://schemas.microsoft.com/office/powerpoint/2010/main" val="2855734445"/>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9C0C-3B89-D33E-4C4B-8E8F9105425C}"/>
              </a:ext>
            </a:extLst>
          </p:cNvPr>
          <p:cNvSpPr>
            <a:spLocks noGrp="1"/>
          </p:cNvSpPr>
          <p:nvPr>
            <p:ph type="title"/>
          </p:nvPr>
        </p:nvSpPr>
        <p:spPr/>
        <p:txBody>
          <a:bodyPr/>
          <a:lstStyle/>
          <a:p>
            <a:r>
              <a:rPr dirty="0" lang="en-US"/>
              <a:t>Housing Data </a:t>
            </a:r>
          </a:p>
        </p:txBody>
      </p:sp>
      <p:pic>
        <p:nvPicPr>
          <p:cNvPr id="7" name="Content Placeholder 6" descr="Size and Price data for Houses ">
            <a:extLst>
              <a:ext uri="{FF2B5EF4-FFF2-40B4-BE49-F238E27FC236}">
                <a16:creationId xmlns:a16="http://schemas.microsoft.com/office/drawing/2014/main" id="{76DBD5EA-F306-7587-27C3-2BF7B6C83170}"/>
              </a:ext>
            </a:extLst>
          </p:cNvPr>
          <p:cNvPicPr>
            <a:picLocks noChangeAspect="1" noGrp="1"/>
          </p:cNvPicPr>
          <p:nvPr>
            <p:ph idx="1"/>
          </p:nvPr>
        </p:nvPicPr>
        <p:blipFill>
          <a:blip r:embed="rId2"/>
          <a:stretch>
            <a:fillRect/>
          </a:stretch>
        </p:blipFill>
        <p:spPr>
          <a:xfrm>
            <a:off x="838200" y="1875054"/>
            <a:ext cx="6441156" cy="4296929"/>
          </a:xfrm>
          <a:prstGeom prst="rect">
            <a:avLst/>
          </a:prstGeom>
        </p:spPr>
      </p:pic>
      <p:sp>
        <p:nvSpPr>
          <p:cNvPr id="4" name="Footer Placeholder 3">
            <a:extLst>
              <a:ext uri="{FF2B5EF4-FFF2-40B4-BE49-F238E27FC236}">
                <a16:creationId xmlns:a16="http://schemas.microsoft.com/office/drawing/2014/main" id="{59499DE5-18E6-CFA6-6A86-8BB0ECC16932}"/>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9AA345BE-A22A-9D60-950B-8C8763E96220}"/>
              </a:ext>
            </a:extLst>
          </p:cNvPr>
          <p:cNvSpPr>
            <a:spLocks noGrp="1"/>
          </p:cNvSpPr>
          <p:nvPr>
            <p:ph idx="12" sz="quarter" type="sldNum"/>
          </p:nvPr>
        </p:nvSpPr>
        <p:spPr/>
        <p:txBody>
          <a:bodyPr/>
          <a:lstStyle/>
          <a:p>
            <a:fld id="{330EA680-D336-4FF7-8B7A-9848BB0A1C32}" type="slidenum">
              <a:rPr lang="en-US" smtClean="0">
                <a:solidFill>
                  <a:srgbClr val="000000"/>
                </a:solidFill>
              </a:rPr>
              <a:t>4</a:t>
            </a:fld>
            <a:endParaRPr dirty="0" lang="en-US"/>
          </a:p>
        </p:txBody>
      </p:sp>
      <p:sp>
        <p:nvSpPr>
          <p:cNvPr id="9" name="TextBox 8">
            <a:extLst>
              <a:ext uri="{FF2B5EF4-FFF2-40B4-BE49-F238E27FC236}">
                <a16:creationId xmlns:a16="http://schemas.microsoft.com/office/drawing/2014/main" id="{12EB88BD-9906-3EF6-6272-9310FD2296B2}"/>
              </a:ext>
            </a:extLst>
          </p:cNvPr>
          <p:cNvSpPr txBox="1"/>
          <p:nvPr/>
        </p:nvSpPr>
        <p:spPr>
          <a:xfrm>
            <a:off x="7435516" y="2690882"/>
            <a:ext cx="3481137" cy="923330"/>
          </a:xfrm>
          <a:prstGeom prst="rect">
            <a:avLst/>
          </a:prstGeom>
          <a:noFill/>
        </p:spPr>
        <p:txBody>
          <a:bodyPr wrap="square">
            <a:spAutoFit/>
          </a:bodyPr>
          <a:lstStyle/>
          <a:p>
            <a:r>
              <a:rPr dirty="0" lang="en-US"/>
              <a:t>First ordered pair = (2521, 400)</a:t>
            </a:r>
          </a:p>
          <a:p>
            <a:endParaRPr dirty="0" lang="en-US"/>
          </a:p>
          <a:p>
            <a:r>
              <a:rPr dirty="0" lang="en-US"/>
              <a:t>Create a vector per variable </a:t>
            </a:r>
          </a:p>
        </p:txBody>
      </p:sp>
    </p:spTree>
    <p:extLst>
      <p:ext uri="{BB962C8B-B14F-4D97-AF65-F5344CB8AC3E}">
        <p14:creationId xmlns:p14="http://schemas.microsoft.com/office/powerpoint/2010/main" val="2554643646"/>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EF993-75B3-7764-1F0C-592F4265BFB1}"/>
              </a:ext>
            </a:extLst>
          </p:cNvPr>
          <p:cNvSpPr>
            <a:spLocks noGrp="1"/>
          </p:cNvSpPr>
          <p:nvPr>
            <p:ph type="title"/>
          </p:nvPr>
        </p:nvSpPr>
        <p:spPr/>
        <p:txBody>
          <a:bodyPr/>
          <a:lstStyle/>
          <a:p>
            <a:r>
              <a:rPr dirty="0" lang="en-US"/>
              <a:t>Make a </a:t>
            </a:r>
            <a:br>
              <a:rPr dirty="0" lang="en-US"/>
            </a:br>
            <a:r>
              <a:rPr dirty="0" lang="en-US"/>
              <a:t>Scatterplot </a:t>
            </a:r>
          </a:p>
        </p:txBody>
      </p:sp>
      <p:sp>
        <p:nvSpPr>
          <p:cNvPr id="3" name="Content Placeholder 2">
            <a:extLst>
              <a:ext uri="{FF2B5EF4-FFF2-40B4-BE49-F238E27FC236}">
                <a16:creationId xmlns:a16="http://schemas.microsoft.com/office/drawing/2014/main" id="{BF495ADF-007B-22CA-B8CA-5B0796F79E19}"/>
              </a:ext>
            </a:extLst>
          </p:cNvPr>
          <p:cNvSpPr>
            <a:spLocks noGrp="1"/>
          </p:cNvSpPr>
          <p:nvPr>
            <p:ph idx="1"/>
          </p:nvPr>
        </p:nvSpPr>
        <p:spPr/>
        <p:txBody>
          <a:bodyPr>
            <a:normAutofit lnSpcReduction="10000"/>
          </a:bodyPr>
          <a:lstStyle/>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endParaRPr dirty="0" lang="en-US">
              <a:hlinkClick r:id="rId2"/>
            </a:endParaRPr>
          </a:p>
          <a:p>
            <a:pPr indent="0" marL="0">
              <a:buNone/>
            </a:pPr>
            <a:r>
              <a:rPr dirty="0" lang="en-US">
                <a:hlinkClick r:id="rId2"/>
              </a:rPr>
              <a:t>graph parameters</a:t>
            </a:r>
            <a:r>
              <a:rPr dirty="0" lang="en-US"/>
              <a:t> </a:t>
            </a:r>
          </a:p>
        </p:txBody>
      </p:sp>
      <p:sp>
        <p:nvSpPr>
          <p:cNvPr id="4" name="Footer Placeholder 3">
            <a:extLst>
              <a:ext uri="{FF2B5EF4-FFF2-40B4-BE49-F238E27FC236}">
                <a16:creationId xmlns:a16="http://schemas.microsoft.com/office/drawing/2014/main" id="{1D7D5294-B0FC-51F6-F68C-B6C407053D02}"/>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70149CF8-FC84-96C4-2C86-1B390CAB5DBE}"/>
              </a:ext>
            </a:extLst>
          </p:cNvPr>
          <p:cNvSpPr>
            <a:spLocks noGrp="1"/>
          </p:cNvSpPr>
          <p:nvPr>
            <p:ph idx="12" sz="quarter" type="sldNum"/>
          </p:nvPr>
        </p:nvSpPr>
        <p:spPr/>
        <p:txBody>
          <a:bodyPr/>
          <a:lstStyle/>
          <a:p>
            <a:fld id="{330EA680-D336-4FF7-8B7A-9848BB0A1C32}" type="slidenum">
              <a:rPr lang="en-US" smtClean="0">
                <a:solidFill>
                  <a:srgbClr val="000000"/>
                </a:solidFill>
              </a:rPr>
              <a:t>5</a:t>
            </a:fld>
            <a:endParaRPr dirty="0" lang="en-US"/>
          </a:p>
        </p:txBody>
      </p:sp>
      <p:pic>
        <p:nvPicPr>
          <p:cNvPr id="7" name="Picture 6" descr="Scatterplot of houses ">
            <a:extLst>
              <a:ext uri="{FF2B5EF4-FFF2-40B4-BE49-F238E27FC236}">
                <a16:creationId xmlns:a16="http://schemas.microsoft.com/office/drawing/2014/main" id="{A11A52DB-413C-6E73-3ED0-B5F002BD503E}"/>
              </a:ext>
            </a:extLst>
          </p:cNvPr>
          <p:cNvPicPr>
            <a:picLocks noChangeAspect="1"/>
          </p:cNvPicPr>
          <p:nvPr/>
        </p:nvPicPr>
        <p:blipFill>
          <a:blip r:embed="rId3"/>
          <a:stretch>
            <a:fillRect/>
          </a:stretch>
        </p:blipFill>
        <p:spPr>
          <a:xfrm>
            <a:off x="4749221" y="605589"/>
            <a:ext cx="7065536" cy="5646821"/>
          </a:xfrm>
          <a:prstGeom prst="rect">
            <a:avLst/>
          </a:prstGeom>
        </p:spPr>
      </p:pic>
    </p:spTree>
    <p:extLst>
      <p:ext uri="{BB962C8B-B14F-4D97-AF65-F5344CB8AC3E}">
        <p14:creationId xmlns:p14="http://schemas.microsoft.com/office/powerpoint/2010/main" val="355327299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2B153-AB30-7AEA-6AD6-F859A936F91E}"/>
              </a:ext>
            </a:extLst>
          </p:cNvPr>
          <p:cNvSpPr>
            <a:spLocks noGrp="1"/>
          </p:cNvSpPr>
          <p:nvPr>
            <p:ph type="title"/>
          </p:nvPr>
        </p:nvSpPr>
        <p:spPr/>
        <p:txBody>
          <a:bodyPr/>
          <a:lstStyle/>
          <a:p>
            <a:r>
              <a:rPr dirty="0" lang="en-US"/>
              <a:t>Describing Scatterplots </a:t>
            </a:r>
          </a:p>
        </p:txBody>
      </p:sp>
      <p:sp>
        <p:nvSpPr>
          <p:cNvPr id="3" name="Content Placeholder 2">
            <a:extLst>
              <a:ext uri="{FF2B5EF4-FFF2-40B4-BE49-F238E27FC236}">
                <a16:creationId xmlns:a16="http://schemas.microsoft.com/office/drawing/2014/main" id="{B71C0605-A7E2-D254-DAA5-D5E54A21BDC8}"/>
              </a:ext>
            </a:extLst>
          </p:cNvPr>
          <p:cNvSpPr>
            <a:spLocks noGrp="1"/>
          </p:cNvSpPr>
          <p:nvPr>
            <p:ph idx="1"/>
          </p:nvPr>
        </p:nvSpPr>
        <p:spPr/>
        <p:txBody>
          <a:bodyPr>
            <a:normAutofit fontScale="70000" lnSpcReduction="20000"/>
          </a:bodyPr>
          <a:lstStyle/>
          <a:p>
            <a:pPr indent="0" marL="0">
              <a:buNone/>
            </a:pPr>
            <a:r>
              <a:rPr b="1" dirty="0" i="1" lang="en-US"/>
              <a:t>We describe the shape of scatterplots in terms of form, direction, and strength.</a:t>
            </a:r>
            <a:br>
              <a:rPr b="1" dirty="0" i="1" lang="en-US"/>
            </a:br>
            <a:endParaRPr b="1" dirty="0" i="1" lang="en-US"/>
          </a:p>
          <a:p>
            <a:pPr>
              <a:buFont charset="2" panose="05000000000000000000" pitchFamily="2" typeface="Wingdings"/>
              <a:buChar char="q"/>
            </a:pPr>
            <a:r>
              <a:rPr dirty="0" lang="en-US"/>
              <a:t>Form - Linear vs. Nonlinear </a:t>
            </a:r>
          </a:p>
          <a:p>
            <a:pPr lvl="1">
              <a:buFont charset="2" panose="05000000000000000000" pitchFamily="2" typeface="Wingdings"/>
              <a:buChar char="q"/>
            </a:pPr>
            <a:r>
              <a:rPr dirty="0" lang="en-US"/>
              <a:t>Linear plots only go in one direction in roughly a straight line.</a:t>
            </a:r>
          </a:p>
          <a:p>
            <a:pPr lvl="1">
              <a:buFont charset="2" panose="05000000000000000000" pitchFamily="2" typeface="Wingdings"/>
              <a:buChar char="q"/>
            </a:pPr>
            <a:r>
              <a:rPr dirty="0" lang="en-US"/>
              <a:t>Nonlinear plots have curvature or go in more than one direction. </a:t>
            </a:r>
            <a:br>
              <a:rPr dirty="0" lang="en-US"/>
            </a:br>
            <a:endParaRPr dirty="0" lang="en-US"/>
          </a:p>
          <a:p>
            <a:pPr>
              <a:buFont charset="2" panose="05000000000000000000" pitchFamily="2" typeface="Wingdings"/>
              <a:buChar char="q"/>
            </a:pPr>
            <a:r>
              <a:rPr dirty="0" lang="en-US"/>
              <a:t>Direction – Positive vs. Negative </a:t>
            </a:r>
          </a:p>
          <a:p>
            <a:pPr lvl="1">
              <a:buFont charset="2" panose="05000000000000000000" pitchFamily="2" typeface="Wingdings"/>
              <a:buChar char="q"/>
            </a:pPr>
            <a:r>
              <a:rPr dirty="0" lang="en-US"/>
              <a:t>Positive correlation means that as x increases, y also increases. </a:t>
            </a:r>
          </a:p>
          <a:p>
            <a:pPr lvl="1">
              <a:buFont charset="2" panose="05000000000000000000" pitchFamily="2" typeface="Wingdings"/>
              <a:buChar char="q"/>
            </a:pPr>
            <a:r>
              <a:rPr dirty="0" lang="en-US"/>
              <a:t>Negative correlation means that as x increases, y decreases. Also called an inverse correlation. </a:t>
            </a:r>
          </a:p>
          <a:p>
            <a:pPr lvl="1">
              <a:buFont charset="2" panose="05000000000000000000" pitchFamily="2" typeface="Wingdings"/>
              <a:buChar char="q"/>
            </a:pPr>
            <a:r>
              <a:rPr dirty="0" lang="en-US"/>
              <a:t>If absolutely no pattern can be seen, then there is no correlation.</a:t>
            </a:r>
            <a:br>
              <a:rPr dirty="0" lang="en-US"/>
            </a:br>
            <a:endParaRPr dirty="0" lang="en-US"/>
          </a:p>
          <a:p>
            <a:pPr>
              <a:buFont charset="2" panose="05000000000000000000" pitchFamily="2" typeface="Wingdings"/>
              <a:buChar char="q"/>
            </a:pPr>
            <a:r>
              <a:rPr dirty="0" lang="en-US"/>
              <a:t>Strength – Weak, Medium, Strong </a:t>
            </a:r>
          </a:p>
          <a:p>
            <a:pPr lvl="1">
              <a:buFont charset="2" panose="05000000000000000000" pitchFamily="2" typeface="Wingdings"/>
              <a:buChar char="q"/>
            </a:pPr>
            <a:r>
              <a:rPr dirty="0" lang="en-US"/>
              <a:t>The stronger the correlation between x and y, the closer the dots fall on an invisible line.</a:t>
            </a:r>
          </a:p>
          <a:p>
            <a:pPr lvl="1">
              <a:buFont charset="2" panose="05000000000000000000" pitchFamily="2" typeface="Wingdings"/>
              <a:buChar char="q"/>
            </a:pPr>
            <a:r>
              <a:rPr dirty="0" lang="en-US"/>
              <a:t>Weaker correlation makes the dots appear widely dispersed. </a:t>
            </a:r>
          </a:p>
          <a:p>
            <a:pPr lvl="1">
              <a:buFont charset="2" panose="05000000000000000000" pitchFamily="2" typeface="Wingdings"/>
              <a:buChar char="q"/>
            </a:pPr>
            <a:r>
              <a:rPr dirty="0" lang="en-US"/>
              <a:t>Do a visual inspection first. Then measure more accurately with the correlation coefficient. </a:t>
            </a:r>
          </a:p>
          <a:p>
            <a:pPr indent="0" marL="0">
              <a:buNone/>
            </a:pPr>
            <a:endParaRPr dirty="0" lang="en-US"/>
          </a:p>
        </p:txBody>
      </p:sp>
      <p:sp>
        <p:nvSpPr>
          <p:cNvPr id="4" name="Footer Placeholder 3">
            <a:extLst>
              <a:ext uri="{FF2B5EF4-FFF2-40B4-BE49-F238E27FC236}">
                <a16:creationId xmlns:a16="http://schemas.microsoft.com/office/drawing/2014/main" id="{297E9A1A-4861-6A79-AA68-C3A324E60319}"/>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36300ECB-285E-B410-1739-B7F8C98A82BA}"/>
              </a:ext>
            </a:extLst>
          </p:cNvPr>
          <p:cNvSpPr>
            <a:spLocks noGrp="1"/>
          </p:cNvSpPr>
          <p:nvPr>
            <p:ph idx="12" sz="quarter" type="sldNum"/>
          </p:nvPr>
        </p:nvSpPr>
        <p:spPr/>
        <p:txBody>
          <a:bodyPr/>
          <a:lstStyle/>
          <a:p>
            <a:fld id="{330EA680-D336-4FF7-8B7A-9848BB0A1C32}" type="slidenum">
              <a:rPr lang="en-US" smtClean="0">
                <a:solidFill>
                  <a:srgbClr val="000000"/>
                </a:solidFill>
              </a:rPr>
              <a:t>6</a:t>
            </a:fld>
            <a:endParaRPr dirty="0" lang="en-US"/>
          </a:p>
        </p:txBody>
      </p:sp>
    </p:spTree>
    <p:extLst>
      <p:ext uri="{BB962C8B-B14F-4D97-AF65-F5344CB8AC3E}">
        <p14:creationId xmlns:p14="http://schemas.microsoft.com/office/powerpoint/2010/main" val="263496471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84E1-20A1-F26A-BC00-99E9CF03CB82}"/>
              </a:ext>
            </a:extLst>
          </p:cNvPr>
          <p:cNvSpPr>
            <a:spLocks noGrp="1"/>
          </p:cNvSpPr>
          <p:nvPr>
            <p:ph type="title"/>
          </p:nvPr>
        </p:nvSpPr>
        <p:spPr>
          <a:xfrm>
            <a:off x="268705" y="50801"/>
            <a:ext cx="10515600" cy="1325563"/>
          </a:xfrm>
        </p:spPr>
        <p:txBody>
          <a:bodyPr/>
          <a:lstStyle/>
          <a:p>
            <a:r>
              <a:rPr dirty="0" lang="en-US"/>
              <a:t>Form</a:t>
            </a:r>
          </a:p>
        </p:txBody>
      </p:sp>
      <p:sp>
        <p:nvSpPr>
          <p:cNvPr id="3" name="Content Placeholder 2">
            <a:extLst>
              <a:ext uri="{FF2B5EF4-FFF2-40B4-BE49-F238E27FC236}">
                <a16:creationId xmlns:a16="http://schemas.microsoft.com/office/drawing/2014/main" id="{03C905ED-916F-6284-869B-69E95733B824}"/>
              </a:ext>
            </a:extLst>
          </p:cNvPr>
          <p:cNvSpPr>
            <a:spLocks noGrp="1"/>
          </p:cNvSpPr>
          <p:nvPr>
            <p:ph idx="1"/>
          </p:nvPr>
        </p:nvSpPr>
        <p:spPr>
          <a:xfrm>
            <a:off x="838200" y="1276775"/>
            <a:ext cx="4688305" cy="4351338"/>
          </a:xfrm>
        </p:spPr>
        <p:txBody>
          <a:bodyPr/>
          <a:lstStyle/>
          <a:p>
            <a:r>
              <a:rPr dirty="0" lang="en-US"/>
              <a:t>Linear </a:t>
            </a:r>
          </a:p>
        </p:txBody>
      </p:sp>
      <p:sp>
        <p:nvSpPr>
          <p:cNvPr id="4" name="Footer Placeholder 3">
            <a:extLst>
              <a:ext uri="{FF2B5EF4-FFF2-40B4-BE49-F238E27FC236}">
                <a16:creationId xmlns:a16="http://schemas.microsoft.com/office/drawing/2014/main" id="{BFB28768-52B1-1D13-1016-E29E24AF0A0F}"/>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16CAFE5A-0D6C-82C1-2BF7-3A6BD6EDE809}"/>
              </a:ext>
            </a:extLst>
          </p:cNvPr>
          <p:cNvSpPr>
            <a:spLocks noGrp="1"/>
          </p:cNvSpPr>
          <p:nvPr>
            <p:ph idx="12" sz="quarter" type="sldNum"/>
          </p:nvPr>
        </p:nvSpPr>
        <p:spPr/>
        <p:txBody>
          <a:bodyPr/>
          <a:lstStyle/>
          <a:p>
            <a:fld id="{330EA680-D336-4FF7-8B7A-9848BB0A1C32}" type="slidenum">
              <a:rPr lang="en-US" smtClean="0">
                <a:solidFill>
                  <a:srgbClr val="000000"/>
                </a:solidFill>
              </a:rPr>
              <a:t>7</a:t>
            </a:fld>
            <a:endParaRPr dirty="0" lang="en-US"/>
          </a:p>
        </p:txBody>
      </p:sp>
      <p:sp>
        <p:nvSpPr>
          <p:cNvPr id="6" name="Content Placeholder 2">
            <a:extLst>
              <a:ext uri="{FF2B5EF4-FFF2-40B4-BE49-F238E27FC236}">
                <a16:creationId xmlns:a16="http://schemas.microsoft.com/office/drawing/2014/main" id="{DAD50CA9-AC18-EB19-1043-A7CB56E6AC8E}"/>
              </a:ext>
            </a:extLst>
          </p:cNvPr>
          <p:cNvSpPr txBox="1">
            <a:spLocks/>
          </p:cNvSpPr>
          <p:nvPr/>
        </p:nvSpPr>
        <p:spPr>
          <a:xfrm>
            <a:off x="6477000" y="1376364"/>
            <a:ext cx="4688305" cy="4351338"/>
          </a:xfrm>
          <a:prstGeom prst="rect">
            <a:avLst/>
          </a:prstGeom>
        </p:spPr>
        <p:txBody>
          <a:bodyPr bIns="45720" lIns="91440" rIns="91440" rtlCol="0" tIns="45720" vert="horz">
            <a:normAutofit/>
          </a:bodyPr>
          <a:lst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dirty="0" lang="en-US"/>
              <a:t>Non-Linear </a:t>
            </a:r>
          </a:p>
        </p:txBody>
      </p:sp>
      <p:pic>
        <p:nvPicPr>
          <p:cNvPr id="8" name="Picture 7" descr="linear plots">
            <a:extLst>
              <a:ext uri="{FF2B5EF4-FFF2-40B4-BE49-F238E27FC236}">
                <a16:creationId xmlns:a16="http://schemas.microsoft.com/office/drawing/2014/main" id="{8BA3974F-0AE5-AAA2-5FE4-FFD27EDCF2F6}"/>
              </a:ext>
            </a:extLst>
          </p:cNvPr>
          <p:cNvPicPr>
            <a:picLocks noChangeAspect="1"/>
          </p:cNvPicPr>
          <p:nvPr/>
        </p:nvPicPr>
        <p:blipFill>
          <a:blip r:embed="rId2"/>
          <a:stretch>
            <a:fillRect/>
          </a:stretch>
        </p:blipFill>
        <p:spPr>
          <a:xfrm>
            <a:off x="838200" y="1798122"/>
            <a:ext cx="4500212" cy="2146670"/>
          </a:xfrm>
          <a:prstGeom prst="rect">
            <a:avLst/>
          </a:prstGeom>
        </p:spPr>
      </p:pic>
      <p:pic>
        <p:nvPicPr>
          <p:cNvPr id="10" name="Picture 9" descr="linear plots">
            <a:extLst>
              <a:ext uri="{FF2B5EF4-FFF2-40B4-BE49-F238E27FC236}">
                <a16:creationId xmlns:a16="http://schemas.microsoft.com/office/drawing/2014/main" id="{97D09FBE-8130-6E16-6705-9C36139A905B}"/>
              </a:ext>
            </a:extLst>
          </p:cNvPr>
          <p:cNvPicPr>
            <a:picLocks noChangeAspect="1"/>
          </p:cNvPicPr>
          <p:nvPr/>
        </p:nvPicPr>
        <p:blipFill>
          <a:blip r:embed="rId3"/>
          <a:stretch>
            <a:fillRect/>
          </a:stretch>
        </p:blipFill>
        <p:spPr>
          <a:xfrm>
            <a:off x="838200" y="4052311"/>
            <a:ext cx="4500212" cy="2230002"/>
          </a:xfrm>
          <a:prstGeom prst="rect">
            <a:avLst/>
          </a:prstGeom>
        </p:spPr>
      </p:pic>
      <p:pic>
        <p:nvPicPr>
          <p:cNvPr id="12" name="Picture 11" descr="nonlinear plot">
            <a:extLst>
              <a:ext uri="{FF2B5EF4-FFF2-40B4-BE49-F238E27FC236}">
                <a16:creationId xmlns:a16="http://schemas.microsoft.com/office/drawing/2014/main" id="{7E92CC5A-0A6F-56B3-A9AC-276A7D2FBC2F}"/>
              </a:ext>
            </a:extLst>
          </p:cNvPr>
          <p:cNvPicPr>
            <a:picLocks noChangeAspect="1"/>
          </p:cNvPicPr>
          <p:nvPr/>
        </p:nvPicPr>
        <p:blipFill>
          <a:blip r:embed="rId4"/>
          <a:stretch>
            <a:fillRect/>
          </a:stretch>
        </p:blipFill>
        <p:spPr>
          <a:xfrm>
            <a:off x="6477000" y="1830126"/>
            <a:ext cx="3236216" cy="3028766"/>
          </a:xfrm>
          <a:prstGeom prst="rect">
            <a:avLst/>
          </a:prstGeom>
        </p:spPr>
      </p:pic>
      <p:pic>
        <p:nvPicPr>
          <p:cNvPr id="14" name="Picture 13" descr="nonlinear plot ">
            <a:extLst>
              <a:ext uri="{FF2B5EF4-FFF2-40B4-BE49-F238E27FC236}">
                <a16:creationId xmlns:a16="http://schemas.microsoft.com/office/drawing/2014/main" id="{7D7FC15A-916B-2381-40D5-547CA0DAE4DD}"/>
              </a:ext>
            </a:extLst>
          </p:cNvPr>
          <p:cNvPicPr>
            <a:picLocks noChangeAspect="1"/>
          </p:cNvPicPr>
          <p:nvPr/>
        </p:nvPicPr>
        <p:blipFill>
          <a:blip r:embed="rId5"/>
          <a:stretch>
            <a:fillRect/>
          </a:stretch>
        </p:blipFill>
        <p:spPr>
          <a:xfrm>
            <a:off x="9255596" y="3886020"/>
            <a:ext cx="2635754" cy="2470330"/>
          </a:xfrm>
          <a:prstGeom prst="rect">
            <a:avLst/>
          </a:prstGeom>
        </p:spPr>
      </p:pic>
    </p:spTree>
    <p:extLst>
      <p:ext uri="{BB962C8B-B14F-4D97-AF65-F5344CB8AC3E}">
        <p14:creationId xmlns:p14="http://schemas.microsoft.com/office/powerpoint/2010/main" val="2672082697"/>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7AB5-D652-9BCF-C315-B1B92E42A310}"/>
              </a:ext>
            </a:extLst>
          </p:cNvPr>
          <p:cNvSpPr>
            <a:spLocks noGrp="1"/>
          </p:cNvSpPr>
          <p:nvPr>
            <p:ph type="title"/>
          </p:nvPr>
        </p:nvSpPr>
        <p:spPr>
          <a:xfrm>
            <a:off x="268706" y="136525"/>
            <a:ext cx="10515600" cy="1009651"/>
          </a:xfrm>
        </p:spPr>
        <p:txBody>
          <a:bodyPr/>
          <a:lstStyle/>
          <a:p>
            <a:r>
              <a:rPr dirty="0" lang="en-US"/>
              <a:t>Direction </a:t>
            </a:r>
          </a:p>
        </p:txBody>
      </p:sp>
      <p:sp>
        <p:nvSpPr>
          <p:cNvPr id="3" name="Content Placeholder 2">
            <a:extLst>
              <a:ext uri="{FF2B5EF4-FFF2-40B4-BE49-F238E27FC236}">
                <a16:creationId xmlns:a16="http://schemas.microsoft.com/office/drawing/2014/main" id="{70E69D1B-A76F-8655-5381-641ADA686163}"/>
              </a:ext>
            </a:extLst>
          </p:cNvPr>
          <p:cNvSpPr>
            <a:spLocks noGrp="1"/>
          </p:cNvSpPr>
          <p:nvPr>
            <p:ph idx="1"/>
          </p:nvPr>
        </p:nvSpPr>
        <p:spPr>
          <a:xfrm>
            <a:off x="838200" y="1253331"/>
            <a:ext cx="5257800" cy="4351338"/>
          </a:xfrm>
        </p:spPr>
        <p:txBody>
          <a:bodyPr/>
          <a:lstStyle/>
          <a:p>
            <a:r>
              <a:rPr dirty="0" lang="en-US"/>
              <a:t>Positive </a:t>
            </a:r>
          </a:p>
        </p:txBody>
      </p:sp>
      <p:sp>
        <p:nvSpPr>
          <p:cNvPr id="4" name="Footer Placeholder 3">
            <a:extLst>
              <a:ext uri="{FF2B5EF4-FFF2-40B4-BE49-F238E27FC236}">
                <a16:creationId xmlns:a16="http://schemas.microsoft.com/office/drawing/2014/main" id="{486C74B5-4C08-30A3-96F3-DD2C0766204B}"/>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2438F98F-B72E-91A8-90EE-7BD1DBF3FFCC}"/>
              </a:ext>
            </a:extLst>
          </p:cNvPr>
          <p:cNvSpPr>
            <a:spLocks noGrp="1"/>
          </p:cNvSpPr>
          <p:nvPr>
            <p:ph idx="12" sz="quarter" type="sldNum"/>
          </p:nvPr>
        </p:nvSpPr>
        <p:spPr/>
        <p:txBody>
          <a:bodyPr/>
          <a:lstStyle/>
          <a:p>
            <a:fld id="{330EA680-D336-4FF7-8B7A-9848BB0A1C32}" type="slidenum">
              <a:rPr lang="en-US" smtClean="0">
                <a:solidFill>
                  <a:srgbClr val="000000"/>
                </a:solidFill>
              </a:rPr>
              <a:t>8</a:t>
            </a:fld>
            <a:endParaRPr dirty="0" lang="en-US"/>
          </a:p>
        </p:txBody>
      </p:sp>
      <p:sp>
        <p:nvSpPr>
          <p:cNvPr id="6" name="Content Placeholder 2">
            <a:extLst>
              <a:ext uri="{FF2B5EF4-FFF2-40B4-BE49-F238E27FC236}">
                <a16:creationId xmlns:a16="http://schemas.microsoft.com/office/drawing/2014/main" id="{81DF9BAD-E009-6892-BB91-70F2CC1568AC}"/>
              </a:ext>
            </a:extLst>
          </p:cNvPr>
          <p:cNvSpPr txBox="1">
            <a:spLocks/>
          </p:cNvSpPr>
          <p:nvPr/>
        </p:nvSpPr>
        <p:spPr>
          <a:xfrm>
            <a:off x="6204284" y="1253331"/>
            <a:ext cx="5257800" cy="4351338"/>
          </a:xfrm>
          <a:prstGeom prst="rect">
            <a:avLst/>
          </a:prstGeom>
        </p:spPr>
        <p:txBody>
          <a:bodyPr bIns="45720" lIns="91440" rIns="91440" rtlCol="0" tIns="45720" vert="horz">
            <a:normAutofit/>
          </a:bodyPr>
          <a:lst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dirty="0" lang="en-US"/>
              <a:t>Negative </a:t>
            </a:r>
          </a:p>
        </p:txBody>
      </p:sp>
      <p:pic>
        <p:nvPicPr>
          <p:cNvPr id="8" name="Picture 7" descr="positive correlation ">
            <a:extLst>
              <a:ext uri="{FF2B5EF4-FFF2-40B4-BE49-F238E27FC236}">
                <a16:creationId xmlns:a16="http://schemas.microsoft.com/office/drawing/2014/main" id="{FD2A603B-A4E3-B053-E560-47EBA83EA596}"/>
              </a:ext>
            </a:extLst>
          </p:cNvPr>
          <p:cNvPicPr>
            <a:picLocks noChangeAspect="1"/>
          </p:cNvPicPr>
          <p:nvPr/>
        </p:nvPicPr>
        <p:blipFill>
          <a:blip r:embed="rId2"/>
          <a:stretch>
            <a:fillRect/>
          </a:stretch>
        </p:blipFill>
        <p:spPr>
          <a:xfrm>
            <a:off x="838200" y="1825625"/>
            <a:ext cx="4394287" cy="4262553"/>
          </a:xfrm>
          <a:prstGeom prst="rect">
            <a:avLst/>
          </a:prstGeom>
        </p:spPr>
      </p:pic>
      <p:pic>
        <p:nvPicPr>
          <p:cNvPr id="10" name="Picture 9" descr="negative correlation ">
            <a:extLst>
              <a:ext uri="{FF2B5EF4-FFF2-40B4-BE49-F238E27FC236}">
                <a16:creationId xmlns:a16="http://schemas.microsoft.com/office/drawing/2014/main" id="{DEA396C6-251A-85D5-808A-EE7CF7E7395A}"/>
              </a:ext>
            </a:extLst>
          </p:cNvPr>
          <p:cNvPicPr>
            <a:picLocks noChangeAspect="1"/>
          </p:cNvPicPr>
          <p:nvPr/>
        </p:nvPicPr>
        <p:blipFill>
          <a:blip r:embed="rId3"/>
          <a:stretch>
            <a:fillRect/>
          </a:stretch>
        </p:blipFill>
        <p:spPr>
          <a:xfrm>
            <a:off x="6288912" y="1825625"/>
            <a:ext cx="4495394" cy="4252904"/>
          </a:xfrm>
          <a:prstGeom prst="rect">
            <a:avLst/>
          </a:prstGeom>
        </p:spPr>
      </p:pic>
    </p:spTree>
    <p:extLst>
      <p:ext uri="{BB962C8B-B14F-4D97-AF65-F5344CB8AC3E}">
        <p14:creationId xmlns:p14="http://schemas.microsoft.com/office/powerpoint/2010/main" val="3891647373"/>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6A3C8-D766-DB5A-694A-F340F4261084}"/>
              </a:ext>
            </a:extLst>
          </p:cNvPr>
          <p:cNvSpPr>
            <a:spLocks noGrp="1"/>
          </p:cNvSpPr>
          <p:nvPr>
            <p:ph type="title"/>
          </p:nvPr>
        </p:nvSpPr>
        <p:spPr>
          <a:xfrm>
            <a:off x="175470" y="136525"/>
            <a:ext cx="10515600" cy="952751"/>
          </a:xfrm>
        </p:spPr>
        <p:txBody>
          <a:bodyPr/>
          <a:lstStyle/>
          <a:p>
            <a:r>
              <a:rPr dirty="0" lang="en-US"/>
              <a:t>Strength (Visual) </a:t>
            </a:r>
          </a:p>
        </p:txBody>
      </p:sp>
      <p:pic>
        <p:nvPicPr>
          <p:cNvPr id="7" name="Content Placeholder 6" descr="correlation strength examples ">
            <a:extLst>
              <a:ext uri="{FF2B5EF4-FFF2-40B4-BE49-F238E27FC236}">
                <a16:creationId xmlns:a16="http://schemas.microsoft.com/office/drawing/2014/main" id="{1ABB6D1D-459B-D495-9F5D-2DEF6ED8B55A}"/>
              </a:ext>
            </a:extLst>
          </p:cNvPr>
          <p:cNvPicPr>
            <a:picLocks noChangeAspect="1" noGrp="1"/>
          </p:cNvPicPr>
          <p:nvPr>
            <p:ph idx="1"/>
          </p:nvPr>
        </p:nvPicPr>
        <p:blipFill>
          <a:blip r:embed="rId2"/>
          <a:stretch>
            <a:fillRect/>
          </a:stretch>
        </p:blipFill>
        <p:spPr>
          <a:xfrm>
            <a:off x="2272315" y="999067"/>
            <a:ext cx="7242714" cy="5357283"/>
          </a:xfrm>
          <a:prstGeom prst="rect">
            <a:avLst/>
          </a:prstGeom>
        </p:spPr>
      </p:pic>
      <p:sp>
        <p:nvSpPr>
          <p:cNvPr id="4" name="Footer Placeholder 3">
            <a:extLst>
              <a:ext uri="{FF2B5EF4-FFF2-40B4-BE49-F238E27FC236}">
                <a16:creationId xmlns:a16="http://schemas.microsoft.com/office/drawing/2014/main" id="{B83D0515-B4BC-77D5-0121-DCA48714B339}"/>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75C5F428-4F45-1416-B72B-9E5942DD9888}"/>
              </a:ext>
            </a:extLst>
          </p:cNvPr>
          <p:cNvSpPr>
            <a:spLocks noGrp="1"/>
          </p:cNvSpPr>
          <p:nvPr>
            <p:ph idx="12" sz="quarter" type="sldNum"/>
          </p:nvPr>
        </p:nvSpPr>
        <p:spPr/>
        <p:txBody>
          <a:bodyPr/>
          <a:lstStyle/>
          <a:p>
            <a:fld id="{330EA680-D336-4FF7-8B7A-9848BB0A1C32}" type="slidenum">
              <a:rPr lang="en-US" smtClean="0">
                <a:solidFill>
                  <a:srgbClr val="000000"/>
                </a:solidFill>
              </a:rPr>
              <a:t>9</a:t>
            </a:fld>
            <a:endParaRPr dirty="0" lang="en-US"/>
          </a:p>
        </p:txBody>
      </p:sp>
    </p:spTree>
    <p:extLst>
      <p:ext uri="{BB962C8B-B14F-4D97-AF65-F5344CB8AC3E}">
        <p14:creationId xmlns:p14="http://schemas.microsoft.com/office/powerpoint/2010/main" val="3523889912"/>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C83F5-CC6A-FC3F-07D9-C9A7C8BDB531}"/>
              </a:ext>
            </a:extLst>
          </p:cNvPr>
          <p:cNvSpPr>
            <a:spLocks noGrp="1"/>
          </p:cNvSpPr>
          <p:nvPr>
            <p:ph type="title"/>
          </p:nvPr>
        </p:nvSpPr>
        <p:spPr/>
        <p:txBody>
          <a:bodyPr/>
          <a:lstStyle/>
          <a:p>
            <a:r>
              <a:rPr dirty="0" lang="en-US"/>
              <a:t>Visual Inspection of Strength </a:t>
            </a:r>
          </a:p>
        </p:txBody>
      </p:sp>
      <p:pic>
        <p:nvPicPr>
          <p:cNvPr id="7" name="Content Placeholder 6" descr="iris data set ">
            <a:extLst>
              <a:ext uri="{FF2B5EF4-FFF2-40B4-BE49-F238E27FC236}">
                <a16:creationId xmlns:a16="http://schemas.microsoft.com/office/drawing/2014/main" id="{B29548EE-5089-4D42-1DE8-B14B40555739}"/>
              </a:ext>
            </a:extLst>
          </p:cNvPr>
          <p:cNvPicPr>
            <a:picLocks noChangeAspect="1" noGrp="1"/>
          </p:cNvPicPr>
          <p:nvPr>
            <p:ph idx="1"/>
          </p:nvPr>
        </p:nvPicPr>
        <p:blipFill>
          <a:blip r:embed="rId2"/>
          <a:stretch>
            <a:fillRect/>
          </a:stretch>
        </p:blipFill>
        <p:spPr>
          <a:xfrm>
            <a:off x="155920" y="2500358"/>
            <a:ext cx="5665613" cy="3770647"/>
          </a:xfrm>
          <a:prstGeom prst="rect">
            <a:avLst/>
          </a:prstGeom>
        </p:spPr>
      </p:pic>
      <p:sp>
        <p:nvSpPr>
          <p:cNvPr id="4" name="Footer Placeholder 3">
            <a:extLst>
              <a:ext uri="{FF2B5EF4-FFF2-40B4-BE49-F238E27FC236}">
                <a16:creationId xmlns:a16="http://schemas.microsoft.com/office/drawing/2014/main" id="{77B137CB-C12B-662E-1742-519F6AE997D8}"/>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6C956050-48FF-3C32-7171-798FC92460C9}"/>
              </a:ext>
            </a:extLst>
          </p:cNvPr>
          <p:cNvSpPr>
            <a:spLocks noGrp="1"/>
          </p:cNvSpPr>
          <p:nvPr>
            <p:ph idx="12" sz="quarter" type="sldNum"/>
          </p:nvPr>
        </p:nvSpPr>
        <p:spPr/>
        <p:txBody>
          <a:bodyPr/>
          <a:lstStyle/>
          <a:p>
            <a:fld id="{330EA680-D336-4FF7-8B7A-9848BB0A1C32}" type="slidenum">
              <a:rPr lang="en-US" smtClean="0">
                <a:solidFill>
                  <a:srgbClr val="000000"/>
                </a:solidFill>
              </a:rPr>
              <a:t>10</a:t>
            </a:fld>
            <a:endParaRPr dirty="0" lang="en-US"/>
          </a:p>
        </p:txBody>
      </p:sp>
      <p:pic>
        <p:nvPicPr>
          <p:cNvPr id="9" name="Picture 8" descr="iris data set ">
            <a:extLst>
              <a:ext uri="{FF2B5EF4-FFF2-40B4-BE49-F238E27FC236}">
                <a16:creationId xmlns:a16="http://schemas.microsoft.com/office/drawing/2014/main" id="{F831AF14-FB4A-947C-FABF-0267B7CBB9C0}"/>
              </a:ext>
            </a:extLst>
          </p:cNvPr>
          <p:cNvPicPr>
            <a:picLocks noChangeAspect="1"/>
          </p:cNvPicPr>
          <p:nvPr/>
        </p:nvPicPr>
        <p:blipFill>
          <a:blip r:embed="rId3"/>
          <a:stretch>
            <a:fillRect/>
          </a:stretch>
        </p:blipFill>
        <p:spPr>
          <a:xfrm>
            <a:off x="6011282" y="2491232"/>
            <a:ext cx="5948107" cy="3788898"/>
          </a:xfrm>
          <a:prstGeom prst="rect">
            <a:avLst/>
          </a:prstGeom>
        </p:spPr>
      </p:pic>
      <p:sp>
        <p:nvSpPr>
          <p:cNvPr id="11" name="TextBox 10">
            <a:extLst>
              <a:ext uri="{FF2B5EF4-FFF2-40B4-BE49-F238E27FC236}">
                <a16:creationId xmlns:a16="http://schemas.microsoft.com/office/drawing/2014/main" id="{DE02A36A-47BE-EAC2-BA84-C9E3F66BE868}"/>
              </a:ext>
            </a:extLst>
          </p:cNvPr>
          <p:cNvSpPr txBox="1"/>
          <p:nvPr/>
        </p:nvSpPr>
        <p:spPr>
          <a:xfrm>
            <a:off x="838200" y="1412150"/>
            <a:ext cx="10692064" cy="923330"/>
          </a:xfrm>
          <a:prstGeom prst="rect">
            <a:avLst/>
          </a:prstGeom>
          <a:noFill/>
        </p:spPr>
        <p:txBody>
          <a:bodyPr wrap="square">
            <a:spAutoFit/>
          </a:bodyPr>
          <a:lstStyle/>
          <a:p>
            <a:r>
              <a:rPr dirty="0" lang="en-US"/>
              <a:t>The strength of a scatterplot can be difficult to determine by sight alone. To measure the strength of the relationship between x and y, a visual inspection is not sufficient. We must compute the correlation coefficient, r. </a:t>
            </a:r>
          </a:p>
        </p:txBody>
      </p:sp>
    </p:spTree>
    <p:extLst>
      <p:ext uri="{BB962C8B-B14F-4D97-AF65-F5344CB8AC3E}">
        <p14:creationId xmlns:p14="http://schemas.microsoft.com/office/powerpoint/2010/main" val="295345860"/>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61E5B-41FD-4D73-5571-7B4C74AE5632}"/>
              </a:ext>
            </a:extLst>
          </p:cNvPr>
          <p:cNvSpPr>
            <a:spLocks noGrp="1"/>
          </p:cNvSpPr>
          <p:nvPr>
            <p:ph type="title"/>
          </p:nvPr>
        </p:nvSpPr>
        <p:spPr/>
        <p:txBody>
          <a:bodyPr/>
          <a:lstStyle/>
          <a:p>
            <a:r>
              <a:rPr dirty="0" lang="en-US"/>
              <a:t>The Correlation Coefficient = r </a:t>
            </a:r>
          </a:p>
        </p:txBody>
      </p:sp>
      <p:pic>
        <p:nvPicPr>
          <p:cNvPr id="7" name="Content Placeholder 6" descr="equation for r">
            <a:extLst>
              <a:ext uri="{FF2B5EF4-FFF2-40B4-BE49-F238E27FC236}">
                <a16:creationId xmlns:a16="http://schemas.microsoft.com/office/drawing/2014/main" id="{083DE327-33D5-F265-C5EB-EC7AB6C1D91D}"/>
              </a:ext>
            </a:extLst>
          </p:cNvPr>
          <p:cNvPicPr>
            <a:picLocks noChangeAspect="1" noGrp="1"/>
          </p:cNvPicPr>
          <p:nvPr>
            <p:ph idx="1"/>
          </p:nvPr>
        </p:nvPicPr>
        <p:blipFill>
          <a:blip r:embed="rId2"/>
          <a:stretch>
            <a:fillRect/>
          </a:stretch>
        </p:blipFill>
        <p:spPr>
          <a:xfrm>
            <a:off x="947562" y="1508594"/>
            <a:ext cx="6175133" cy="1576629"/>
          </a:xfrm>
          <a:prstGeom prst="rect">
            <a:avLst/>
          </a:prstGeom>
        </p:spPr>
      </p:pic>
      <p:sp>
        <p:nvSpPr>
          <p:cNvPr id="4" name="Footer Placeholder 3">
            <a:extLst>
              <a:ext uri="{FF2B5EF4-FFF2-40B4-BE49-F238E27FC236}">
                <a16:creationId xmlns:a16="http://schemas.microsoft.com/office/drawing/2014/main" id="{B1EF600D-ADB8-F50E-135D-4AF7258881CE}"/>
              </a:ext>
            </a:extLst>
          </p:cNvPr>
          <p:cNvSpPr>
            <a:spLocks noGrp="1"/>
          </p:cNvSpPr>
          <p:nvPr>
            <p:ph idx="11" sz="quarter" type="ftr"/>
          </p:nvPr>
        </p:nvSpPr>
        <p:spPr/>
        <p:txBody>
          <a:bodyPr/>
          <a:lstStyle/>
          <a:p>
            <a:r>
              <a:rPr dirty="0" lang="en-US"/>
              <a:t>STAT 2332 | Bowen C.</a:t>
            </a:r>
          </a:p>
        </p:txBody>
      </p:sp>
      <p:sp>
        <p:nvSpPr>
          <p:cNvPr id="5" name="Slide Number Placeholder 4">
            <a:extLst>
              <a:ext uri="{FF2B5EF4-FFF2-40B4-BE49-F238E27FC236}">
                <a16:creationId xmlns:a16="http://schemas.microsoft.com/office/drawing/2014/main" id="{9EB12CB8-5E3C-6C82-3B51-B97761F1943A}"/>
              </a:ext>
            </a:extLst>
          </p:cNvPr>
          <p:cNvSpPr>
            <a:spLocks noGrp="1"/>
          </p:cNvSpPr>
          <p:nvPr>
            <p:ph idx="12" sz="quarter" type="sldNum"/>
          </p:nvPr>
        </p:nvSpPr>
        <p:spPr/>
        <p:txBody>
          <a:bodyPr/>
          <a:lstStyle/>
          <a:p>
            <a:fld id="{330EA680-D336-4FF7-8B7A-9848BB0A1C32}" type="slidenum">
              <a:rPr lang="en-US" smtClean="0"/>
              <a:t>11</a:t>
            </a:fld>
            <a:endParaRPr dirty="0" lang="en-US"/>
          </a:p>
        </p:txBody>
      </p:sp>
      <p:sp>
        <p:nvSpPr>
          <p:cNvPr id="9" name="TextBox 8">
            <a:extLst>
              <a:ext uri="{FF2B5EF4-FFF2-40B4-BE49-F238E27FC236}">
                <a16:creationId xmlns:a16="http://schemas.microsoft.com/office/drawing/2014/main" id="{D6EE2441-4022-F0A7-D551-80A6C9261C5C}"/>
              </a:ext>
            </a:extLst>
          </p:cNvPr>
          <p:cNvSpPr txBox="1"/>
          <p:nvPr/>
        </p:nvSpPr>
        <p:spPr>
          <a:xfrm>
            <a:off x="866811" y="3195425"/>
            <a:ext cx="10631905" cy="1754326"/>
          </a:xfrm>
          <a:prstGeom prst="rect">
            <a:avLst/>
          </a:prstGeom>
          <a:noFill/>
        </p:spPr>
        <p:txBody>
          <a:bodyPr wrap="square">
            <a:spAutoFit/>
          </a:bodyPr>
          <a:lstStyle/>
          <a:p>
            <a:pPr indent="-285750" marL="285750">
              <a:buFont charset="2" panose="05000000000000000000" pitchFamily="2" typeface="Wingdings"/>
              <a:buChar char="q"/>
            </a:pPr>
            <a:r>
              <a:rPr dirty="0" lang="en-US"/>
              <a:t>r tells us the strength and direction of the relationship between x and y. </a:t>
            </a:r>
          </a:p>
          <a:p>
            <a:pPr indent="-285750" marL="285750">
              <a:buFont charset="2" panose="05000000000000000000" pitchFamily="2" typeface="Wingdings"/>
              <a:buChar char="q"/>
            </a:pPr>
            <a:r>
              <a:rPr dirty="0" lang="en-US"/>
              <a:t>r is always between -1 and 1 [rounded to 3 decimal places]. </a:t>
            </a:r>
          </a:p>
          <a:p>
            <a:pPr indent="-285750" marL="285750">
              <a:buFont charset="2" panose="05000000000000000000" pitchFamily="2" typeface="Wingdings"/>
              <a:buChar char="q"/>
            </a:pPr>
            <a:r>
              <a:rPr dirty="0" lang="en-US"/>
              <a:t>r will remain the same regardless of the units of x and y. </a:t>
            </a:r>
          </a:p>
          <a:p>
            <a:pPr indent="-285750" marL="285750">
              <a:buFont charset="2" panose="05000000000000000000" pitchFamily="2" typeface="Wingdings"/>
              <a:buChar char="q"/>
            </a:pPr>
            <a:r>
              <a:rPr dirty="0" lang="en-US"/>
              <a:t>r will remain the same even if we were to switch the x and y variables. </a:t>
            </a:r>
          </a:p>
          <a:p>
            <a:pPr indent="-285750" marL="285750">
              <a:buFont charset="2" panose="05000000000000000000" pitchFamily="2" typeface="Wingdings"/>
              <a:buChar char="q"/>
            </a:pPr>
            <a:r>
              <a:rPr dirty="0" lang="en-US"/>
              <a:t>Only use r to measure linear associations, NOT nonlinear ones. </a:t>
            </a:r>
          </a:p>
          <a:p>
            <a:pPr indent="-285750" marL="285750">
              <a:buFont charset="2" panose="05000000000000000000" pitchFamily="2" typeface="Wingdings"/>
              <a:buChar char="q"/>
            </a:pPr>
            <a:r>
              <a:rPr dirty="0" lang="en-US"/>
              <a:t>r is sensitive to outliers (NOT resistant).</a:t>
            </a:r>
          </a:p>
        </p:txBody>
      </p:sp>
      <p:pic>
        <p:nvPicPr>
          <p:cNvPr id="11" name="Picture 10" descr="spectrum of correlation strength ">
            <a:extLst>
              <a:ext uri="{FF2B5EF4-FFF2-40B4-BE49-F238E27FC236}">
                <a16:creationId xmlns:a16="http://schemas.microsoft.com/office/drawing/2014/main" id="{FFF0E2B8-8976-38CE-7BD0-A7820EFECBD0}"/>
              </a:ext>
            </a:extLst>
          </p:cNvPr>
          <p:cNvPicPr>
            <a:picLocks noChangeAspect="1"/>
          </p:cNvPicPr>
          <p:nvPr/>
        </p:nvPicPr>
        <p:blipFill>
          <a:blip r:embed="rId3"/>
          <a:stretch>
            <a:fillRect/>
          </a:stretch>
        </p:blipFill>
        <p:spPr>
          <a:xfrm>
            <a:off x="947562" y="5006826"/>
            <a:ext cx="10828958" cy="1714649"/>
          </a:xfrm>
          <a:prstGeom prst="rect">
            <a:avLst/>
          </a:prstGeom>
        </p:spPr>
      </p:pic>
    </p:spTree>
    <p:extLst>
      <p:ext uri="{BB962C8B-B14F-4D97-AF65-F5344CB8AC3E}">
        <p14:creationId xmlns:p14="http://schemas.microsoft.com/office/powerpoint/2010/main" val="4171457190"/>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E76B3-83F4-7E96-CE4F-E906E7680CBD}"/>
              </a:ext>
            </a:extLst>
          </p:cNvPr>
          <p:cNvSpPr>
            <a:spLocks noGrp="1"/>
          </p:cNvSpPr>
          <p:nvPr>
            <p:ph type="title"/>
          </p:nvPr>
        </p:nvSpPr>
        <p:spPr/>
        <p:txBody>
          <a:bodyPr/>
          <a:lstStyle/>
          <a:p>
            <a:r>
              <a:rPr dirty="0" lang="en-US"/>
              <a:t>Matching Numbers to Words</a:t>
            </a:r>
          </a:p>
        </p:txBody>
      </p:sp>
      <p:pic>
        <p:nvPicPr>
          <p:cNvPr id="7" name="Content Placeholder 6" descr="matching words to numbers of r ">
            <a:extLst>
              <a:ext uri="{FF2B5EF4-FFF2-40B4-BE49-F238E27FC236}">
                <a16:creationId xmlns:a16="http://schemas.microsoft.com/office/drawing/2014/main" id="{69EFA293-9B3E-D39A-3183-BFA30DB3C143}"/>
              </a:ext>
            </a:extLst>
          </p:cNvPr>
          <p:cNvPicPr>
            <a:picLocks noChangeAspect="1" noGrp="1"/>
          </p:cNvPicPr>
          <p:nvPr>
            <p:ph idx="1"/>
          </p:nvPr>
        </p:nvPicPr>
        <p:blipFill>
          <a:blip r:embed="rId2"/>
          <a:stretch>
            <a:fillRect/>
          </a:stretch>
        </p:blipFill>
        <p:spPr>
          <a:xfrm>
            <a:off x="1215249" y="1825625"/>
            <a:ext cx="9761502" cy="4351338"/>
          </a:xfrm>
          <a:prstGeom prst="rect">
            <a:avLst/>
          </a:prstGeom>
        </p:spPr>
      </p:pic>
      <p:sp>
        <p:nvSpPr>
          <p:cNvPr id="4" name="Footer Placeholder 3">
            <a:extLst>
              <a:ext uri="{FF2B5EF4-FFF2-40B4-BE49-F238E27FC236}">
                <a16:creationId xmlns:a16="http://schemas.microsoft.com/office/drawing/2014/main" id="{302D11F0-F933-1EFB-2FFB-F3C373721A9D}"/>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1EFA74F1-B2E5-37D9-72B7-FEDDBE427A27}"/>
              </a:ext>
            </a:extLst>
          </p:cNvPr>
          <p:cNvSpPr>
            <a:spLocks noGrp="1"/>
          </p:cNvSpPr>
          <p:nvPr>
            <p:ph idx="12" sz="quarter" type="sldNum"/>
          </p:nvPr>
        </p:nvSpPr>
        <p:spPr/>
        <p:txBody>
          <a:bodyPr/>
          <a:lstStyle/>
          <a:p>
            <a:fld id="{330EA680-D336-4FF7-8B7A-9848BB0A1C32}" type="slidenum">
              <a:rPr lang="en-US" smtClean="0">
                <a:solidFill>
                  <a:srgbClr val="000000"/>
                </a:solidFill>
              </a:rPr>
              <a:t>12</a:t>
            </a:fld>
            <a:endParaRPr dirty="0" lang="en-US"/>
          </a:p>
        </p:txBody>
      </p:sp>
    </p:spTree>
    <p:extLst>
      <p:ext uri="{BB962C8B-B14F-4D97-AF65-F5344CB8AC3E}">
        <p14:creationId xmlns:p14="http://schemas.microsoft.com/office/powerpoint/2010/main" val="353405173"/>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B7E13-1AE3-DD0A-12EC-ACEB7C1EF36B}"/>
              </a:ext>
            </a:extLst>
          </p:cNvPr>
          <p:cNvSpPr>
            <a:spLocks noGrp="1"/>
          </p:cNvSpPr>
          <p:nvPr>
            <p:ph type="title"/>
          </p:nvPr>
        </p:nvSpPr>
        <p:spPr/>
        <p:txBody>
          <a:bodyPr/>
          <a:lstStyle/>
          <a:p>
            <a:r>
              <a:rPr dirty="0" lang="en-US"/>
              <a:t>Example Plots </a:t>
            </a:r>
          </a:p>
        </p:txBody>
      </p:sp>
      <p:sp>
        <p:nvSpPr>
          <p:cNvPr id="4" name="Footer Placeholder 3">
            <a:extLst>
              <a:ext uri="{FF2B5EF4-FFF2-40B4-BE49-F238E27FC236}">
                <a16:creationId xmlns:a16="http://schemas.microsoft.com/office/drawing/2014/main" id="{191A50B2-36CC-173A-74B3-6F484C6889C0}"/>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73E7C4D6-277A-502E-696A-2CD4C1B7FDC8}"/>
              </a:ext>
            </a:extLst>
          </p:cNvPr>
          <p:cNvSpPr>
            <a:spLocks noGrp="1"/>
          </p:cNvSpPr>
          <p:nvPr>
            <p:ph idx="12" sz="quarter" type="sldNum"/>
          </p:nvPr>
        </p:nvSpPr>
        <p:spPr/>
        <p:txBody>
          <a:bodyPr/>
          <a:lstStyle/>
          <a:p>
            <a:fld id="{330EA680-D336-4FF7-8B7A-9848BB0A1C32}" type="slidenum">
              <a:rPr lang="en-US" smtClean="0">
                <a:solidFill>
                  <a:srgbClr val="000000"/>
                </a:solidFill>
              </a:rPr>
              <a:t>13</a:t>
            </a:fld>
            <a:endParaRPr dirty="0" lang="en-US"/>
          </a:p>
        </p:txBody>
      </p:sp>
      <p:pic>
        <p:nvPicPr>
          <p:cNvPr id="10" name="Content Placeholder 9" descr="spectrum of correlation strength ">
            <a:extLst>
              <a:ext uri="{FF2B5EF4-FFF2-40B4-BE49-F238E27FC236}">
                <a16:creationId xmlns:a16="http://schemas.microsoft.com/office/drawing/2014/main" id="{D6F7A955-AB5A-1CB7-0F33-A9A6C41ED842}"/>
              </a:ext>
            </a:extLst>
          </p:cNvPr>
          <p:cNvPicPr>
            <a:picLocks noChangeAspect="1" noGrp="1"/>
          </p:cNvPicPr>
          <p:nvPr>
            <p:ph idx="1"/>
          </p:nvPr>
        </p:nvPicPr>
        <p:blipFill>
          <a:blip r:embed="rId2">
            <a:extLst>
              <a:ext uri="{28A0092B-C50C-407E-A947-70E740481C1C}">
                <a14:useLocalDpi xmlns:a14="http://schemas.microsoft.com/office/drawing/2010/main" val="0"/>
              </a:ext>
            </a:extLst>
          </a:blip>
          <a:srcRect b="6969" t="6371"/>
          <a:stretch>
            <a:fillRect/>
          </a:stretch>
        </p:blipFill>
        <p:spPr>
          <a:xfrm>
            <a:off x="167561" y="2061275"/>
            <a:ext cx="11856877" cy="3425125"/>
          </a:xfrm>
          <a:prstGeom prst="rect">
            <a:avLst/>
          </a:prstGeom>
        </p:spPr>
      </p:pic>
    </p:spTree>
    <p:extLst>
      <p:ext uri="{BB962C8B-B14F-4D97-AF65-F5344CB8AC3E}">
        <p14:creationId xmlns:p14="http://schemas.microsoft.com/office/powerpoint/2010/main" val="302160154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11C30-0E09-AF5F-139D-E3C84B862161}"/>
              </a:ext>
            </a:extLst>
          </p:cNvPr>
          <p:cNvSpPr>
            <a:spLocks noGrp="1"/>
          </p:cNvSpPr>
          <p:nvPr>
            <p:ph type="title"/>
          </p:nvPr>
        </p:nvSpPr>
        <p:spPr/>
        <p:txBody>
          <a:bodyPr/>
          <a:lstStyle/>
          <a:p>
            <a:r>
              <a:rPr dirty="0" lang="en-US"/>
              <a:t>Measure r ONLY for Linear Plots </a:t>
            </a:r>
          </a:p>
        </p:txBody>
      </p:sp>
      <p:pic>
        <p:nvPicPr>
          <p:cNvPr id="7" name="Content Placeholder 6" descr="nonlinear plots ">
            <a:extLst>
              <a:ext uri="{FF2B5EF4-FFF2-40B4-BE49-F238E27FC236}">
                <a16:creationId xmlns:a16="http://schemas.microsoft.com/office/drawing/2014/main" id="{4E9E369E-DE62-A2F3-A077-965EDAE0596E}"/>
              </a:ext>
            </a:extLst>
          </p:cNvPr>
          <p:cNvPicPr>
            <a:picLocks noChangeAspect="1" noGrp="1"/>
          </p:cNvPicPr>
          <p:nvPr>
            <p:ph idx="1"/>
          </p:nvPr>
        </p:nvPicPr>
        <p:blipFill>
          <a:blip r:embed="rId2"/>
          <a:stretch>
            <a:fillRect/>
          </a:stretch>
        </p:blipFill>
        <p:spPr>
          <a:xfrm>
            <a:off x="330833" y="1691509"/>
            <a:ext cx="8458940" cy="3708997"/>
          </a:xfrm>
          <a:prstGeom prst="rect">
            <a:avLst/>
          </a:prstGeom>
        </p:spPr>
      </p:pic>
      <p:sp>
        <p:nvSpPr>
          <p:cNvPr id="4" name="Footer Placeholder 3">
            <a:extLst>
              <a:ext uri="{FF2B5EF4-FFF2-40B4-BE49-F238E27FC236}">
                <a16:creationId xmlns:a16="http://schemas.microsoft.com/office/drawing/2014/main" id="{5FA1B971-600E-3AFE-9047-892ADFF82F0E}"/>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A17BEAFF-18D3-9BBD-E4D0-0F6E48E91151}"/>
              </a:ext>
            </a:extLst>
          </p:cNvPr>
          <p:cNvSpPr>
            <a:spLocks noGrp="1"/>
          </p:cNvSpPr>
          <p:nvPr>
            <p:ph idx="12" sz="quarter" type="sldNum"/>
          </p:nvPr>
        </p:nvSpPr>
        <p:spPr/>
        <p:txBody>
          <a:bodyPr/>
          <a:lstStyle/>
          <a:p>
            <a:fld id="{330EA680-D336-4FF7-8B7A-9848BB0A1C32}" type="slidenum">
              <a:rPr lang="en-US" smtClean="0">
                <a:solidFill>
                  <a:srgbClr val="000000"/>
                </a:solidFill>
              </a:rPr>
              <a:t>14</a:t>
            </a:fld>
            <a:endParaRPr dirty="0" lang="en-US"/>
          </a:p>
        </p:txBody>
      </p:sp>
      <p:sp>
        <p:nvSpPr>
          <p:cNvPr id="9" name="TextBox 8">
            <a:extLst>
              <a:ext uri="{FF2B5EF4-FFF2-40B4-BE49-F238E27FC236}">
                <a16:creationId xmlns:a16="http://schemas.microsoft.com/office/drawing/2014/main" id="{636E18C5-BF3E-8D4D-58A1-2B7E48B52A04}"/>
              </a:ext>
            </a:extLst>
          </p:cNvPr>
          <p:cNvSpPr txBox="1"/>
          <p:nvPr/>
        </p:nvSpPr>
        <p:spPr>
          <a:xfrm>
            <a:off x="8863914" y="1997839"/>
            <a:ext cx="3071394" cy="2862322"/>
          </a:xfrm>
          <a:prstGeom prst="rect">
            <a:avLst/>
          </a:prstGeom>
          <a:noFill/>
        </p:spPr>
        <p:txBody>
          <a:bodyPr wrap="square">
            <a:spAutoFit/>
          </a:bodyPr>
          <a:lstStyle/>
          <a:p>
            <a:r>
              <a:rPr dirty="0" lang="en-US"/>
              <a:t>These scatterplots clearly display a strong correlation between x and y, but because the relationship is nonlinear, the correlation coefficient is extremely weak and misleading. In this course, we will only analyze bivariate data that form a linear relationship. </a:t>
            </a:r>
          </a:p>
        </p:txBody>
      </p:sp>
    </p:spTree>
    <p:extLst>
      <p:ext uri="{BB962C8B-B14F-4D97-AF65-F5344CB8AC3E}">
        <p14:creationId xmlns:p14="http://schemas.microsoft.com/office/powerpoint/2010/main" val="1471470688"/>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9B3C-53D8-A420-E200-6B8196B43A05}"/>
              </a:ext>
            </a:extLst>
          </p:cNvPr>
          <p:cNvSpPr>
            <a:spLocks noGrp="1"/>
          </p:cNvSpPr>
          <p:nvPr>
            <p:ph type="title"/>
          </p:nvPr>
        </p:nvSpPr>
        <p:spPr/>
        <p:txBody>
          <a:bodyPr/>
          <a:lstStyle/>
          <a:p>
            <a:r>
              <a:rPr dirty="0" lang="en-US"/>
              <a:t>Correlation ≠ Causation </a:t>
            </a:r>
          </a:p>
        </p:txBody>
      </p:sp>
      <p:sp>
        <p:nvSpPr>
          <p:cNvPr id="3" name="Content Placeholder 2">
            <a:extLst>
              <a:ext uri="{FF2B5EF4-FFF2-40B4-BE49-F238E27FC236}">
                <a16:creationId xmlns:a16="http://schemas.microsoft.com/office/drawing/2014/main" id="{B87DC559-43EA-532D-E39E-E4A5ABDB7B4B}"/>
              </a:ext>
            </a:extLst>
          </p:cNvPr>
          <p:cNvSpPr>
            <a:spLocks noGrp="1"/>
          </p:cNvSpPr>
          <p:nvPr>
            <p:ph idx="1"/>
          </p:nvPr>
        </p:nvSpPr>
        <p:spPr/>
        <p:txBody>
          <a:bodyPr/>
          <a:lstStyle/>
          <a:p>
            <a:pPr indent="0" marL="0">
              <a:buNone/>
            </a:pPr>
            <a:r>
              <a:rPr dirty="0" lang="en-US">
                <a:hlinkClick r:id="rId2"/>
              </a:rPr>
              <a:t>Spurious Correlation Example</a:t>
            </a:r>
            <a:r>
              <a:rPr dirty="0" lang="en-US"/>
              <a:t>  </a:t>
            </a:r>
          </a:p>
        </p:txBody>
      </p:sp>
      <p:sp>
        <p:nvSpPr>
          <p:cNvPr id="4" name="Footer Placeholder 3">
            <a:extLst>
              <a:ext uri="{FF2B5EF4-FFF2-40B4-BE49-F238E27FC236}">
                <a16:creationId xmlns:a16="http://schemas.microsoft.com/office/drawing/2014/main" id="{9042EA0C-EC41-F65E-1132-971FBB705715}"/>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9CB56005-44F9-8654-61A0-E1DCD7ADB846}"/>
              </a:ext>
            </a:extLst>
          </p:cNvPr>
          <p:cNvSpPr>
            <a:spLocks noGrp="1"/>
          </p:cNvSpPr>
          <p:nvPr>
            <p:ph idx="12" sz="quarter" type="sldNum"/>
          </p:nvPr>
        </p:nvSpPr>
        <p:spPr/>
        <p:txBody>
          <a:bodyPr/>
          <a:lstStyle/>
          <a:p>
            <a:fld id="{330EA680-D336-4FF7-8B7A-9848BB0A1C32}" type="slidenum">
              <a:rPr lang="en-US" smtClean="0">
                <a:solidFill>
                  <a:srgbClr val="000000"/>
                </a:solidFill>
              </a:rPr>
              <a:t>15</a:t>
            </a:fld>
            <a:endParaRPr dirty="0" lang="en-US"/>
          </a:p>
        </p:txBody>
      </p:sp>
      <p:pic>
        <p:nvPicPr>
          <p:cNvPr id="7" name="Picture 6" descr="spurious correlation example ">
            <a:extLst>
              <a:ext uri="{FF2B5EF4-FFF2-40B4-BE49-F238E27FC236}">
                <a16:creationId xmlns:a16="http://schemas.microsoft.com/office/drawing/2014/main" id="{ABB8DCEB-4C35-7A5E-5F4A-7AA5B6AEB4FD}"/>
              </a:ext>
            </a:extLst>
          </p:cNvPr>
          <p:cNvPicPr>
            <a:picLocks noChangeAspect="1"/>
          </p:cNvPicPr>
          <p:nvPr/>
        </p:nvPicPr>
        <p:blipFill>
          <a:blip r:embed="rId3"/>
          <a:stretch>
            <a:fillRect/>
          </a:stretch>
        </p:blipFill>
        <p:spPr>
          <a:xfrm>
            <a:off x="838200" y="2378365"/>
            <a:ext cx="6058425" cy="3977985"/>
          </a:xfrm>
          <a:prstGeom prst="rect">
            <a:avLst/>
          </a:prstGeom>
        </p:spPr>
      </p:pic>
      <p:pic>
        <p:nvPicPr>
          <p:cNvPr id="8" name="Picture 7" descr="correlated variables on plot example ">
            <a:extLst>
              <a:ext uri="{FF2B5EF4-FFF2-40B4-BE49-F238E27FC236}">
                <a16:creationId xmlns:a16="http://schemas.microsoft.com/office/drawing/2014/main" id="{C4CD8ADC-D9E3-FA4E-96E4-2AFEB81A33DF}"/>
              </a:ext>
            </a:extLst>
          </p:cNvPr>
          <p:cNvPicPr>
            <a:picLocks noChangeAspect="1"/>
          </p:cNvPicPr>
          <p:nvPr/>
        </p:nvPicPr>
        <p:blipFill>
          <a:blip r:embed="rId4"/>
          <a:stretch>
            <a:fillRect/>
          </a:stretch>
        </p:blipFill>
        <p:spPr>
          <a:xfrm>
            <a:off x="7257663" y="2378365"/>
            <a:ext cx="4445833" cy="2224808"/>
          </a:xfrm>
          <a:prstGeom prst="rect">
            <a:avLst/>
          </a:prstGeom>
        </p:spPr>
      </p:pic>
    </p:spTree>
    <p:extLst>
      <p:ext uri="{BB962C8B-B14F-4D97-AF65-F5344CB8AC3E}">
        <p14:creationId xmlns:p14="http://schemas.microsoft.com/office/powerpoint/2010/main" val="468955471"/>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33ED-56F5-1BDB-5FD6-E7E6C89617E6}"/>
              </a:ext>
            </a:extLst>
          </p:cNvPr>
          <p:cNvSpPr>
            <a:spLocks noGrp="1"/>
          </p:cNvSpPr>
          <p:nvPr>
            <p:ph type="title"/>
          </p:nvPr>
        </p:nvSpPr>
        <p:spPr/>
        <p:txBody>
          <a:bodyPr/>
          <a:lstStyle/>
          <a:p>
            <a:r>
              <a:rPr dirty="0" lang="en-US"/>
              <a:t>Confounding </a:t>
            </a:r>
          </a:p>
        </p:txBody>
      </p:sp>
      <p:sp>
        <p:nvSpPr>
          <p:cNvPr id="3" name="Content Placeholder 2">
            <a:extLst>
              <a:ext uri="{FF2B5EF4-FFF2-40B4-BE49-F238E27FC236}">
                <a16:creationId xmlns:a16="http://schemas.microsoft.com/office/drawing/2014/main" id="{5E2E682E-F3A8-CA0B-5FC8-3FAAEF985891}"/>
              </a:ext>
            </a:extLst>
          </p:cNvPr>
          <p:cNvSpPr>
            <a:spLocks noGrp="1"/>
          </p:cNvSpPr>
          <p:nvPr>
            <p:ph idx="1"/>
          </p:nvPr>
        </p:nvSpPr>
        <p:spPr/>
        <p:txBody>
          <a:bodyPr>
            <a:normAutofit fontScale="92500" lnSpcReduction="10000"/>
          </a:bodyPr>
          <a:lstStyle/>
          <a:p>
            <a:pPr indent="0" marL="0">
              <a:buNone/>
            </a:pPr>
            <a:r>
              <a:rPr dirty="0" i="1" lang="en-US"/>
              <a:t>“Confounding occurs when an apparently causal relationship between an exposure (e.g. a treatment) and an outcome is, in reality, distorted by the effect of a third variable (the confounder). ... A classic example of confounding refers to the observed correlation between birth order and the risk of Down syndrome, where the incidence of Down syndrome may seem to be linked directly to the position in birth order (i.e. the more older siblings, the higher the risk of Down syndrome). However, women giving birth to their second or third child are usually older than women giving birth to their first child. Thus, position in birth order is linked to maternal age.”  </a:t>
            </a:r>
            <a:r>
              <a:rPr dirty="0" lang="en-US">
                <a:hlinkClick r:id="rId2"/>
              </a:rPr>
              <a:t>source</a:t>
            </a:r>
            <a:endParaRPr dirty="0" lang="en-US"/>
          </a:p>
          <a:p>
            <a:pPr indent="0" marL="0">
              <a:buNone/>
            </a:pPr>
            <a:r>
              <a:rPr dirty="0" lang="en-US">
                <a:hlinkClick r:id="rId3"/>
              </a:rPr>
              <a:t>5 Real-World Examples of Confounding</a:t>
            </a:r>
            <a:r>
              <a:rPr dirty="0" lang="en-US"/>
              <a:t> </a:t>
            </a:r>
          </a:p>
          <a:p>
            <a:pPr indent="0" marL="0">
              <a:buNone/>
            </a:pPr>
            <a:r>
              <a:rPr dirty="0" lang="en-US">
                <a:hlinkClick r:id="rId4"/>
              </a:rPr>
              <a:t>Causation vs. Correlation Explained</a:t>
            </a:r>
            <a:r>
              <a:rPr dirty="0" lang="en-US"/>
              <a:t> </a:t>
            </a:r>
          </a:p>
        </p:txBody>
      </p:sp>
      <p:sp>
        <p:nvSpPr>
          <p:cNvPr id="4" name="Footer Placeholder 3">
            <a:extLst>
              <a:ext uri="{FF2B5EF4-FFF2-40B4-BE49-F238E27FC236}">
                <a16:creationId xmlns:a16="http://schemas.microsoft.com/office/drawing/2014/main" id="{3A3C7EA3-4BA7-609E-5B56-011343D7427F}"/>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28CC7CEF-41E8-CED2-DE98-944B645A50F1}"/>
              </a:ext>
            </a:extLst>
          </p:cNvPr>
          <p:cNvSpPr>
            <a:spLocks noGrp="1"/>
          </p:cNvSpPr>
          <p:nvPr>
            <p:ph idx="12" sz="quarter" type="sldNum"/>
          </p:nvPr>
        </p:nvSpPr>
        <p:spPr/>
        <p:txBody>
          <a:bodyPr/>
          <a:lstStyle/>
          <a:p>
            <a:fld id="{330EA680-D336-4FF7-8B7A-9848BB0A1C32}" type="slidenum">
              <a:rPr lang="en-US" smtClean="0">
                <a:solidFill>
                  <a:srgbClr val="000000"/>
                </a:solidFill>
              </a:rPr>
              <a:t>16</a:t>
            </a:fld>
            <a:endParaRPr dirty="0" lang="en-US"/>
          </a:p>
        </p:txBody>
      </p:sp>
    </p:spTree>
    <p:extLst>
      <p:ext uri="{BB962C8B-B14F-4D97-AF65-F5344CB8AC3E}">
        <p14:creationId xmlns:p14="http://schemas.microsoft.com/office/powerpoint/2010/main" val="511497581"/>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9FD8A-842A-670C-2C7B-BE482AD5BA27}"/>
              </a:ext>
            </a:extLst>
          </p:cNvPr>
          <p:cNvSpPr>
            <a:spLocks noGrp="1"/>
          </p:cNvSpPr>
          <p:nvPr>
            <p:ph type="title"/>
          </p:nvPr>
        </p:nvSpPr>
        <p:spPr/>
        <p:txBody>
          <a:bodyPr/>
          <a:lstStyle/>
          <a:p>
            <a:r>
              <a:rPr dirty="0" lang="en-US"/>
              <a:t>Good Science </a:t>
            </a:r>
          </a:p>
        </p:txBody>
      </p:sp>
      <p:sp>
        <p:nvSpPr>
          <p:cNvPr id="3" name="Content Placeholder 2">
            <a:extLst>
              <a:ext uri="{FF2B5EF4-FFF2-40B4-BE49-F238E27FC236}">
                <a16:creationId xmlns:a16="http://schemas.microsoft.com/office/drawing/2014/main" id="{FA1EA492-3348-9121-B4FA-C5B2B722C5E7}"/>
              </a:ext>
            </a:extLst>
          </p:cNvPr>
          <p:cNvSpPr>
            <a:spLocks noGrp="1"/>
          </p:cNvSpPr>
          <p:nvPr>
            <p:ph idx="1"/>
          </p:nvPr>
        </p:nvSpPr>
        <p:spPr/>
        <p:txBody>
          <a:bodyPr>
            <a:normAutofit fontScale="70000" lnSpcReduction="20000"/>
          </a:bodyPr>
          <a:lstStyle/>
          <a:p>
            <a:r>
              <a:rPr dirty="0" lang="en-US"/>
              <a:t>Statistics without human intuition and reason is meaningless and harmful. </a:t>
            </a:r>
          </a:p>
          <a:p>
            <a:r>
              <a:rPr dirty="0" lang="en-US"/>
              <a:t>Assuming causation can result in </a:t>
            </a:r>
          </a:p>
          <a:p>
            <a:pPr lvl="1"/>
            <a:r>
              <a:rPr dirty="0" lang="en-US"/>
              <a:t>pseudoscience, </a:t>
            </a:r>
          </a:p>
          <a:p>
            <a:pPr lvl="1"/>
            <a:r>
              <a:rPr dirty="0" lang="en-US"/>
              <a:t>harmful stereotypes against people, </a:t>
            </a:r>
          </a:p>
          <a:p>
            <a:pPr lvl="1"/>
            <a:r>
              <a:rPr dirty="0" lang="en-US"/>
              <a:t>medical myths, </a:t>
            </a:r>
          </a:p>
          <a:p>
            <a:pPr lvl="1"/>
            <a:r>
              <a:rPr dirty="0" lang="en-US"/>
              <a:t>overall poor decision making. </a:t>
            </a:r>
          </a:p>
          <a:p>
            <a:r>
              <a:rPr dirty="0" lang="en-US"/>
              <a:t>Explore more deeply! Ask questions! Look beyond the graph! </a:t>
            </a:r>
          </a:p>
          <a:p>
            <a:r>
              <a:rPr dirty="0" lang="en-US"/>
              <a:t>Search for confounders. A confounder is a (sometimes hidden) third variable, related to both x and y, that can be the true causal agent. </a:t>
            </a:r>
          </a:p>
          <a:p>
            <a:r>
              <a:rPr dirty="0" lang="en-US"/>
              <a:t>Assuming that correlation necessarily means causation is related to other logical fallacies, like cherry-picking, trusting anecdotal evidence, confirmation bias, etc.</a:t>
            </a:r>
          </a:p>
          <a:p>
            <a:r>
              <a:rPr dirty="0" lang="en-US"/>
              <a:t>Good questions to ask: </a:t>
            </a:r>
          </a:p>
          <a:p>
            <a:pPr lvl="1"/>
            <a:r>
              <a:rPr dirty="0" lang="en-US"/>
              <a:t>Who paid for this study? </a:t>
            </a:r>
          </a:p>
          <a:p>
            <a:pPr lvl="1"/>
            <a:r>
              <a:rPr dirty="0" lang="en-US"/>
              <a:t>Who is presenting you with this information?</a:t>
            </a:r>
          </a:p>
          <a:p>
            <a:r>
              <a:rPr dirty="0" lang="en-US"/>
              <a:t>A note about science vs. spirituality… </a:t>
            </a:r>
          </a:p>
        </p:txBody>
      </p:sp>
      <p:sp>
        <p:nvSpPr>
          <p:cNvPr id="4" name="Footer Placeholder 3">
            <a:extLst>
              <a:ext uri="{FF2B5EF4-FFF2-40B4-BE49-F238E27FC236}">
                <a16:creationId xmlns:a16="http://schemas.microsoft.com/office/drawing/2014/main" id="{39723151-12C7-8EB6-08E9-F4BA0527FEBC}"/>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5C12EAFF-FA4C-103C-A185-B97FA1B5A650}"/>
              </a:ext>
            </a:extLst>
          </p:cNvPr>
          <p:cNvSpPr>
            <a:spLocks noGrp="1"/>
          </p:cNvSpPr>
          <p:nvPr>
            <p:ph idx="12" sz="quarter" type="sldNum"/>
          </p:nvPr>
        </p:nvSpPr>
        <p:spPr/>
        <p:txBody>
          <a:bodyPr/>
          <a:lstStyle/>
          <a:p>
            <a:fld id="{330EA680-D336-4FF7-8B7A-9848BB0A1C32}" type="slidenum">
              <a:rPr lang="en-US" smtClean="0">
                <a:solidFill>
                  <a:srgbClr val="000000"/>
                </a:solidFill>
              </a:rPr>
              <a:t>17</a:t>
            </a:fld>
            <a:endParaRPr dirty="0" lang="en-US"/>
          </a:p>
        </p:txBody>
      </p:sp>
    </p:spTree>
    <p:extLst>
      <p:ext uri="{BB962C8B-B14F-4D97-AF65-F5344CB8AC3E}">
        <p14:creationId xmlns:p14="http://schemas.microsoft.com/office/powerpoint/2010/main" val="409994724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60A4B-54A9-569F-17B8-05EA76FA24CA}"/>
              </a:ext>
            </a:extLst>
          </p:cNvPr>
          <p:cNvSpPr>
            <a:spLocks noGrp="1"/>
          </p:cNvSpPr>
          <p:nvPr>
            <p:ph type="title"/>
          </p:nvPr>
        </p:nvSpPr>
        <p:spPr/>
        <p:txBody>
          <a:bodyPr/>
          <a:lstStyle/>
          <a:p>
            <a:r>
              <a:rPr dirty="0" lang="en-US"/>
              <a:t>Practice </a:t>
            </a:r>
          </a:p>
        </p:txBody>
      </p:sp>
      <p:sp>
        <p:nvSpPr>
          <p:cNvPr id="3" name="Content Placeholder 2">
            <a:extLst>
              <a:ext uri="{FF2B5EF4-FFF2-40B4-BE49-F238E27FC236}">
                <a16:creationId xmlns:a16="http://schemas.microsoft.com/office/drawing/2014/main" id="{90007EAD-5E19-98F8-04AD-BB23F8B09CA1}"/>
              </a:ext>
            </a:extLst>
          </p:cNvPr>
          <p:cNvSpPr>
            <a:spLocks noGrp="1"/>
          </p:cNvSpPr>
          <p:nvPr>
            <p:ph idx="1"/>
          </p:nvPr>
        </p:nvSpPr>
        <p:spPr/>
        <p:txBody>
          <a:bodyPr>
            <a:normAutofit fontScale="62500" lnSpcReduction="20000"/>
          </a:bodyPr>
          <a:lstStyle/>
          <a:p>
            <a:pPr indent="-514350" marL="514350">
              <a:buFont typeface="+mj-lt"/>
              <a:buAutoNum type="arabicPeriod"/>
            </a:pPr>
            <a:r>
              <a:rPr dirty="0" lang="en-US"/>
              <a:t>Interpret each correlation coefficient (describe in words): </a:t>
            </a:r>
          </a:p>
          <a:p>
            <a:pPr indent="-457200" lvl="1" marL="914400">
              <a:buAutoNum type="alphaLcPeriod"/>
            </a:pPr>
            <a:r>
              <a:rPr dirty="0" lang="en-US"/>
              <a:t>-0.004 </a:t>
            </a:r>
          </a:p>
          <a:p>
            <a:pPr indent="-457200" lvl="1" marL="914400">
              <a:buAutoNum type="alphaLcPeriod"/>
            </a:pPr>
            <a:r>
              <a:rPr dirty="0" lang="en-US"/>
              <a:t>0.718 </a:t>
            </a:r>
          </a:p>
          <a:p>
            <a:pPr indent="-457200" lvl="1" marL="914400">
              <a:buAutoNum type="alphaLcPeriod"/>
            </a:pPr>
            <a:r>
              <a:rPr dirty="0" lang="en-US"/>
              <a:t>-0.993 </a:t>
            </a:r>
          </a:p>
          <a:p>
            <a:pPr indent="-457200" lvl="1" marL="914400">
              <a:buAutoNum type="alphaLcPeriod"/>
            </a:pPr>
            <a:r>
              <a:rPr dirty="0" lang="en-US"/>
              <a:t>0.522 </a:t>
            </a:r>
          </a:p>
          <a:p>
            <a:pPr indent="-457200" lvl="1" marL="914400">
              <a:buAutoNum type="alphaLcPeriod"/>
            </a:pPr>
            <a:r>
              <a:rPr dirty="0" lang="en-US"/>
              <a:t>1.437 </a:t>
            </a:r>
          </a:p>
          <a:p>
            <a:pPr indent="-457200" marL="457200">
              <a:buAutoNum type="arabicPeriod"/>
            </a:pPr>
            <a:r>
              <a:rPr dirty="0" lang="en-US"/>
              <a:t>For each pair of variables, state which is x and which is y: </a:t>
            </a:r>
          </a:p>
          <a:p>
            <a:pPr indent="-457200" lvl="1" marL="914400">
              <a:buAutoNum type="alphaLcPeriod"/>
            </a:pPr>
            <a:r>
              <a:rPr dirty="0" lang="en-US"/>
              <a:t>outside temperature; number of drinks purchased. </a:t>
            </a:r>
          </a:p>
          <a:p>
            <a:pPr indent="-457200" lvl="1" marL="914400">
              <a:buAutoNum type="alphaLcPeriod"/>
            </a:pPr>
            <a:r>
              <a:rPr dirty="0" lang="en-US"/>
              <a:t>score of a test; amount of time studied. </a:t>
            </a:r>
          </a:p>
          <a:p>
            <a:pPr indent="-457200" lvl="1" marL="914400">
              <a:buAutoNum type="alphaLcPeriod"/>
            </a:pPr>
            <a:r>
              <a:rPr dirty="0" lang="en-US"/>
              <a:t>percentage of lemon juice in lemonade; pH level. </a:t>
            </a:r>
          </a:p>
          <a:p>
            <a:pPr indent="-457200" lvl="1" marL="914400">
              <a:buAutoNum type="alphaLcPeriod"/>
            </a:pPr>
            <a:r>
              <a:rPr dirty="0" lang="en-US"/>
              <a:t>the age of a car; the price of a car. </a:t>
            </a:r>
          </a:p>
          <a:p>
            <a:pPr indent="-457200" marL="457200">
              <a:buAutoNum type="arabicPeriod"/>
            </a:pPr>
            <a:r>
              <a:rPr dirty="0" lang="en-US"/>
              <a:t>True or false: the following two lines of code will produce the same result. </a:t>
            </a:r>
          </a:p>
          <a:p>
            <a:pPr indent="-457200" lvl="1" marL="914400">
              <a:buAutoNum type="alphaLcPeriod"/>
            </a:pPr>
            <a:r>
              <a:rPr dirty="0" lang="en-US"/>
              <a:t>cor(x, y) </a:t>
            </a:r>
          </a:p>
          <a:p>
            <a:pPr indent="-457200" lvl="1" marL="914400">
              <a:buAutoNum type="alphaLcPeriod"/>
            </a:pPr>
            <a:r>
              <a:rPr dirty="0" lang="en-US"/>
              <a:t>cor(y, x) </a:t>
            </a:r>
          </a:p>
          <a:p>
            <a:pPr indent="-457200" marL="457200">
              <a:buAutoNum type="arabicPeriod"/>
            </a:pPr>
            <a:r>
              <a:rPr dirty="0" lang="en-US"/>
              <a:t>True or false: the correlation coefficient between the dosage frequency of medicine ABC and the symptoms of illness XYZ is –0.886. This is sufficient evidence to conclude that the medicine reduces symptoms. </a:t>
            </a:r>
          </a:p>
          <a:p>
            <a:pPr indent="-457200" marL="457200">
              <a:buAutoNum type="arabicPeriod"/>
            </a:pPr>
            <a:endParaRPr dirty="0" lang="en-US"/>
          </a:p>
        </p:txBody>
      </p:sp>
      <p:sp>
        <p:nvSpPr>
          <p:cNvPr id="4" name="Footer Placeholder 3">
            <a:extLst>
              <a:ext uri="{FF2B5EF4-FFF2-40B4-BE49-F238E27FC236}">
                <a16:creationId xmlns:a16="http://schemas.microsoft.com/office/drawing/2014/main" id="{09705B61-85F4-1C34-71BF-F4B120331B9C}"/>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61B21543-176B-A9BF-FFBF-09805F3ECFCA}"/>
              </a:ext>
            </a:extLst>
          </p:cNvPr>
          <p:cNvSpPr>
            <a:spLocks noGrp="1"/>
          </p:cNvSpPr>
          <p:nvPr>
            <p:ph idx="12" sz="quarter" type="sldNum"/>
          </p:nvPr>
        </p:nvSpPr>
        <p:spPr/>
        <p:txBody>
          <a:bodyPr/>
          <a:lstStyle/>
          <a:p>
            <a:fld id="{330EA680-D336-4FF7-8B7A-9848BB0A1C32}" type="slidenum">
              <a:rPr lang="en-US" smtClean="0">
                <a:solidFill>
                  <a:srgbClr val="000000"/>
                </a:solidFill>
              </a:rPr>
              <a:t>18</a:t>
            </a:fld>
            <a:endParaRPr dirty="0" lang="en-US"/>
          </a:p>
        </p:txBody>
      </p:sp>
    </p:spTree>
    <p:extLst>
      <p:ext uri="{BB962C8B-B14F-4D97-AF65-F5344CB8AC3E}">
        <p14:creationId xmlns:p14="http://schemas.microsoft.com/office/powerpoint/2010/main" val="2476690387"/>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903BD-20EC-6968-D949-9925F7F506A7}"/>
              </a:ext>
            </a:extLst>
          </p:cNvPr>
          <p:cNvSpPr>
            <a:spLocks noGrp="1"/>
          </p:cNvSpPr>
          <p:nvPr>
            <p:ph type="title"/>
          </p:nvPr>
        </p:nvSpPr>
        <p:spPr/>
        <p:txBody>
          <a:bodyPr/>
          <a:lstStyle/>
          <a:p>
            <a:r>
              <a:rPr dirty="0" lang="en-US"/>
              <a:t>The Least-Squares Regression Line </a:t>
            </a:r>
          </a:p>
        </p:txBody>
      </p:sp>
      <p:pic>
        <p:nvPicPr>
          <p:cNvPr id="7" name="Content Placeholder 6" descr="regression line for housing data ">
            <a:extLst>
              <a:ext uri="{FF2B5EF4-FFF2-40B4-BE49-F238E27FC236}">
                <a16:creationId xmlns:a16="http://schemas.microsoft.com/office/drawing/2014/main" id="{269A6292-972A-64B3-1196-FF9DB888B1C7}"/>
              </a:ext>
            </a:extLst>
          </p:cNvPr>
          <p:cNvPicPr>
            <a:picLocks noChangeAspect="1" noGrp="1"/>
          </p:cNvPicPr>
          <p:nvPr>
            <p:ph idx="1"/>
          </p:nvPr>
        </p:nvPicPr>
        <p:blipFill>
          <a:blip r:embed="rId2"/>
          <a:stretch>
            <a:fillRect/>
          </a:stretch>
        </p:blipFill>
        <p:spPr>
          <a:xfrm>
            <a:off x="1961723" y="1387810"/>
            <a:ext cx="8268553" cy="5022784"/>
          </a:xfrm>
          <a:prstGeom prst="rect">
            <a:avLst/>
          </a:prstGeom>
        </p:spPr>
      </p:pic>
      <p:sp>
        <p:nvSpPr>
          <p:cNvPr id="4" name="Footer Placeholder 3">
            <a:extLst>
              <a:ext uri="{FF2B5EF4-FFF2-40B4-BE49-F238E27FC236}">
                <a16:creationId xmlns:a16="http://schemas.microsoft.com/office/drawing/2014/main" id="{7565BF25-678E-4832-2E49-D01A7CC58E55}"/>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9ED0CD8A-ADD6-FCF9-362D-4EBD648FCC97}"/>
              </a:ext>
            </a:extLst>
          </p:cNvPr>
          <p:cNvSpPr>
            <a:spLocks noGrp="1"/>
          </p:cNvSpPr>
          <p:nvPr>
            <p:ph idx="12" sz="quarter" type="sldNum"/>
          </p:nvPr>
        </p:nvSpPr>
        <p:spPr/>
        <p:txBody>
          <a:bodyPr/>
          <a:lstStyle/>
          <a:p>
            <a:fld id="{330EA680-D336-4FF7-8B7A-9848BB0A1C32}" type="slidenum">
              <a:rPr lang="en-US" smtClean="0">
                <a:solidFill>
                  <a:srgbClr val="000000"/>
                </a:solidFill>
              </a:rPr>
              <a:t>19</a:t>
            </a:fld>
            <a:endParaRPr dirty="0" lang="en-US"/>
          </a:p>
        </p:txBody>
      </p:sp>
    </p:spTree>
    <p:extLst>
      <p:ext uri="{BB962C8B-B14F-4D97-AF65-F5344CB8AC3E}">
        <p14:creationId xmlns:p14="http://schemas.microsoft.com/office/powerpoint/2010/main" val="3874847419"/>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08416-71BD-0691-735B-EBBA28BF5EAC}"/>
              </a:ext>
            </a:extLst>
          </p:cNvPr>
          <p:cNvSpPr>
            <a:spLocks noGrp="1"/>
          </p:cNvSpPr>
          <p:nvPr>
            <p:ph type="title"/>
          </p:nvPr>
        </p:nvSpPr>
        <p:spPr/>
        <p:txBody>
          <a:bodyPr/>
          <a:lstStyle/>
          <a:p>
            <a:r>
              <a:rPr dirty="0" lang="en-US"/>
              <a:t>The Line of Best Fit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996A4598-A978-2F47-DF99-9A3012684785}"/>
                  </a:ext>
                </a:extLst>
              </p:cNvPr>
              <p:cNvSpPr>
                <a:spLocks noGrp="1"/>
              </p:cNvSpPr>
              <p:nvPr>
                <p:ph idx="1"/>
              </p:nvPr>
            </p:nvSpPr>
            <p:spPr/>
            <p:txBody>
              <a:bodyPr>
                <a:normAutofit fontScale="92500" lnSpcReduction="20000"/>
              </a:bodyPr>
              <a:lstStyle/>
              <a:p>
                <a:r>
                  <a:rPr dirty="0" lang="en-US"/>
                  <a:t>Remember that the scatterplot and correlation coefficient fit into descriptive statistics. We can take this a step further and use linear regression to predict future values. Linear regression line, line of best fit, least-squares regression line, linear model… these terms mean the same thing and fit into inferential statistics. Basically, we create a predictive model from the data that exists and use it to make inferences about the population. </a:t>
                </a:r>
              </a:p>
              <a:p>
                <a:r>
                  <a:rPr dirty="0" lang="en-US"/>
                  <a:t>This line is called “the line of best fit” because it minimizes the vertical distances between the plot points (observations) and predicted values (the line). Once we know the equation for this line, we can use it for predictive purposes.  </a:t>
                </a:r>
              </a:p>
              <a:p>
                <a14:m>
                  <m:oMath xmlns:m="http://schemas.openxmlformats.org/officeDocument/2006/math">
                    <m:acc>
                      <m:accPr>
                        <m:chr m:val="̂"/>
                        <m:ctrlPr>
                          <a:rPr dirty="0" i="1" lang="en-US" smtClean="0">
                            <a:latin charset="0" panose="02040503050406030204" pitchFamily="18" typeface="Cambria Math"/>
                          </a:rPr>
                        </m:ctrlPr>
                      </m:accPr>
                      <m:e>
                        <m:r>
                          <a:rPr dirty="0" i="1" lang="en-US" smtClean="0">
                            <a:latin charset="0" panose="02040503050406030204" pitchFamily="18" typeface="Cambria Math"/>
                          </a:rPr>
                          <m:t>𝑦</m:t>
                        </m:r>
                      </m:e>
                    </m:acc>
                    <m:r>
                      <a:rPr dirty="0" i="0" lang="en-US" smtClean="0">
                        <a:latin charset="0" panose="02040503050406030204" pitchFamily="18" typeface="Cambria Math"/>
                      </a:rPr>
                      <m:t>=</m:t>
                    </m:r>
                    <m:sSub>
                      <m:sSubPr>
                        <m:ctrlPr>
                          <a:rPr dirty="0" i="1" lang="en-US" smtClean="0">
                            <a:latin charset="0" panose="02040503050406030204" pitchFamily="18" typeface="Cambria Math"/>
                          </a:rPr>
                        </m:ctrlPr>
                      </m:sSubPr>
                      <m:e>
                        <m:r>
                          <a:rPr dirty="0" i="1" lang="en-US" smtClean="0">
                            <a:latin charset="0" panose="02040503050406030204" pitchFamily="18" typeface="Cambria Math"/>
                          </a:rPr>
                          <m:t>𝑏</m:t>
                        </m:r>
                      </m:e>
                      <m:sub>
                        <m:r>
                          <a:rPr dirty="0" i="0" lang="en-US" smtClean="0">
                            <a:latin charset="0" panose="02040503050406030204" pitchFamily="18" typeface="Cambria Math"/>
                          </a:rPr>
                          <m:t>0</m:t>
                        </m:r>
                      </m:sub>
                    </m:sSub>
                    <m:r>
                      <a:rPr dirty="0" i="0" lang="en-US" smtClean="0">
                        <a:latin charset="0" panose="02040503050406030204" pitchFamily="18" typeface="Cambria Math"/>
                      </a:rPr>
                      <m:t>+</m:t>
                    </m:r>
                    <m:sSub>
                      <m:sSubPr>
                        <m:ctrlPr>
                          <a:rPr dirty="0" i="1" lang="en-US" smtClean="0">
                            <a:latin charset="0" panose="02040503050406030204" pitchFamily="18" typeface="Cambria Math"/>
                          </a:rPr>
                        </m:ctrlPr>
                      </m:sSubPr>
                      <m:e>
                        <m:r>
                          <a:rPr dirty="0" i="1" lang="en-US" smtClean="0">
                            <a:latin charset="0" panose="02040503050406030204" pitchFamily="18" typeface="Cambria Math"/>
                          </a:rPr>
                          <m:t>𝑏</m:t>
                        </m:r>
                      </m:e>
                      <m:sub>
                        <m:r>
                          <a:rPr dirty="0" i="0" lang="en-US" smtClean="0">
                            <a:latin charset="0" panose="02040503050406030204" pitchFamily="18" typeface="Cambria Math"/>
                          </a:rPr>
                          <m:t>1</m:t>
                        </m:r>
                      </m:sub>
                    </m:sSub>
                    <m:r>
                      <a:rPr dirty="0" i="1" lang="en-US" smtClean="0">
                        <a:latin charset="0" panose="02040503050406030204" pitchFamily="18" typeface="Cambria Math"/>
                      </a:rPr>
                      <m:t>𝑥</m:t>
                    </m:r>
                  </m:oMath>
                </a14:m>
                <a:endParaRPr dirty="0" lang="en-US"/>
              </a:p>
              <a:p>
                <a:r>
                  <a:rPr dirty="0" lang="en-US"/>
                  <a:t>Adding a “hat” over a variable means that it’s a predicted value. </a:t>
                </a:r>
              </a:p>
              <a:p>
                <a:pPr indent="0" marL="0">
                  <a:buNone/>
                </a:pPr>
                <a:endParaRPr dirty="0" lang="en-US"/>
              </a:p>
            </p:txBody>
          </p:sp>
        </mc:Choice>
        <mc:Fallback>
          <p:sp>
            <p:nvSpPr>
              <p:cNvPr id="3" name="Content Placeholder 2">
                <a:extLst>
                  <a:ext uri="{FF2B5EF4-FFF2-40B4-BE49-F238E27FC236}">
                    <a16:creationId xmlns:a16="http://schemas.microsoft.com/office/drawing/2014/main" id="{996A4598-A978-2F47-DF99-9A3012684785}"/>
                  </a:ext>
                </a:extLst>
              </p:cNvPr>
              <p:cNvSpPr>
                <a:spLocks noAdjustHandles="1" noChangeArrowheads="1" noChangeAspect="1" noChangeShapeType="1" noEditPoints="1" noGrp="1" noMove="1" noResize="1" noRot="1" noTextEdit="1"/>
              </p:cNvSpPr>
              <p:nvPr>
                <p:ph idx="1"/>
              </p:nvPr>
            </p:nvSpPr>
            <p:spPr>
              <a:blipFill>
                <a:blip r:embed="rId2"/>
                <a:stretch>
                  <a:fillRect l="-928" r="-406" t="-35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BD6C4B7-7BD4-A852-81A5-80FF94FAA5FE}"/>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B29F4BBC-3225-95B6-1FBC-CC5A3E65F3CE}"/>
              </a:ext>
            </a:extLst>
          </p:cNvPr>
          <p:cNvSpPr>
            <a:spLocks noGrp="1"/>
          </p:cNvSpPr>
          <p:nvPr>
            <p:ph idx="12" sz="quarter" type="sldNum"/>
          </p:nvPr>
        </p:nvSpPr>
        <p:spPr/>
        <p:txBody>
          <a:bodyPr/>
          <a:lstStyle/>
          <a:p>
            <a:fld id="{330EA680-D336-4FF7-8B7A-9848BB0A1C32}" type="slidenum">
              <a:rPr lang="en-US" smtClean="0">
                <a:solidFill>
                  <a:srgbClr val="000000"/>
                </a:solidFill>
              </a:rPr>
              <a:t>20</a:t>
            </a:fld>
            <a:endParaRPr dirty="0" lang="en-US"/>
          </a:p>
        </p:txBody>
      </p:sp>
    </p:spTree>
    <p:extLst>
      <p:ext uri="{BB962C8B-B14F-4D97-AF65-F5344CB8AC3E}">
        <p14:creationId xmlns:p14="http://schemas.microsoft.com/office/powerpoint/2010/main" val="3169762935"/>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58678-EFF0-9630-4FD5-E813D74F8928}"/>
              </a:ext>
            </a:extLst>
          </p:cNvPr>
          <p:cNvSpPr>
            <a:spLocks noGrp="1"/>
          </p:cNvSpPr>
          <p:nvPr>
            <p:ph type="title"/>
          </p:nvPr>
        </p:nvSpPr>
        <p:spPr/>
        <p:txBody>
          <a:bodyPr/>
          <a:lstStyle/>
          <a:p>
            <a:r>
              <a:rPr dirty="0" lang="en-US"/>
              <a:t>The Line of Best Fit, continued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0C191FF9-E1C9-E18B-C615-5A8344297332}"/>
                  </a:ext>
                </a:extLst>
              </p:cNvPr>
              <p:cNvSpPr>
                <a:spLocks noGrp="1"/>
              </p:cNvSpPr>
              <p:nvPr>
                <p:ph idx="1"/>
              </p:nvPr>
            </p:nvSpPr>
            <p:spPr/>
            <p:txBody>
              <a:bodyPr>
                <a:normAutofit/>
              </a:bodyPr>
              <a:lstStyle/>
              <a:p>
                <a14:m>
                  <m:oMath xmlns:m="http://schemas.openxmlformats.org/officeDocument/2006/math">
                    <m:acc>
                      <m:accPr>
                        <m:chr m:val="̂"/>
                        <m:ctrlPr>
                          <a:rPr dirty="0" i="1" lang="en-US">
                            <a:latin charset="0" panose="02040503050406030204" pitchFamily="18" typeface="Cambria Math"/>
                          </a:rPr>
                        </m:ctrlPr>
                      </m:accPr>
                      <m:e>
                        <m:r>
                          <a:rPr dirty="0" i="1" lang="en-US">
                            <a:latin charset="0" panose="02040503050406030204" pitchFamily="18" typeface="Cambria Math"/>
                          </a:rPr>
                          <m:t>𝑦</m:t>
                        </m:r>
                      </m:e>
                    </m:acc>
                    <m:r>
                      <a:rPr dirty="0" lang="en-US">
                        <a:latin charset="0" panose="02040503050406030204" pitchFamily="18" typeface="Cambria Math"/>
                      </a:rPr>
                      <m:t>=</m:t>
                    </m:r>
                    <m:sSub>
                      <m:sSubPr>
                        <m:ctrlPr>
                          <a:rPr dirty="0" i="1" lang="en-US">
                            <a:latin charset="0" panose="02040503050406030204" pitchFamily="18" typeface="Cambria Math"/>
                          </a:rPr>
                        </m:ctrlPr>
                      </m:sSubPr>
                      <m:e>
                        <m:r>
                          <a:rPr dirty="0" i="1" lang="en-US">
                            <a:latin charset="0" panose="02040503050406030204" pitchFamily="18" typeface="Cambria Math"/>
                          </a:rPr>
                          <m:t>𝑏</m:t>
                        </m:r>
                      </m:e>
                      <m:sub>
                        <m:r>
                          <a:rPr dirty="0" lang="en-US">
                            <a:latin charset="0" panose="02040503050406030204" pitchFamily="18" typeface="Cambria Math"/>
                          </a:rPr>
                          <m:t>0</m:t>
                        </m:r>
                      </m:sub>
                    </m:sSub>
                    <m:r>
                      <a:rPr dirty="0" lang="en-US">
                        <a:latin charset="0" panose="02040503050406030204" pitchFamily="18" typeface="Cambria Math"/>
                      </a:rPr>
                      <m:t>+</m:t>
                    </m:r>
                    <m:sSub>
                      <m:sSubPr>
                        <m:ctrlPr>
                          <a:rPr dirty="0" i="1" lang="en-US">
                            <a:latin charset="0" panose="02040503050406030204" pitchFamily="18" typeface="Cambria Math"/>
                          </a:rPr>
                        </m:ctrlPr>
                      </m:sSubPr>
                      <m:e>
                        <m:r>
                          <a:rPr dirty="0" i="1" lang="en-US">
                            <a:latin charset="0" panose="02040503050406030204" pitchFamily="18" typeface="Cambria Math"/>
                          </a:rPr>
                          <m:t>𝑏</m:t>
                        </m:r>
                      </m:e>
                      <m:sub>
                        <m:r>
                          <a:rPr dirty="0" lang="en-US">
                            <a:latin charset="0" panose="02040503050406030204" pitchFamily="18" typeface="Cambria Math"/>
                          </a:rPr>
                          <m:t>1</m:t>
                        </m:r>
                      </m:sub>
                    </m:sSub>
                    <m:r>
                      <a:rPr dirty="0" i="1" lang="en-US">
                        <a:latin charset="0" panose="02040503050406030204" pitchFamily="18" typeface="Cambria Math"/>
                      </a:rPr>
                      <m:t>𝑥</m:t>
                    </m:r>
                  </m:oMath>
                </a14:m>
                <a:endParaRPr dirty="0" lang="en-US"/>
              </a:p>
              <a:p>
                <a14:m>
                  <m:oMath xmlns:m="http://schemas.openxmlformats.org/officeDocument/2006/math">
                    <m:sSub>
                      <m:sSubPr>
                        <m:ctrlPr>
                          <a:rPr b="0" i="1" lang="en-US" smtClean="0">
                            <a:latin charset="0" panose="02040503050406030204" pitchFamily="18" typeface="Cambria Math"/>
                          </a:rPr>
                        </m:ctrlPr>
                      </m:sSubPr>
                      <m:e>
                        <m:r>
                          <a:rPr b="0" i="1" lang="en-US" smtClean="0">
                            <a:latin charset="0" panose="02040503050406030204" pitchFamily="18" typeface="Cambria Math"/>
                          </a:rPr>
                          <m:t>𝑏</m:t>
                        </m:r>
                      </m:e>
                      <m:sub>
                        <m:r>
                          <a:rPr b="0" i="1" lang="en-US" smtClean="0">
                            <a:latin charset="0" panose="02040503050406030204" pitchFamily="18" typeface="Cambria Math"/>
                          </a:rPr>
                          <m:t>1</m:t>
                        </m:r>
                      </m:sub>
                    </m:sSub>
                    <m:r>
                      <a:rPr b="0" i="1" lang="en-US" smtClean="0">
                        <a:latin charset="0" panose="02040503050406030204" pitchFamily="18" typeface="Cambria Math"/>
                      </a:rPr>
                      <m:t>=</m:t>
                    </m:r>
                    <m:r>
                      <a:rPr b="0" i="1" lang="en-US" smtClean="0">
                        <a:latin charset="0" panose="02040503050406030204" pitchFamily="18" typeface="Cambria Math"/>
                      </a:rPr>
                      <m:t>𝑟</m:t>
                    </m:r>
                    <m:r>
                      <a:rPr b="0" i="1" lang="en-US" smtClean="0">
                        <a:latin charset="0" panose="02040503050406030204" pitchFamily="18" typeface="Cambria Math"/>
                      </a:rPr>
                      <m:t>∗</m:t>
                    </m:r>
                    <m:f>
                      <m:fPr>
                        <m:ctrlPr>
                          <a:rPr b="0" i="1" lang="en-US" smtClean="0">
                            <a:latin charset="0" panose="02040503050406030204" pitchFamily="18" typeface="Cambria Math"/>
                          </a:rPr>
                        </m:ctrlPr>
                      </m:fPr>
                      <m:num>
                        <m:sSub>
                          <m:sSubPr>
                            <m:ctrlPr>
                              <a:rPr b="0" i="1" lang="en-US" smtClean="0">
                                <a:latin charset="0" panose="02040503050406030204" pitchFamily="18" typeface="Cambria Math"/>
                              </a:rPr>
                            </m:ctrlPr>
                          </m:sSubPr>
                          <m:e>
                            <m:r>
                              <a:rPr b="0" i="1" lang="en-US" smtClean="0">
                                <a:latin charset="0" panose="02040503050406030204" pitchFamily="18" typeface="Cambria Math"/>
                              </a:rPr>
                              <m:t>𝑠</m:t>
                            </m:r>
                          </m:e>
                          <m:sub>
                            <m:r>
                              <a:rPr b="0" i="1" lang="en-US" smtClean="0">
                                <a:latin charset="0" panose="02040503050406030204" pitchFamily="18" typeface="Cambria Math"/>
                              </a:rPr>
                              <m:t>𝑦</m:t>
                            </m:r>
                          </m:sub>
                        </m:sSub>
                      </m:num>
                      <m:den>
                        <m:sSub>
                          <m:sSubPr>
                            <m:ctrlPr>
                              <a:rPr b="0" i="1" lang="en-US" smtClean="0">
                                <a:latin charset="0" panose="02040503050406030204" pitchFamily="18" typeface="Cambria Math"/>
                              </a:rPr>
                            </m:ctrlPr>
                          </m:sSubPr>
                          <m:e>
                            <m:r>
                              <a:rPr b="0" i="1" lang="en-US" smtClean="0">
                                <a:latin charset="0" panose="02040503050406030204" pitchFamily="18" typeface="Cambria Math"/>
                              </a:rPr>
                              <m:t>𝑠</m:t>
                            </m:r>
                          </m:e>
                          <m:sub>
                            <m:r>
                              <a:rPr b="0" i="1" lang="en-US" smtClean="0">
                                <a:latin charset="0" panose="02040503050406030204" pitchFamily="18" typeface="Cambria Math"/>
                              </a:rPr>
                              <m:t>𝑥</m:t>
                            </m:r>
                          </m:sub>
                        </m:sSub>
                      </m:den>
                    </m:f>
                  </m:oMath>
                </a14:m>
                <a:br>
                  <a:rPr dirty="0" lang="en-US"/>
                </a:br>
                <a:r>
                  <a:rPr dirty="0" lang="en-US"/>
                  <a:t>This is the slope.</a:t>
                </a:r>
              </a:p>
              <a:p>
                <a14:m>
                  <m:oMath xmlns:m="http://schemas.openxmlformats.org/officeDocument/2006/math">
                    <m:sSub>
                      <m:sSubPr>
                        <m:ctrlPr>
                          <a:rPr b="0" i="1" lang="en-US" smtClean="0">
                            <a:latin charset="0" panose="02040503050406030204" pitchFamily="18" typeface="Cambria Math"/>
                          </a:rPr>
                        </m:ctrlPr>
                      </m:sSubPr>
                      <m:e>
                        <m:r>
                          <a:rPr b="0" i="1" lang="en-US" smtClean="0">
                            <a:latin charset="0" panose="02040503050406030204" pitchFamily="18" typeface="Cambria Math"/>
                          </a:rPr>
                          <m:t>𝑏</m:t>
                        </m:r>
                      </m:e>
                      <m:sub>
                        <m:r>
                          <a:rPr b="0" i="1" lang="en-US" smtClean="0">
                            <a:latin charset="0" panose="02040503050406030204" pitchFamily="18" typeface="Cambria Math"/>
                          </a:rPr>
                          <m:t>0</m:t>
                        </m:r>
                      </m:sub>
                    </m:sSub>
                    <m:r>
                      <a:rPr b="0" i="1" lang="en-US" smtClean="0">
                        <a:latin charset="0" panose="02040503050406030204" pitchFamily="18" typeface="Cambria Math"/>
                      </a:rPr>
                      <m:t>=</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𝑦</m:t>
                        </m:r>
                      </m:e>
                    </m:acc>
                    <m:r>
                      <a:rPr b="0" i="1" lang="en-US" smtClean="0">
                        <a:latin charset="0" panose="02040503050406030204" pitchFamily="18" typeface="Cambria Math"/>
                      </a:rPr>
                      <m:t>−</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𝑏</m:t>
                        </m:r>
                      </m:e>
                      <m:sub>
                        <m:r>
                          <a:rPr b="0" i="1" lang="en-US" smtClean="0">
                            <a:latin charset="0" panose="02040503050406030204" pitchFamily="18" typeface="Cambria Math"/>
                          </a:rPr>
                          <m:t>1</m:t>
                        </m:r>
                      </m:sub>
                    </m:sSub>
                    <m:r>
                      <a:rPr b="0" i="1" lang="en-US" smtClean="0">
                        <a:latin charset="0" panose="02040503050406030204" pitchFamily="18" typeface="Cambria Math"/>
                      </a:rPr>
                      <m:t>∗</m:t>
                    </m:r>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𝑥</m:t>
                        </m:r>
                      </m:e>
                    </m:acc>
                  </m:oMath>
                </a14:m>
                <a:br>
                  <a:rPr dirty="0" lang="en-US"/>
                </a:br>
                <a:r>
                  <a:rPr dirty="0" lang="en-US"/>
                  <a:t>This is the y-intercept. </a:t>
                </a:r>
              </a:p>
              <a:p>
                <a:r>
                  <a:rPr dirty="0" lang="en-US"/>
                  <a:t>The least-squares regression line goes through the point of averages: (</a:t>
                </a:r>
                <a14:m>
                  <m:oMath xmlns:m="http://schemas.openxmlformats.org/officeDocument/2006/math">
                    <m:acc>
                      <m:accPr>
                        <m:chr m:val="̅"/>
                        <m:ctrlPr>
                          <a:rPr dirty="0" i="1" lang="en-US" smtClean="0">
                            <a:latin charset="0" panose="02040503050406030204" pitchFamily="18" typeface="Cambria Math"/>
                          </a:rPr>
                        </m:ctrlPr>
                      </m:accPr>
                      <m:e>
                        <m:r>
                          <a:rPr dirty="0" i="1" lang="en-US" smtClean="0">
                            <a:latin charset="0" panose="02040503050406030204" pitchFamily="18" typeface="Cambria Math"/>
                          </a:rPr>
                          <m:t>𝑥</m:t>
                        </m:r>
                      </m:e>
                    </m:acc>
                  </m:oMath>
                </a14:m>
                <a:r>
                  <a:rPr dirty="0" lang="en-US"/>
                  <a:t>,</a:t>
                </a:r>
                <a14:m>
                  <m:oMath xmlns:m="http://schemas.openxmlformats.org/officeDocument/2006/math">
                    <m:acc>
                      <m:accPr>
                        <m:chr m:val="̅"/>
                        <m:ctrlPr>
                          <a:rPr dirty="0" i="1" lang="en-US" smtClean="0">
                            <a:latin charset="0" panose="02040503050406030204" pitchFamily="18" typeface="Cambria Math"/>
                          </a:rPr>
                        </m:ctrlPr>
                      </m:accPr>
                      <m:e>
                        <m:r>
                          <a:rPr dirty="0" i="1" lang="en-US" smtClean="0">
                            <a:latin charset="0" panose="02040503050406030204" pitchFamily="18" typeface="Cambria Math"/>
                          </a:rPr>
                          <m:t>𝑦</m:t>
                        </m:r>
                      </m:e>
                    </m:acc>
                  </m:oMath>
                </a14:m>
                <a:r>
                  <a:rPr dirty="0" lang="en-US"/>
                  <a:t>) or (mean(x), mean(y)). </a:t>
                </a:r>
              </a:p>
              <a:p>
                <a:r>
                  <a:rPr dirty="0" lang="en-US"/>
                  <a:t>The code we learn will give you the coefficients for the model; use them to write the equation for the least squares regression line.</a:t>
                </a:r>
              </a:p>
            </p:txBody>
          </p:sp>
        </mc:Choice>
        <mc:Fallback>
          <p:sp>
            <p:nvSpPr>
              <p:cNvPr id="3" name="Content Placeholder 2">
                <a:extLst>
                  <a:ext uri="{FF2B5EF4-FFF2-40B4-BE49-F238E27FC236}">
                    <a16:creationId xmlns:a16="http://schemas.microsoft.com/office/drawing/2014/main" id="{0C191FF9-E1C9-E18B-C615-5A8344297332}"/>
                  </a:ext>
                </a:extLst>
              </p:cNvPr>
              <p:cNvSpPr>
                <a:spLocks noAdjustHandles="1" noChangeArrowheads="1" noChangeAspect="1" noChangeShapeType="1" noEditPoints="1" noGrp="1" noMove="1" noResize="1" noRot="1" noTextEdit="1"/>
              </p:cNvSpPr>
              <p:nvPr>
                <p:ph idx="1"/>
              </p:nvPr>
            </p:nvSpPr>
            <p:spPr>
              <a:blipFill>
                <a:blip r:embed="rId2"/>
                <a:stretch>
                  <a:fillRect b="-1681" l="-1043" r="-52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7E1AC0A-A1B4-C580-78E5-C08D2BD11DAA}"/>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1F38FF0F-E381-01A6-D69C-98B036D0B95A}"/>
              </a:ext>
            </a:extLst>
          </p:cNvPr>
          <p:cNvSpPr>
            <a:spLocks noGrp="1"/>
          </p:cNvSpPr>
          <p:nvPr>
            <p:ph idx="12" sz="quarter" type="sldNum"/>
          </p:nvPr>
        </p:nvSpPr>
        <p:spPr/>
        <p:txBody>
          <a:bodyPr/>
          <a:lstStyle/>
          <a:p>
            <a:fld id="{330EA680-D336-4FF7-8B7A-9848BB0A1C32}" type="slidenum">
              <a:rPr lang="en-US" smtClean="0">
                <a:solidFill>
                  <a:srgbClr val="000000"/>
                </a:solidFill>
              </a:rPr>
              <a:t>21</a:t>
            </a:fld>
            <a:endParaRPr dirty="0" lang="en-US"/>
          </a:p>
        </p:txBody>
      </p:sp>
    </p:spTree>
    <p:extLst>
      <p:ext uri="{BB962C8B-B14F-4D97-AF65-F5344CB8AC3E}">
        <p14:creationId xmlns:p14="http://schemas.microsoft.com/office/powerpoint/2010/main" val="3944687207"/>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58CA403-646A-BBBF-8729-0485946CD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1C88-DDAF-E6B0-8A56-94F041BDA363}"/>
              </a:ext>
            </a:extLst>
          </p:cNvPr>
          <p:cNvSpPr>
            <a:spLocks noGrp="1"/>
          </p:cNvSpPr>
          <p:nvPr>
            <p:ph type="title"/>
          </p:nvPr>
        </p:nvSpPr>
        <p:spPr>
          <a:xfrm>
            <a:off x="442889" y="305659"/>
            <a:ext cx="10515600" cy="1325563"/>
          </a:xfrm>
        </p:spPr>
        <p:txBody>
          <a:bodyPr/>
          <a:lstStyle/>
          <a:p>
            <a:r>
              <a:rPr dirty="0" lang="en-US"/>
              <a:t>The Linear Model </a:t>
            </a:r>
          </a:p>
        </p:txBody>
      </p:sp>
      <p:pic>
        <p:nvPicPr>
          <p:cNvPr id="7" name="Content Placeholder 6" descr="regression line for housing data with point of averages ">
            <a:extLst>
              <a:ext uri="{FF2B5EF4-FFF2-40B4-BE49-F238E27FC236}">
                <a16:creationId xmlns:a16="http://schemas.microsoft.com/office/drawing/2014/main" id="{58CF2948-AB7D-8B30-53E4-EEF0406B7A82}"/>
              </a:ext>
            </a:extLst>
          </p:cNvPr>
          <p:cNvPicPr>
            <a:picLocks noChangeAspect="1" noGrp="1"/>
          </p:cNvPicPr>
          <p:nvPr>
            <p:ph idx="1"/>
          </p:nvPr>
        </p:nvPicPr>
        <p:blipFill>
          <a:blip r:embed="rId2"/>
          <a:stretch>
            <a:fillRect/>
          </a:stretch>
        </p:blipFill>
        <p:spPr>
          <a:xfrm>
            <a:off x="442889" y="1333566"/>
            <a:ext cx="8268553" cy="5022784"/>
          </a:xfrm>
          <a:prstGeom prst="rect">
            <a:avLst/>
          </a:prstGeom>
        </p:spPr>
      </p:pic>
      <p:sp>
        <p:nvSpPr>
          <p:cNvPr id="4" name="Footer Placeholder 3">
            <a:extLst>
              <a:ext uri="{FF2B5EF4-FFF2-40B4-BE49-F238E27FC236}">
                <a16:creationId xmlns:a16="http://schemas.microsoft.com/office/drawing/2014/main" id="{8F60A213-5C50-6256-ECC0-4465D2B5EC2D}"/>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069D29E1-4CC4-922F-4EAC-EE75D9905435}"/>
              </a:ext>
            </a:extLst>
          </p:cNvPr>
          <p:cNvSpPr>
            <a:spLocks noGrp="1"/>
          </p:cNvSpPr>
          <p:nvPr>
            <p:ph idx="12" sz="quarter" type="sldNum"/>
          </p:nvPr>
        </p:nvSpPr>
        <p:spPr/>
        <p:txBody>
          <a:bodyPr/>
          <a:lstStyle/>
          <a:p>
            <a:fld id="{330EA680-D336-4FF7-8B7A-9848BB0A1C32}" type="slidenum">
              <a:rPr lang="en-US" smtClean="0">
                <a:solidFill>
                  <a:srgbClr val="000000"/>
                </a:solidFill>
              </a:rPr>
              <a:t>22</a:t>
            </a:fld>
            <a:endParaRPr dirty="0"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927F591-DA7C-43EE-9ED6-EE2B43146C36}"/>
                  </a:ext>
                </a:extLst>
              </p14:cNvPr>
              <p14:cNvContentPartPr/>
              <p14:nvPr/>
            </p14:nvContentPartPr>
            <p14:xfrm>
              <a:off x="4943544" y="3602776"/>
              <a:ext cx="95040" cy="117720"/>
            </p14:xfrm>
          </p:contentPart>
        </mc:Choice>
        <mc:Fallback>
          <p:pic>
            <p:nvPicPr>
              <p:cNvPr id="3" name="Ink 2">
                <a:extLst>
                  <a:ext uri="{FF2B5EF4-FFF2-40B4-BE49-F238E27FC236}">
                    <a16:creationId xmlns:a16="http://schemas.microsoft.com/office/drawing/2014/main" id="{7927F591-DA7C-43EE-9ED6-EE2B43146C36}"/>
                  </a:ext>
                </a:extLst>
              </p:cNvPr>
              <p:cNvPicPr/>
              <p:nvPr/>
            </p:nvPicPr>
            <p:blipFill>
              <a:blip r:embed="rId4"/>
              <a:stretch>
                <a:fillRect/>
              </a:stretch>
            </p:blipFill>
            <p:spPr>
              <a:xfrm>
                <a:off x="4937424" y="3596656"/>
                <a:ext cx="107280" cy="129960"/>
              </a:xfrm>
              <a:prstGeom prst="rect">
                <a:avLst/>
              </a:prstGeom>
            </p:spPr>
          </p:pic>
        </mc:Fallback>
      </mc:AlternateContent>
      <mc:AlternateContent xmlns:a14="http://schemas.microsoft.com/office/drawing/2010/main" xmlns:mc="http://schemas.openxmlformats.org/markup-compatibility/2006">
        <mc:Choice Requires="a14">
          <p:sp>
            <p:nvSpPr>
              <p:cNvPr id="6" name="TextBox 5">
                <a:extLst>
                  <a:ext uri="{FF2B5EF4-FFF2-40B4-BE49-F238E27FC236}">
                    <a16:creationId xmlns:a16="http://schemas.microsoft.com/office/drawing/2014/main" id="{B0B0ED3F-4F74-82BE-9C44-89DF09704AAE}"/>
                  </a:ext>
                </a:extLst>
              </p:cNvPr>
              <p:cNvSpPr txBox="1"/>
              <p:nvPr/>
            </p:nvSpPr>
            <p:spPr>
              <a:xfrm>
                <a:off x="8610600" y="1364382"/>
                <a:ext cx="2891830" cy="369332"/>
              </a:xfrm>
              <a:prstGeom prst="rect">
                <a:avLst/>
              </a:prstGeom>
              <a:noFill/>
            </p:spPr>
            <p:txBody>
              <a:bodyPr rtlCol="0" wrap="square">
                <a:spAutoFit/>
              </a:bodyPr>
              <a:lstStyle/>
              <a:p>
                <a:pPr/>
                <a14:m>
                  <m:oMathPara xmlns:m="http://schemas.openxmlformats.org/officeDocument/2006/math">
                    <m:oMath>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𝑦</m:t>
                          </m:r>
                        </m:e>
                      </m:acc>
                      <m:r>
                        <a:rPr b="0" i="1" lang="en-US" smtClean="0">
                          <a:latin charset="0" panose="02040503050406030204" pitchFamily="18" typeface="Cambria Math"/>
                        </a:rPr>
                        <m:t>=160.1939+0.0992</m:t>
                      </m:r>
                      <m:r>
                        <a:rPr b="0" i="1" lang="en-US" smtClean="0">
                          <a:latin charset="0" panose="02040503050406030204" pitchFamily="18" typeface="Cambria Math"/>
                        </a:rPr>
                        <m:t>𝑥</m:t>
                      </m:r>
                    </m:oMath>
                  </m:oMathPara>
                </a14:m>
                <a:endParaRPr dirty="0" lang="en-US"/>
              </a:p>
            </p:txBody>
          </p:sp>
        </mc:Choice>
        <mc:Fallback>
          <p:sp>
            <p:nvSpPr>
              <p:cNvPr id="6" name="TextBox 5">
                <a:extLst>
                  <a:ext uri="{FF2B5EF4-FFF2-40B4-BE49-F238E27FC236}">
                    <a16:creationId xmlns:a16="http://schemas.microsoft.com/office/drawing/2014/main" id="{B0B0ED3F-4F74-82BE-9C44-89DF09704AAE}"/>
                  </a:ext>
                </a:extLst>
              </p:cNvPr>
              <p:cNvSpPr txBox="1">
                <a:spLocks noAdjustHandles="1" noChangeArrowheads="1" noChangeAspect="1" noChangeShapeType="1" noEditPoints="1" noMove="1" noResize="1" noRot="1" noTextEdit="1"/>
              </p:cNvSpPr>
              <p:nvPr/>
            </p:nvSpPr>
            <p:spPr>
              <a:xfrm>
                <a:off x="8610600" y="1364382"/>
                <a:ext cx="2891830" cy="369332"/>
              </a:xfrm>
              <a:prstGeom prst="rect">
                <a:avLst/>
              </a:prstGeom>
              <a:blipFill>
                <a:blip r:embed="rId5"/>
                <a:stretch>
                  <a:fillRect b="-6667" t="-6667"/>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9" name="TextBox 8">
                <a:extLst>
                  <a:ext uri="{FF2B5EF4-FFF2-40B4-BE49-F238E27FC236}">
                    <a16:creationId xmlns:a16="http://schemas.microsoft.com/office/drawing/2014/main" id="{D74DBE42-067D-D2D3-8E66-E2B0B8A19077}"/>
                  </a:ext>
                </a:extLst>
              </p:cNvPr>
              <p:cNvSpPr txBox="1"/>
              <p:nvPr/>
            </p:nvSpPr>
            <p:spPr>
              <a:xfrm>
                <a:off x="8587456" y="1884770"/>
                <a:ext cx="3604544" cy="374911"/>
              </a:xfrm>
              <a:prstGeom prst="rect">
                <a:avLst/>
              </a:prstGeom>
              <a:noFill/>
            </p:spPr>
            <p:txBody>
              <a:bodyPr rtlCol="0" wrap="square">
                <a:spAutoFit/>
              </a:bodyPr>
              <a:lstStyle/>
              <a:p>
                <a:pPr/>
                <a14:m>
                  <m:oMathPara xmlns:m="http://schemas.openxmlformats.org/officeDocument/2006/math">
                    <m:oMath>
                      <m:acc>
                        <m:accPr>
                          <m:chr m:val="̂"/>
                          <m:ctrlPr>
                            <a:rPr b="0" i="1" lang="en-US" smtClean="0">
                              <a:latin charset="0" panose="02040503050406030204" pitchFamily="18" typeface="Cambria Math"/>
                            </a:rPr>
                          </m:ctrlPr>
                        </m:accPr>
                        <m:e>
                          <m:r>
                            <a:rPr b="0" i="1" lang="en-US" smtClean="0">
                              <a:latin charset="0" panose="02040503050406030204" pitchFamily="18" typeface="Cambria Math"/>
                            </a:rPr>
                            <m:t>𝑝𝑟𝑖𝑐𝑒</m:t>
                          </m:r>
                        </m:e>
                      </m:acc>
                      <m:r>
                        <a:rPr b="0" i="1" lang="en-US" smtClean="0">
                          <a:latin charset="0" panose="02040503050406030204" pitchFamily="18" typeface="Cambria Math"/>
                        </a:rPr>
                        <m:t>=160.1939+0.0992</m:t>
                      </m:r>
                      <m:r>
                        <a:rPr b="0" i="1" lang="en-US" smtClean="0">
                          <a:latin charset="0" panose="02040503050406030204" pitchFamily="18" typeface="Cambria Math"/>
                        </a:rPr>
                        <m:t>𝑠𝑖𝑧𝑒</m:t>
                      </m:r>
                    </m:oMath>
                  </m:oMathPara>
                </a14:m>
                <a:endParaRPr dirty="0" lang="en-US"/>
              </a:p>
            </p:txBody>
          </p:sp>
        </mc:Choice>
        <mc:Fallback>
          <p:sp>
            <p:nvSpPr>
              <p:cNvPr id="9" name="TextBox 8">
                <a:extLst>
                  <a:ext uri="{FF2B5EF4-FFF2-40B4-BE49-F238E27FC236}">
                    <a16:creationId xmlns:a16="http://schemas.microsoft.com/office/drawing/2014/main" id="{D74DBE42-067D-D2D3-8E66-E2B0B8A19077}"/>
                  </a:ext>
                </a:extLst>
              </p:cNvPr>
              <p:cNvSpPr txBox="1">
                <a:spLocks noAdjustHandles="1" noChangeArrowheads="1" noChangeAspect="1" noChangeShapeType="1" noEditPoints="1" noMove="1" noResize="1" noRot="1" noTextEdit="1"/>
              </p:cNvSpPr>
              <p:nvPr/>
            </p:nvSpPr>
            <p:spPr>
              <a:xfrm>
                <a:off x="8587456" y="1884770"/>
                <a:ext cx="3604544" cy="374911"/>
              </a:xfrm>
              <a:prstGeom prst="rect">
                <a:avLst/>
              </a:prstGeom>
              <a:blipFill>
                <a:blip r:embed="rId6"/>
                <a:stretch>
                  <a:fillRect b="-12903" t="-3226"/>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11" name="TextBox 10">
                <a:extLst>
                  <a:ext uri="{FF2B5EF4-FFF2-40B4-BE49-F238E27FC236}">
                    <a16:creationId xmlns:a16="http://schemas.microsoft.com/office/drawing/2014/main" id="{11A84CCC-0B67-4A78-08FB-57A7788CBA5A}"/>
                  </a:ext>
                </a:extLst>
              </p:cNvPr>
              <p:cNvSpPr txBox="1"/>
              <p:nvPr/>
            </p:nvSpPr>
            <p:spPr>
              <a:xfrm>
                <a:off x="8711442" y="3720496"/>
                <a:ext cx="2553121" cy="639983"/>
              </a:xfrm>
              <a:prstGeom prst="rect">
                <a:avLst/>
              </a:prstGeom>
              <a:noFill/>
            </p:spPr>
            <p:txBody>
              <a:bodyPr rtlCol="0" wrap="square">
                <a:spAutoFit/>
              </a:bodyPr>
              <a:lstStyle/>
              <a:p>
                <a:pPr/>
                <a14:m>
                  <m:oMathPara xmlns:m="http://schemas.openxmlformats.org/officeDocument/2006/math">
                    <m:oMath>
                      <m:r>
                        <a:rPr b="0" i="1" lang="en-US" smtClean="0">
                          <a:latin charset="0" panose="02040503050406030204" pitchFamily="18" typeface="Cambria Math"/>
                        </a:rPr>
                        <m:t>𝑝𝑜𝑖𝑛𝑡</m:t>
                      </m:r>
                      <m:r>
                        <a:rPr b="0" i="1" lang="en-US" smtClean="0">
                          <a:latin charset="0" panose="02040503050406030204" pitchFamily="18" typeface="Cambria Math"/>
                        </a:rPr>
                        <m:t> </m:t>
                      </m:r>
                      <m:r>
                        <a:rPr b="0" i="1" lang="en-US" smtClean="0">
                          <a:latin charset="0" panose="02040503050406030204" pitchFamily="18" typeface="Cambria Math"/>
                        </a:rPr>
                        <m:t>𝑜𝑓</m:t>
                      </m:r>
                      <m:r>
                        <a:rPr b="0" i="1" lang="en-US" smtClean="0">
                          <a:latin charset="0" panose="02040503050406030204" pitchFamily="18" typeface="Cambria Math"/>
                        </a:rPr>
                        <m:t> </m:t>
                      </m:r>
                      <m:r>
                        <a:rPr b="0" i="1" lang="en-US" smtClean="0">
                          <a:latin charset="0" panose="02040503050406030204" pitchFamily="18" typeface="Cambria Math"/>
                        </a:rPr>
                        <m:t>𝑎𝑣𝑒𝑟𝑎𝑔𝑒𝑠</m:t>
                      </m:r>
                      <m:r>
                        <a:rPr b="0" i="1" lang="en-US" smtClean="0">
                          <a:latin charset="0" panose="02040503050406030204" pitchFamily="18" typeface="Cambria Math"/>
                        </a:rPr>
                        <m:t>=(2891.25, 447)</m:t>
                      </m:r>
                    </m:oMath>
                  </m:oMathPara>
                </a14:m>
                <a:endParaRPr dirty="0" lang="en-US"/>
              </a:p>
            </p:txBody>
          </p:sp>
        </mc:Choice>
        <mc:Fallback>
          <p:sp>
            <p:nvSpPr>
              <p:cNvPr id="11" name="TextBox 10">
                <a:extLst>
                  <a:ext uri="{FF2B5EF4-FFF2-40B4-BE49-F238E27FC236}">
                    <a16:creationId xmlns:a16="http://schemas.microsoft.com/office/drawing/2014/main" id="{11A84CCC-0B67-4A78-08FB-57A7788CBA5A}"/>
                  </a:ext>
                </a:extLst>
              </p:cNvPr>
              <p:cNvSpPr txBox="1">
                <a:spLocks noAdjustHandles="1" noChangeArrowheads="1" noChangeAspect="1" noChangeShapeType="1" noEditPoints="1" noMove="1" noResize="1" noRot="1" noTextEdit="1"/>
              </p:cNvSpPr>
              <p:nvPr/>
            </p:nvSpPr>
            <p:spPr>
              <a:xfrm>
                <a:off x="8711442" y="3720496"/>
                <a:ext cx="2553121" cy="639983"/>
              </a:xfrm>
              <a:prstGeom prst="rect">
                <a:avLst/>
              </a:prstGeom>
              <a:blipFill>
                <a:blip r:embed="rId7"/>
                <a:stretch>
                  <a:fillRect b="-7619"/>
                </a:stretch>
              </a:blipFill>
            </p:spPr>
            <p:txBody>
              <a:bodyPr/>
              <a:lstStyle/>
              <a:p>
                <a:r>
                  <a:rPr lang="en-US">
                    <a:noFill/>
                  </a:rPr>
                  <a:t> </a:t>
                </a:r>
              </a:p>
            </p:txBody>
          </p:sp>
        </mc:Fallback>
      </mc:AlternateContent>
    </p:spTree>
    <p:extLst>
      <p:ext uri="{BB962C8B-B14F-4D97-AF65-F5344CB8AC3E}">
        <p14:creationId xmlns:p14="http://schemas.microsoft.com/office/powerpoint/2010/main" val="367795285"/>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303A5-3ADE-4DEF-D954-54F612FDC5D0}"/>
              </a:ext>
            </a:extLst>
          </p:cNvPr>
          <p:cNvSpPr>
            <a:spLocks noGrp="1"/>
          </p:cNvSpPr>
          <p:nvPr>
            <p:ph type="title"/>
          </p:nvPr>
        </p:nvSpPr>
        <p:spPr/>
        <p:txBody>
          <a:bodyPr/>
          <a:lstStyle/>
          <a:p>
            <a:r>
              <a:rPr dirty="0" lang="en-US"/>
              <a:t>Practice</a:t>
            </a:r>
          </a:p>
        </p:txBody>
      </p:sp>
      <p:sp>
        <p:nvSpPr>
          <p:cNvPr id="3" name="Content Placeholder 2">
            <a:extLst>
              <a:ext uri="{FF2B5EF4-FFF2-40B4-BE49-F238E27FC236}">
                <a16:creationId xmlns:a16="http://schemas.microsoft.com/office/drawing/2014/main" id="{CEDFF1F2-C6BB-38F8-59E6-F2CB62083AF0}"/>
              </a:ext>
            </a:extLst>
          </p:cNvPr>
          <p:cNvSpPr>
            <a:spLocks noGrp="1"/>
          </p:cNvSpPr>
          <p:nvPr>
            <p:ph idx="1"/>
          </p:nvPr>
        </p:nvSpPr>
        <p:spPr/>
        <p:txBody>
          <a:bodyPr/>
          <a:lstStyle/>
          <a:p>
            <a:pPr indent="-514350" marL="514350">
              <a:buFont typeface="+mj-lt"/>
              <a:buAutoNum type="arabicPeriod"/>
            </a:pPr>
            <a:r>
              <a:rPr dirty="0" lang="en-US"/>
              <a:t>What is the predicted price of a house with a size of 2,750 square feet? </a:t>
            </a:r>
          </a:p>
          <a:p>
            <a:pPr indent="-514350" marL="514350">
              <a:buFont typeface="+mj-lt"/>
              <a:buAutoNum type="arabicPeriod"/>
            </a:pPr>
            <a:r>
              <a:rPr dirty="0" lang="en-US"/>
              <a:t>What is the predicted price of a house with a size of 2,500 square feet? </a:t>
            </a:r>
          </a:p>
          <a:p>
            <a:pPr indent="-514350" marL="514350">
              <a:buFont typeface="+mj-lt"/>
              <a:buAutoNum type="arabicPeriod"/>
            </a:pPr>
            <a:r>
              <a:rPr dirty="0" lang="en-US"/>
              <a:t>$450,000 is the predicted price of a house based on what size?</a:t>
            </a:r>
          </a:p>
          <a:p>
            <a:pPr indent="-514350" marL="514350">
              <a:buFont typeface="+mj-lt"/>
              <a:buAutoNum type="arabicPeriod"/>
            </a:pPr>
            <a:r>
              <a:rPr dirty="0" lang="en-US"/>
              <a:t>If a house decreased in size by 200 square feet, by how much would the price change? </a:t>
            </a:r>
          </a:p>
        </p:txBody>
      </p:sp>
      <p:sp>
        <p:nvSpPr>
          <p:cNvPr id="4" name="Footer Placeholder 3">
            <a:extLst>
              <a:ext uri="{FF2B5EF4-FFF2-40B4-BE49-F238E27FC236}">
                <a16:creationId xmlns:a16="http://schemas.microsoft.com/office/drawing/2014/main" id="{E1F00013-AFCC-F6A8-C99E-583BC912ECCB}"/>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0A3DD8F8-681F-B11D-E31D-014B325241B3}"/>
              </a:ext>
            </a:extLst>
          </p:cNvPr>
          <p:cNvSpPr>
            <a:spLocks noGrp="1"/>
          </p:cNvSpPr>
          <p:nvPr>
            <p:ph idx="12" sz="quarter" type="sldNum"/>
          </p:nvPr>
        </p:nvSpPr>
        <p:spPr/>
        <p:txBody>
          <a:bodyPr/>
          <a:lstStyle/>
          <a:p>
            <a:fld id="{330EA680-D336-4FF7-8B7A-9848BB0A1C32}" type="slidenum">
              <a:rPr lang="en-US" smtClean="0">
                <a:solidFill>
                  <a:srgbClr val="000000"/>
                </a:solidFill>
              </a:rPr>
              <a:t>23</a:t>
            </a:fld>
            <a:endParaRPr dirty="0" lang="en-US"/>
          </a:p>
        </p:txBody>
      </p:sp>
    </p:spTree>
    <p:extLst>
      <p:ext uri="{BB962C8B-B14F-4D97-AF65-F5344CB8AC3E}">
        <p14:creationId xmlns:p14="http://schemas.microsoft.com/office/powerpoint/2010/main" val="711152282"/>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C4731-164B-BB32-6BA5-355F034449E4}"/>
              </a:ext>
            </a:extLst>
          </p:cNvPr>
          <p:cNvSpPr>
            <a:spLocks noGrp="1"/>
          </p:cNvSpPr>
          <p:nvPr>
            <p:ph type="title"/>
          </p:nvPr>
        </p:nvSpPr>
        <p:spPr/>
        <p:txBody>
          <a:bodyPr/>
          <a:lstStyle/>
          <a:p>
            <a:r>
              <a:rPr dirty="0" lang="en-US"/>
              <a:t>Interpretations – predicted y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D04795E0-EF19-1B1A-7BCC-0459686226EB}"/>
                  </a:ext>
                </a:extLst>
              </p:cNvPr>
              <p:cNvSpPr>
                <a:spLocks noGrp="1"/>
              </p:cNvSpPr>
              <p:nvPr>
                <p:ph idx="1"/>
              </p:nvPr>
            </p:nvSpPr>
            <p:spPr/>
            <p:txBody>
              <a:bodyPr>
                <a:normAutofit/>
              </a:bodyPr>
              <a:lstStyle/>
              <a:p>
                <a14:m>
                  <m:oMath xmlns:m="http://schemas.openxmlformats.org/officeDocument/2006/math">
                    <m:acc>
                      <m:accPr>
                        <m:chr m:val="̂"/>
                        <m:ctrlPr>
                          <a:rPr dirty="0" i="1" lang="en-US" smtClean="0">
                            <a:latin charset="0" panose="02040503050406030204" pitchFamily="18" typeface="Cambria Math"/>
                          </a:rPr>
                        </m:ctrlPr>
                      </m:accPr>
                      <m:e>
                        <m:r>
                          <a:rPr dirty="0" i="1" lang="en-US" smtClean="0">
                            <a:latin charset="0" panose="02040503050406030204" pitchFamily="18" typeface="Cambria Math"/>
                          </a:rPr>
                          <m:t>𝑦</m:t>
                        </m:r>
                      </m:e>
                    </m:acc>
                  </m:oMath>
                </a14:m>
                <a:r>
                  <a:rPr dirty="0" lang="en-US"/>
                  <a:t> (y-hat) is the average predicted outcome for a particular value of the x variable. </a:t>
                </a:r>
              </a:p>
              <a:p>
                <a:r>
                  <a:rPr dirty="0" lang="en-US"/>
                  <a:t>Example - For a house of 2,750 square feet, the price is predicted to be $432,988.30 on average, holding all else constant. </a:t>
                </a:r>
              </a:p>
              <a:p>
                <a:endParaRPr dirty="0" lang="en-US"/>
              </a:p>
            </p:txBody>
          </p:sp>
        </mc:Choice>
        <mc:Fallback>
          <p:sp>
            <p:nvSpPr>
              <p:cNvPr id="3" name="Content Placeholder 2">
                <a:extLst>
                  <a:ext uri="{FF2B5EF4-FFF2-40B4-BE49-F238E27FC236}">
                    <a16:creationId xmlns:a16="http://schemas.microsoft.com/office/drawing/2014/main" id="{D04795E0-EF19-1B1A-7BCC-0459686226EB}"/>
                  </a:ext>
                </a:extLst>
              </p:cNvPr>
              <p:cNvSpPr>
                <a:spLocks noAdjustHandles="1" noChangeArrowheads="1" noChangeAspect="1" noChangeShapeType="1" noEditPoints="1" noGrp="1" noMove="1" noResize="1" noRot="1" noTextEdit="1"/>
              </p:cNvSpPr>
              <p:nvPr>
                <p:ph idx="1"/>
              </p:nvPr>
            </p:nvSpPr>
            <p:spPr>
              <a:blipFill>
                <a:blip r:embed="rId2"/>
                <a:stretch>
                  <a:fillRect l="-1043" r="-1101"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5C0B59E-F73E-D22A-40B0-E97D3683E321}"/>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C3420FB0-EC04-C55E-0115-B5BF9582B893}"/>
              </a:ext>
            </a:extLst>
          </p:cNvPr>
          <p:cNvSpPr>
            <a:spLocks noGrp="1"/>
          </p:cNvSpPr>
          <p:nvPr>
            <p:ph idx="12" sz="quarter" type="sldNum"/>
          </p:nvPr>
        </p:nvSpPr>
        <p:spPr/>
        <p:txBody>
          <a:bodyPr/>
          <a:lstStyle/>
          <a:p>
            <a:fld id="{330EA680-D336-4FF7-8B7A-9848BB0A1C32}" type="slidenum">
              <a:rPr lang="en-US" smtClean="0">
                <a:solidFill>
                  <a:srgbClr val="000000"/>
                </a:solidFill>
              </a:rPr>
              <a:t>24</a:t>
            </a:fld>
            <a:endParaRPr dirty="0" lang="en-US"/>
          </a:p>
        </p:txBody>
      </p:sp>
    </p:spTree>
    <p:extLst>
      <p:ext uri="{BB962C8B-B14F-4D97-AF65-F5344CB8AC3E}">
        <p14:creationId xmlns:p14="http://schemas.microsoft.com/office/powerpoint/2010/main" val="2148046700"/>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CD681-8E93-F34C-70F9-EB0337E5AEF8}"/>
              </a:ext>
            </a:extLst>
          </p:cNvPr>
          <p:cNvSpPr>
            <a:spLocks noGrp="1"/>
          </p:cNvSpPr>
          <p:nvPr>
            <p:ph type="title"/>
          </p:nvPr>
        </p:nvSpPr>
        <p:spPr/>
        <p:txBody>
          <a:bodyPr/>
          <a:lstStyle/>
          <a:p>
            <a:r>
              <a:rPr dirty="0" lang="en-US"/>
              <a:t>Interpretations – slope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3BAA0A0-6FF8-7330-BAF7-DBE502A1B1AF}"/>
                  </a:ext>
                </a:extLst>
              </p:cNvPr>
              <p:cNvSpPr>
                <a:spLocks noGrp="1"/>
              </p:cNvSpPr>
              <p:nvPr>
                <p:ph idx="1"/>
              </p:nvPr>
            </p:nvSpPr>
            <p:spPr/>
            <p:txBody>
              <a:bodyPr/>
              <a:lstStyle/>
              <a:p>
                <a14:m>
                  <m:oMath xmlns:m="http://schemas.openxmlformats.org/officeDocument/2006/math">
                    <m:sSub>
                      <m:sSubPr>
                        <m:ctrlPr>
                          <a:rPr i="1" lang="en-US">
                            <a:latin charset="0" panose="02040503050406030204" pitchFamily="18" typeface="Cambria Math"/>
                          </a:rPr>
                        </m:ctrlPr>
                      </m:sSubPr>
                      <m:e>
                        <m:r>
                          <a:rPr i="1" lang="en-US">
                            <a:latin charset="0" panose="02040503050406030204" pitchFamily="18" typeface="Cambria Math"/>
                          </a:rPr>
                          <m:t>𝑏</m:t>
                        </m:r>
                      </m:e>
                      <m:sub>
                        <m:r>
                          <a:rPr lang="en-US">
                            <a:latin charset="0" panose="02040503050406030204" pitchFamily="18" typeface="Cambria Math"/>
                          </a:rPr>
                          <m:t>1</m:t>
                        </m:r>
                      </m:sub>
                    </m:sSub>
                  </m:oMath>
                </a14:m>
                <a:r>
                  <a:rPr dirty="0" lang="en-US"/>
                  <a:t> (slope): As the x variable increases by 1 unit, the y-hat variable is expected to increase/decrease by the value of the slope. </a:t>
                </a:r>
              </a:p>
              <a:p>
                <a:r>
                  <a:rPr dirty="0" lang="en-US"/>
                  <a:t>The slope is represented by y-units over x-units. </a:t>
                </a:r>
              </a:p>
              <a:p>
                <a:r>
                  <a:rPr dirty="0" lang="en-US"/>
                  <a:t>0.09919795</a:t>
                </a:r>
                <a14:m>
                  <m:oMath xmlns:m="http://schemas.openxmlformats.org/officeDocument/2006/math">
                    <m:f>
                      <m:fPr>
                        <m:ctrlPr>
                          <a:rPr b="0" i="1" lang="en-US" smtClean="0">
                            <a:latin charset="0" panose="02040503050406030204" pitchFamily="18" typeface="Cambria Math"/>
                          </a:rPr>
                        </m:ctrlPr>
                      </m:fPr>
                      <m:num>
                        <m:r>
                          <a:rPr b="0" i="1" lang="en-US" smtClean="0">
                            <a:latin charset="0" panose="02040503050406030204" pitchFamily="18" typeface="Cambria Math"/>
                          </a:rPr>
                          <m:t>$1,000</m:t>
                        </m:r>
                      </m:num>
                      <m:den>
                        <m:sSup>
                          <m:sSupPr>
                            <m:ctrlPr>
                              <a:rPr b="0" i="1" lang="en-US" smtClean="0">
                                <a:latin charset="0" panose="02040503050406030204" pitchFamily="18" typeface="Cambria Math"/>
                              </a:rPr>
                            </m:ctrlPr>
                          </m:sSupPr>
                          <m:e>
                            <m:r>
                              <a:rPr b="0" i="1" lang="en-US" smtClean="0">
                                <a:latin charset="0" panose="02040503050406030204" pitchFamily="18" typeface="Cambria Math"/>
                              </a:rPr>
                              <m:t>𝑓𝑡</m:t>
                            </m:r>
                          </m:e>
                          <m:sup>
                            <m:r>
                              <a:rPr b="0" i="1" lang="en-US" smtClean="0">
                                <a:latin charset="0" panose="02040503050406030204" pitchFamily="18" typeface="Cambria Math"/>
                              </a:rPr>
                              <m:t>2</m:t>
                            </m:r>
                          </m:sup>
                        </m:sSup>
                      </m:den>
                    </m:f>
                  </m:oMath>
                </a14:m>
                <a:r>
                  <a:rPr dirty="0" lang="en-US"/>
                  <a:t> or </a:t>
                </a:r>
                <a14:m>
                  <m:oMath xmlns:m="http://schemas.openxmlformats.org/officeDocument/2006/math">
                    <m:f>
                      <m:fPr>
                        <m:ctrlPr>
                          <a:rPr b="0" i="1" lang="en-US" smtClean="0">
                            <a:latin charset="0" panose="02040503050406030204" pitchFamily="18" typeface="Cambria Math"/>
                          </a:rPr>
                        </m:ctrlPr>
                      </m:fPr>
                      <m:num>
                        <m:r>
                          <a:rPr b="0" i="1" lang="en-US" smtClean="0">
                            <a:latin charset="0" panose="02040503050406030204" pitchFamily="18" typeface="Cambria Math"/>
                          </a:rPr>
                          <m:t>$99.19795</m:t>
                        </m:r>
                      </m:num>
                      <m:den>
                        <m:sSup>
                          <m:sSupPr>
                            <m:ctrlPr>
                              <a:rPr b="0" i="1" lang="en-US" smtClean="0">
                                <a:latin charset="0" panose="02040503050406030204" pitchFamily="18" typeface="Cambria Math"/>
                              </a:rPr>
                            </m:ctrlPr>
                          </m:sSupPr>
                          <m:e>
                            <m:r>
                              <a:rPr b="0" i="1" lang="en-US" smtClean="0">
                                <a:latin charset="0" panose="02040503050406030204" pitchFamily="18" typeface="Cambria Math"/>
                              </a:rPr>
                              <m:t>𝑓𝑡</m:t>
                            </m:r>
                          </m:e>
                          <m:sup>
                            <m:r>
                              <a:rPr b="0" i="1" lang="en-US" smtClean="0">
                                <a:latin charset="0" panose="02040503050406030204" pitchFamily="18" typeface="Cambria Math"/>
                              </a:rPr>
                              <m:t>2</m:t>
                            </m:r>
                          </m:sup>
                        </m:sSup>
                      </m:den>
                    </m:f>
                  </m:oMath>
                </a14:m>
                <a:endParaRPr dirty="0" lang="en-US"/>
              </a:p>
              <a:p>
                <a:r>
                  <a:rPr dirty="0" lang="en-US"/>
                  <a:t>Example - The slope of the regression line for housing data is 0.09919795 thousand dollars per square foot. </a:t>
                </a:r>
              </a:p>
              <a:p>
                <a:r>
                  <a:rPr dirty="0" lang="en-US"/>
                  <a:t>As the size increases by 1 square foot, the price increases on average by 99.19795 dollars, on average, holding all else constant.</a:t>
                </a:r>
              </a:p>
            </p:txBody>
          </p:sp>
        </mc:Choice>
        <mc:Fallback>
          <p:sp>
            <p:nvSpPr>
              <p:cNvPr id="3" name="Content Placeholder 2">
                <a:extLst>
                  <a:ext uri="{FF2B5EF4-FFF2-40B4-BE49-F238E27FC236}">
                    <a16:creationId xmlns:a16="http://schemas.microsoft.com/office/drawing/2014/main" id="{53BAA0A0-6FF8-7330-BAF7-DBE502A1B1AF}"/>
                  </a:ext>
                </a:extLst>
              </p:cNvPr>
              <p:cNvSpPr>
                <a:spLocks noAdjustHandles="1" noChangeArrowheads="1" noChangeAspect="1" noChangeShapeType="1" noEditPoints="1" noGrp="1" noMove="1" noResize="1" noRot="1" noTextEdit="1"/>
              </p:cNvSpPr>
              <p:nvPr>
                <p:ph idx="1"/>
              </p:nvPr>
            </p:nvSpPr>
            <p:spPr>
              <a:blipFill>
                <a:blip r:embed="rId2"/>
                <a:stretch>
                  <a:fillRect l="-1043" r="-928"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A6C39ED-854D-4083-0AA8-8A44EAFD971A}"/>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C3EFA473-BFA2-9C5F-424D-3669C84CFF2E}"/>
              </a:ext>
            </a:extLst>
          </p:cNvPr>
          <p:cNvSpPr>
            <a:spLocks noGrp="1"/>
          </p:cNvSpPr>
          <p:nvPr>
            <p:ph idx="12" sz="quarter" type="sldNum"/>
          </p:nvPr>
        </p:nvSpPr>
        <p:spPr/>
        <p:txBody>
          <a:bodyPr/>
          <a:lstStyle/>
          <a:p>
            <a:fld id="{330EA680-D336-4FF7-8B7A-9848BB0A1C32}" type="slidenum">
              <a:rPr lang="en-US" smtClean="0">
                <a:solidFill>
                  <a:srgbClr val="000000"/>
                </a:solidFill>
              </a:rPr>
              <a:t>25</a:t>
            </a:fld>
            <a:endParaRPr dirty="0" lang="en-US"/>
          </a:p>
        </p:txBody>
      </p:sp>
    </p:spTree>
    <p:extLst>
      <p:ext uri="{BB962C8B-B14F-4D97-AF65-F5344CB8AC3E}">
        <p14:creationId xmlns:p14="http://schemas.microsoft.com/office/powerpoint/2010/main" val="1941425642"/>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9C2C6-BD8D-B62E-0FDB-DC9876DF435B}"/>
              </a:ext>
            </a:extLst>
          </p:cNvPr>
          <p:cNvSpPr>
            <a:spLocks noGrp="1"/>
          </p:cNvSpPr>
          <p:nvPr>
            <p:ph type="title"/>
          </p:nvPr>
        </p:nvSpPr>
        <p:spPr/>
        <p:txBody>
          <a:bodyPr/>
          <a:lstStyle/>
          <a:p>
            <a:r>
              <a:rPr dirty="0" lang="en-US"/>
              <a:t>Interpretations – y-intercept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141F7579-8CA6-626D-9DCE-E32D557BB1E6}"/>
                  </a:ext>
                </a:extLst>
              </p:cNvPr>
              <p:cNvSpPr>
                <a:spLocks noGrp="1"/>
              </p:cNvSpPr>
              <p:nvPr>
                <p:ph idx="1"/>
              </p:nvPr>
            </p:nvSpPr>
            <p:spPr/>
            <p:txBody>
              <a:bodyPr>
                <a:normAutofit/>
              </a:bodyPr>
              <a:lstStyle/>
              <a:p>
                <a14:m>
                  <m:oMath xmlns:m="http://schemas.openxmlformats.org/officeDocument/2006/math">
                    <m:sSub>
                      <m:sSubPr>
                        <m:ctrlPr>
                          <a:rPr i="1" lang="en-US" smtClean="0">
                            <a:latin charset="0" panose="02040503050406030204" pitchFamily="18" typeface="Cambria Math"/>
                          </a:rPr>
                        </m:ctrlPr>
                      </m:sSubPr>
                      <m:e>
                        <m:r>
                          <a:rPr i="1" lang="en-US" smtClean="0">
                            <a:latin charset="0" panose="02040503050406030204" pitchFamily="18" typeface="Cambria Math"/>
                          </a:rPr>
                          <m:t>𝑏</m:t>
                        </m:r>
                      </m:e>
                      <m:sub>
                        <m:r>
                          <a:rPr i="0" lang="en-US" smtClean="0">
                            <a:latin charset="0" panose="02040503050406030204" pitchFamily="18" typeface="Cambria Math"/>
                          </a:rPr>
                          <m:t>0</m:t>
                        </m:r>
                      </m:sub>
                    </m:sSub>
                  </m:oMath>
                </a14:m>
                <a:r>
                  <a:rPr dirty="0" lang="en-US"/>
                  <a:t> (y-intercept): The y-intercept only has a practical interpretation if x has both positive and negative values. </a:t>
                </a:r>
              </a:p>
              <a:p>
                <a:r>
                  <a:rPr dirty="0" lang="en-US"/>
                  <a:t>Example - The y-intercept for the regression line for the housing data is 160.19391458, meaning that when x = 0, </a:t>
                </a:r>
                <a:br>
                  <a:rPr dirty="0" lang="en-US"/>
                </a:br>
                <a:r>
                  <a:rPr dirty="0" lang="en-US"/>
                  <a:t>y-hat = 160.19391458. </a:t>
                </a:r>
              </a:p>
              <a:p>
                <a:r>
                  <a:rPr dirty="0" lang="en-US"/>
                  <a:t>Because the range of x-values does not contain both negative and positive values, this y-intercept has no practical interpretation (no real-life meaning).</a:t>
                </a:r>
              </a:p>
            </p:txBody>
          </p:sp>
        </mc:Choice>
        <mc:Fallback>
          <p:sp>
            <p:nvSpPr>
              <p:cNvPr id="3" name="Content Placeholder 2">
                <a:extLst>
                  <a:ext uri="{FF2B5EF4-FFF2-40B4-BE49-F238E27FC236}">
                    <a16:creationId xmlns:a16="http://schemas.microsoft.com/office/drawing/2014/main" id="{141F7579-8CA6-626D-9DCE-E32D557BB1E6}"/>
                  </a:ext>
                </a:extLst>
              </p:cNvPr>
              <p:cNvSpPr>
                <a:spLocks noAdjustHandles="1" noChangeArrowheads="1" noChangeAspect="1" noChangeShapeType="1" noEditPoints="1" noGrp="1" noMove="1" noResize="1" noRot="1" noTextEdit="1"/>
              </p:cNvSpPr>
              <p:nvPr>
                <p:ph idx="1"/>
              </p:nvPr>
            </p:nvSpPr>
            <p:spPr>
              <a:blipFill>
                <a:blip r:embed="rId2"/>
                <a:stretch>
                  <a:fillRect l="-1043" r="-812"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7A1582C-EB23-7C70-139D-58948D526BE8}"/>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4B5A69BA-D3D2-B4FA-325A-4A9AEA7567DE}"/>
              </a:ext>
            </a:extLst>
          </p:cNvPr>
          <p:cNvSpPr>
            <a:spLocks noGrp="1"/>
          </p:cNvSpPr>
          <p:nvPr>
            <p:ph idx="12" sz="quarter" type="sldNum"/>
          </p:nvPr>
        </p:nvSpPr>
        <p:spPr/>
        <p:txBody>
          <a:bodyPr/>
          <a:lstStyle/>
          <a:p>
            <a:fld id="{330EA680-D336-4FF7-8B7A-9848BB0A1C32}" type="slidenum">
              <a:rPr lang="en-US" smtClean="0">
                <a:solidFill>
                  <a:srgbClr val="000000"/>
                </a:solidFill>
              </a:rPr>
              <a:t>26</a:t>
            </a:fld>
            <a:endParaRPr dirty="0" lang="en-US"/>
          </a:p>
        </p:txBody>
      </p:sp>
    </p:spTree>
    <p:extLst>
      <p:ext uri="{BB962C8B-B14F-4D97-AF65-F5344CB8AC3E}">
        <p14:creationId xmlns:p14="http://schemas.microsoft.com/office/powerpoint/2010/main" val="2376556983"/>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mc:AlternateContent xmlns:a14="http://schemas.microsoft.com/office/drawing/2010/main" xmlns:mc="http://schemas.openxmlformats.org/markup-compatibility/2006">
        <mc:Choice Requires="a14">
          <p:sp>
            <p:nvSpPr>
              <p:cNvPr id="2" name="Title 1">
                <a:extLst>
                  <a:ext uri="{FF2B5EF4-FFF2-40B4-BE49-F238E27FC236}">
                    <a16:creationId xmlns:a16="http://schemas.microsoft.com/office/drawing/2014/main" id="{D168DEBF-DE83-B494-B50D-570E1C926320}"/>
                  </a:ext>
                </a:extLst>
              </p:cNvPr>
              <p:cNvSpPr>
                <a:spLocks noGrp="1"/>
              </p:cNvSpPr>
              <p:nvPr>
                <p:ph type="title"/>
              </p:nvPr>
            </p:nvSpPr>
            <p:spPr/>
            <p:txBody>
              <a:bodyPr/>
              <a:lstStyle/>
              <a:p>
                <a:r>
                  <a:rPr dirty="0" lang="en-US"/>
                  <a:t>The Coefficient of Determination (</a:t>
                </a:r>
                <a14:m>
                  <m:oMath xmlns:m="http://schemas.openxmlformats.org/officeDocument/2006/math">
                    <m:sSup>
                      <m:sSupPr>
                        <m:ctrlPr>
                          <a:rPr i="1" lang="en-US" smtClean="0">
                            <a:latin charset="0" panose="02040503050406030204" pitchFamily="18" typeface="Cambria Math"/>
                          </a:rPr>
                        </m:ctrlPr>
                      </m:sSupPr>
                      <m:e>
                        <m:r>
                          <a:rPr i="1" lang="en-US" smtClean="0">
                            <a:latin charset="0" panose="02040503050406030204" pitchFamily="18" typeface="Cambria Math"/>
                          </a:rPr>
                          <m:t>𝑟</m:t>
                        </m:r>
                      </m:e>
                      <m:sup>
                        <m:r>
                          <a:rPr i="0" lang="en-US" smtClean="0">
                            <a:latin charset="0" panose="02040503050406030204" pitchFamily="18" typeface="Cambria Math"/>
                          </a:rPr>
                          <m:t>2</m:t>
                        </m:r>
                      </m:sup>
                    </m:sSup>
                  </m:oMath>
                </a14:m>
                <a:r>
                  <a:rPr dirty="0" lang="en-US"/>
                  <a:t>)</a:t>
                </a:r>
              </a:p>
            </p:txBody>
          </p:sp>
        </mc:Choice>
        <mc:Fallback>
          <p:sp>
            <p:nvSpPr>
              <p:cNvPr id="2" name="Title 1">
                <a:extLst>
                  <a:ext uri="{FF2B5EF4-FFF2-40B4-BE49-F238E27FC236}">
                    <a16:creationId xmlns:a16="http://schemas.microsoft.com/office/drawing/2014/main" id="{D168DEBF-DE83-B494-B50D-570E1C926320}"/>
                  </a:ext>
                </a:extLst>
              </p:cNvPr>
              <p:cNvSpPr>
                <a:spLocks noAdjustHandles="1" noChangeArrowheads="1" noChangeAspect="1" noChangeShapeType="1" noEditPoints="1" noGrp="1" noMove="1" noResize="1" noRot="1" noTextEdit="1"/>
              </p:cNvSpPr>
              <p:nvPr>
                <p:ph type="title"/>
              </p:nvPr>
            </p:nvSpPr>
            <p:spPr>
              <a:blipFill>
                <a:blip r:embed="rId2"/>
                <a:stretch>
                  <a:fillRect l="-2377"/>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B4A78FDE-A9AD-AC80-B92C-2A66087AB4C8}"/>
                  </a:ext>
                </a:extLst>
              </p:cNvPr>
              <p:cNvSpPr>
                <a:spLocks noGrp="1"/>
              </p:cNvSpPr>
              <p:nvPr>
                <p:ph idx="1"/>
              </p:nvPr>
            </p:nvSpPr>
            <p:spPr/>
            <p:txBody>
              <a:bodyPr/>
              <a:lstStyle/>
              <a:p>
                <a:r>
                  <a:rPr dirty="0" lang="en-US"/>
                  <a:t>If we square the correlation coefficient r, then we obtain the coefficient of determination </a:t>
                </a:r>
                <a14:m>
                  <m:oMath xmlns:m="http://schemas.openxmlformats.org/officeDocument/2006/math">
                    <m:sSup>
                      <m:sSupPr>
                        <m:ctrlPr>
                          <a:rPr i="1" lang="en-US">
                            <a:latin charset="0" panose="02040503050406030204" pitchFamily="18" typeface="Cambria Math"/>
                          </a:rPr>
                        </m:ctrlPr>
                      </m:sSupPr>
                      <m:e>
                        <m:r>
                          <a:rPr i="1" lang="en-US">
                            <a:latin charset="0" panose="02040503050406030204" pitchFamily="18" typeface="Cambria Math"/>
                          </a:rPr>
                          <m:t>𝑟</m:t>
                        </m:r>
                      </m:e>
                      <m:sup>
                        <m:r>
                          <a:rPr lang="en-US">
                            <a:latin charset="0" panose="02040503050406030204" pitchFamily="18" typeface="Cambria Math"/>
                          </a:rPr>
                          <m:t>2</m:t>
                        </m:r>
                      </m:sup>
                    </m:sSup>
                  </m:oMath>
                </a14:m>
                <a:r>
                  <a:rPr dirty="0" lang="en-US"/>
                  <a:t>. </a:t>
                </a:r>
              </a:p>
              <a:p>
                <a:r>
                  <a:rPr dirty="0" lang="en-US"/>
                  <a:t>It represents the proportion of the variation in the outcome variable that is explained by the least-squares regression line.</a:t>
                </a:r>
              </a:p>
              <a:p>
                <a14:m>
                  <m:oMath xmlns:m="http://schemas.openxmlformats.org/officeDocument/2006/math">
                    <m:sSup>
                      <m:sSupPr>
                        <m:ctrlPr>
                          <a:rPr b="0" i="1" lang="en-US" smtClean="0">
                            <a:latin charset="0" panose="02040503050406030204" pitchFamily="18" typeface="Cambria Math"/>
                          </a:rPr>
                        </m:ctrlPr>
                      </m:sSupPr>
                      <m:e>
                        <m:r>
                          <a:rPr b="0" i="1" lang="en-US" smtClean="0">
                            <a:latin charset="0" panose="02040503050406030204" pitchFamily="18" typeface="Cambria Math"/>
                          </a:rPr>
                          <m:t>𝑟</m:t>
                        </m:r>
                      </m:e>
                      <m:sup>
                        <m:r>
                          <a:rPr b="0" i="1" lang="en-US" smtClean="0">
                            <a:latin charset="0" panose="02040503050406030204" pitchFamily="18" typeface="Cambria Math"/>
                          </a:rPr>
                          <m:t>2</m:t>
                        </m:r>
                      </m:sup>
                    </m:sSup>
                    <m:r>
                      <a:rPr b="0" i="1" lang="en-US" smtClean="0">
                        <a:latin charset="0" panose="02040503050406030204" pitchFamily="18" typeface="Cambria Math"/>
                      </a:rPr>
                      <m:t>=</m:t>
                    </m:r>
                    <m:f>
                      <m:fPr>
                        <m:ctrlPr>
                          <a:rPr b="0" i="1" lang="en-US" smtClean="0">
                            <a:latin charset="0" panose="02040503050406030204" pitchFamily="18" typeface="Cambria Math"/>
                          </a:rPr>
                        </m:ctrlPr>
                      </m:fPr>
                      <m:num>
                        <m:r>
                          <a:rPr b="0" i="1" lang="en-US" smtClean="0">
                            <a:latin charset="0" panose="02040503050406030204" pitchFamily="18" typeface="Cambria Math"/>
                          </a:rPr>
                          <m:t>𝑒𝑥𝑝𝑙𝑎𝑖𝑛𝑒𝑑</m:t>
                        </m:r>
                        <m:r>
                          <a:rPr b="0" i="1" lang="en-US" smtClean="0">
                            <a:latin charset="0" panose="02040503050406030204" pitchFamily="18" typeface="Cambria Math"/>
                          </a:rPr>
                          <m:t> </m:t>
                        </m:r>
                        <m:r>
                          <a:rPr b="0" i="1" lang="en-US" smtClean="0">
                            <a:latin charset="0" panose="02040503050406030204" pitchFamily="18" typeface="Cambria Math"/>
                          </a:rPr>
                          <m:t>𝑣𝑎𝑟𝑖𝑎𝑡𝑖𝑜𝑛</m:t>
                        </m:r>
                      </m:num>
                      <m:den>
                        <m:r>
                          <a:rPr b="0" i="1" lang="en-US" smtClean="0">
                            <a:latin charset="0" panose="02040503050406030204" pitchFamily="18" typeface="Cambria Math"/>
                          </a:rPr>
                          <m:t>𝑡𝑜𝑡𝑎𝑙</m:t>
                        </m:r>
                        <m:r>
                          <a:rPr b="0" i="1" lang="en-US" smtClean="0">
                            <a:latin charset="0" panose="02040503050406030204" pitchFamily="18" typeface="Cambria Math"/>
                          </a:rPr>
                          <m:t> </m:t>
                        </m:r>
                        <m:r>
                          <a:rPr b="0" i="1" lang="en-US" smtClean="0">
                            <a:latin charset="0" panose="02040503050406030204" pitchFamily="18" typeface="Cambria Math"/>
                          </a:rPr>
                          <m:t>𝑣𝑎𝑟𝑖𝑎𝑡𝑖𝑜𝑛</m:t>
                        </m:r>
                      </m:den>
                    </m:f>
                  </m:oMath>
                </a14:m>
                <a:endParaRPr dirty="0" lang="en-US"/>
              </a:p>
              <a:p>
                <a:r>
                  <a:rPr dirty="0" lang="en-US"/>
                  <a:t>Approximate interpretation: &lt;0.4 is weak; between 0.4 and 0.6 is medium; &gt;0.6 is strong. </a:t>
                </a:r>
              </a:p>
            </p:txBody>
          </p:sp>
        </mc:Choice>
        <mc:Fallback>
          <p:sp>
            <p:nvSpPr>
              <p:cNvPr id="3" name="Content Placeholder 2">
                <a:extLst>
                  <a:ext uri="{FF2B5EF4-FFF2-40B4-BE49-F238E27FC236}">
                    <a16:creationId xmlns:a16="http://schemas.microsoft.com/office/drawing/2014/main" id="{B4A78FDE-A9AD-AC80-B92C-2A66087AB4C8}"/>
                  </a:ext>
                </a:extLst>
              </p:cNvPr>
              <p:cNvSpPr>
                <a:spLocks noAdjustHandles="1" noChangeArrowheads="1" noChangeAspect="1" noChangeShapeType="1" noEditPoints="1" noGrp="1" noMove="1" noResize="1" noRot="1" noTextEdit="1"/>
              </p:cNvSpPr>
              <p:nvPr>
                <p:ph idx="1"/>
              </p:nvPr>
            </p:nvSpPr>
            <p:spPr>
              <a:blipFill>
                <a:blip r:embed="rId3"/>
                <a:stretch>
                  <a:fillRect l="-1043"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B1C608D-77C7-2A2F-F338-FB3E6ADC80E2}"/>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FE53E90F-9D8C-EAE3-0752-9341828515A3}"/>
              </a:ext>
            </a:extLst>
          </p:cNvPr>
          <p:cNvSpPr>
            <a:spLocks noGrp="1"/>
          </p:cNvSpPr>
          <p:nvPr>
            <p:ph idx="12" sz="quarter" type="sldNum"/>
          </p:nvPr>
        </p:nvSpPr>
        <p:spPr/>
        <p:txBody>
          <a:bodyPr/>
          <a:lstStyle/>
          <a:p>
            <a:fld id="{330EA680-D336-4FF7-8B7A-9848BB0A1C32}" type="slidenum">
              <a:rPr lang="en-US" smtClean="0">
                <a:solidFill>
                  <a:srgbClr val="000000"/>
                </a:solidFill>
              </a:rPr>
              <a:t>27</a:t>
            </a:fld>
            <a:endParaRPr dirty="0" lang="en-US"/>
          </a:p>
        </p:txBody>
      </p:sp>
    </p:spTree>
    <p:extLst>
      <p:ext uri="{BB962C8B-B14F-4D97-AF65-F5344CB8AC3E}">
        <p14:creationId xmlns:p14="http://schemas.microsoft.com/office/powerpoint/2010/main" val="606620145"/>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7" name="Content Placeholder 6" descr="explained variation ">
            <a:extLst>
              <a:ext uri="{FF2B5EF4-FFF2-40B4-BE49-F238E27FC236}">
                <a16:creationId xmlns:a16="http://schemas.microsoft.com/office/drawing/2014/main" id="{2A8354E3-D059-AE36-D6E4-A3D22F115CE9}"/>
              </a:ext>
            </a:extLst>
          </p:cNvPr>
          <p:cNvPicPr>
            <a:picLocks noChangeAspect="1" noGrp="1"/>
          </p:cNvPicPr>
          <p:nvPr>
            <p:ph idx="1"/>
          </p:nvPr>
        </p:nvPicPr>
        <p:blipFill>
          <a:blip r:embed="rId2"/>
          <a:stretch>
            <a:fillRect/>
          </a:stretch>
        </p:blipFill>
        <p:spPr>
          <a:xfrm>
            <a:off x="2609734" y="664765"/>
            <a:ext cx="9114733" cy="5528469"/>
          </a:xfrm>
          <a:prstGeom prst="rect">
            <a:avLst/>
          </a:prstGeom>
        </p:spPr>
      </p:pic>
      <p:sp>
        <p:nvSpPr>
          <p:cNvPr id="4" name="Footer Placeholder 3">
            <a:extLst>
              <a:ext uri="{FF2B5EF4-FFF2-40B4-BE49-F238E27FC236}">
                <a16:creationId xmlns:a16="http://schemas.microsoft.com/office/drawing/2014/main" id="{FDC39B07-B69E-B481-3DF7-D291D7C8E530}"/>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704350A0-EB9A-7DC2-4D17-9E67055F62FC}"/>
              </a:ext>
            </a:extLst>
          </p:cNvPr>
          <p:cNvSpPr>
            <a:spLocks noGrp="1"/>
          </p:cNvSpPr>
          <p:nvPr>
            <p:ph idx="12" sz="quarter" type="sldNum"/>
          </p:nvPr>
        </p:nvSpPr>
        <p:spPr/>
        <p:txBody>
          <a:bodyPr/>
          <a:lstStyle/>
          <a:p>
            <a:fld id="{330EA680-D336-4FF7-8B7A-9848BB0A1C32}" type="slidenum">
              <a:rPr lang="en-US" smtClean="0">
                <a:solidFill>
                  <a:srgbClr val="000000"/>
                </a:solidFill>
              </a:rPr>
              <a:t>28</a:t>
            </a:fld>
            <a:endParaRPr dirty="0" lang="en-US"/>
          </a:p>
        </p:txBody>
      </p:sp>
      <mc:AlternateContent xmlns:a14="http://schemas.microsoft.com/office/drawing/2010/main" xmlns:mc="http://schemas.openxmlformats.org/markup-compatibility/2006">
        <mc:Choice Requires="a14">
          <p:sp>
            <p:nvSpPr>
              <p:cNvPr id="2" name="Title 1">
                <a:extLst>
                  <a:ext uri="{FF2B5EF4-FFF2-40B4-BE49-F238E27FC236}">
                    <a16:creationId xmlns:a16="http://schemas.microsoft.com/office/drawing/2014/main" id="{2EC12433-868A-75F3-FB83-99C3A98E6E8A}"/>
                  </a:ext>
                </a:extLst>
              </p:cNvPr>
              <p:cNvSpPr>
                <a:spLocks noGrp="1"/>
              </p:cNvSpPr>
              <p:nvPr>
                <p:ph type="title"/>
              </p:nvPr>
            </p:nvSpPr>
            <p:spPr>
              <a:xfrm>
                <a:off x="94281" y="0"/>
                <a:ext cx="2610173" cy="1325563"/>
              </a:xfrm>
            </p:spPr>
            <p:txBody>
              <a:bodyPr/>
              <a:lstStyle/>
              <a:p>
                <a14:m>
                  <m:oMath xmlns:m="http://schemas.openxmlformats.org/officeDocument/2006/math">
                    <m:sSup>
                      <m:sSupPr>
                        <m:ctrlPr>
                          <a:rPr b="0" i="1" lang="en-US" smtClean="0">
                            <a:latin charset="0" panose="02040503050406030204" pitchFamily="18" typeface="Cambria Math"/>
                          </a:rPr>
                        </m:ctrlPr>
                      </m:sSupPr>
                      <m:e>
                        <m:r>
                          <a:rPr b="0" i="1" lang="en-US" smtClean="0">
                            <a:latin charset="0" panose="02040503050406030204" pitchFamily="18" typeface="Cambria Math"/>
                          </a:rPr>
                          <m:t>𝑟</m:t>
                        </m:r>
                      </m:e>
                      <m:sup>
                        <m:r>
                          <a:rPr b="0" i="1" lang="en-US" smtClean="0">
                            <a:latin charset="0" panose="02040503050406030204" pitchFamily="18" typeface="Cambria Math"/>
                          </a:rPr>
                          <m:t>2</m:t>
                        </m:r>
                      </m:sup>
                    </m:sSup>
                  </m:oMath>
                </a14:m>
                <a:r>
                  <a:rPr dirty="0" lang="en-US"/>
                  <a:t> visually </a:t>
                </a:r>
              </a:p>
            </p:txBody>
          </p:sp>
        </mc:Choice>
        <mc:Fallback>
          <p:sp>
            <p:nvSpPr>
              <p:cNvPr id="2" name="Title 1">
                <a:extLst>
                  <a:ext uri="{FF2B5EF4-FFF2-40B4-BE49-F238E27FC236}">
                    <a16:creationId xmlns:a16="http://schemas.microsoft.com/office/drawing/2014/main" id="{2EC12433-868A-75F3-FB83-99C3A98E6E8A}"/>
                  </a:ext>
                </a:extLst>
              </p:cNvPr>
              <p:cNvSpPr>
                <a:spLocks noAdjustHandles="1" noChangeArrowheads="1" noChangeAspect="1" noChangeShapeType="1" noEditPoints="1" noGrp="1" noMove="1" noResize="1" noRot="1" noTextEdit="1"/>
              </p:cNvSpPr>
              <p:nvPr>
                <p:ph type="title"/>
              </p:nvPr>
            </p:nvSpPr>
            <p:spPr>
              <a:xfrm>
                <a:off x="94281" y="0"/>
                <a:ext cx="2610173" cy="1325563"/>
              </a:xfrm>
              <a:blipFill>
                <a:blip r:embed="rId3"/>
                <a:stretch>
                  <a:fillRect r="-10490"/>
                </a:stretch>
              </a:blipFill>
            </p:spPr>
            <p:txBody>
              <a:bodyPr/>
              <a:lstStyle/>
              <a:p>
                <a:r>
                  <a:rPr lang="en-US">
                    <a:noFill/>
                  </a:rPr>
                  <a:t> </a:t>
                </a:r>
              </a:p>
            </p:txBody>
          </p:sp>
        </mc:Fallback>
      </mc:AlternateContent>
    </p:spTree>
    <p:extLst>
      <p:ext uri="{BB962C8B-B14F-4D97-AF65-F5344CB8AC3E}">
        <p14:creationId xmlns:p14="http://schemas.microsoft.com/office/powerpoint/2010/main" val="385899681"/>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7660-126B-BB10-154B-00B8D77E0FB0}"/>
              </a:ext>
            </a:extLst>
          </p:cNvPr>
          <p:cNvSpPr>
            <a:spLocks noGrp="1"/>
          </p:cNvSpPr>
          <p:nvPr>
            <p:ph type="title"/>
          </p:nvPr>
        </p:nvSpPr>
        <p:spPr/>
        <p:txBody>
          <a:bodyPr/>
          <a:lstStyle/>
          <a:p>
            <a:r>
              <a:rPr dirty="0" lang="en-US"/>
              <a:t>Housing Data Variation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8F4214C5-A4F3-D85D-9C1F-7E667FE77B6A}"/>
                  </a:ext>
                </a:extLst>
              </p:cNvPr>
              <p:cNvSpPr>
                <a:spLocks noGrp="1"/>
              </p:cNvSpPr>
              <p:nvPr>
                <p:ph idx="1"/>
              </p:nvPr>
            </p:nvSpPr>
            <p:spPr/>
            <p:txBody>
              <a:bodyPr/>
              <a:lstStyle/>
              <a:p>
                <a14:m>
                  <m:oMath xmlns:m="http://schemas.openxmlformats.org/officeDocument/2006/math">
                    <m:sSup>
                      <m:sSupPr>
                        <m:ctrlPr>
                          <a:rPr b="0" i="1" lang="en-US" smtClean="0">
                            <a:latin charset="0" panose="02040503050406030204" pitchFamily="18" typeface="Cambria Math"/>
                          </a:rPr>
                        </m:ctrlPr>
                      </m:sSupPr>
                      <m:e>
                        <m:r>
                          <a:rPr b="0" i="1" lang="en-US" smtClean="0">
                            <a:latin charset="0" panose="02040503050406030204" pitchFamily="18" typeface="Cambria Math"/>
                          </a:rPr>
                          <m:t>𝑟</m:t>
                        </m:r>
                      </m:e>
                      <m:sup>
                        <m:r>
                          <a:rPr b="0" i="1" lang="en-US" smtClean="0">
                            <a:latin charset="0" panose="02040503050406030204" pitchFamily="18" typeface="Cambria Math"/>
                          </a:rPr>
                          <m:t>2</m:t>
                        </m:r>
                      </m:sup>
                    </m:sSup>
                    <m:r>
                      <a:rPr b="0" i="1" lang="en-US" smtClean="0">
                        <a:latin charset="0" panose="02040503050406030204" pitchFamily="18" typeface="Cambria Math"/>
                      </a:rPr>
                      <m:t>=0.8110655</m:t>
                    </m:r>
                  </m:oMath>
                </a14:m>
                <a:endParaRPr dirty="0" lang="en-US"/>
              </a:p>
              <a:p>
                <a:r>
                  <a:rPr dirty="0" lang="en-US"/>
                  <a:t>Interpretation: 81.1% of the variation in selling price can be explained by the least-squares regression line (aka can be explained by the </a:t>
                </a:r>
                <a:r>
                  <a:rPr dirty="0" i="1" lang="en-US"/>
                  <a:t>size</a:t>
                </a:r>
                <a:r>
                  <a:rPr dirty="0" lang="en-US"/>
                  <a:t> variable).</a:t>
                </a:r>
              </a:p>
              <a:p>
                <a:r>
                  <a:rPr dirty="0" lang="en-US"/>
                  <a:t>That means that 18.9% of the variation cannot be explained by the model (is noise). </a:t>
                </a:r>
              </a:p>
            </p:txBody>
          </p:sp>
        </mc:Choice>
        <mc:Fallback>
          <p:sp>
            <p:nvSpPr>
              <p:cNvPr id="3" name="Content Placeholder 2">
                <a:extLst>
                  <a:ext uri="{FF2B5EF4-FFF2-40B4-BE49-F238E27FC236}">
                    <a16:creationId xmlns:a16="http://schemas.microsoft.com/office/drawing/2014/main" id="{8F4214C5-A4F3-D85D-9C1F-7E667FE77B6A}"/>
                  </a:ext>
                </a:extLst>
              </p:cNvPr>
              <p:cNvSpPr>
                <a:spLocks noAdjustHandles="1" noChangeArrowheads="1" noChangeAspect="1" noChangeShapeType="1" noEditPoints="1" noGrp="1" noMove="1" noResize="1" noRot="1" noTextEdit="1"/>
              </p:cNvSpPr>
              <p:nvPr>
                <p:ph idx="1"/>
              </p:nvPr>
            </p:nvSpPr>
            <p:spPr>
              <a:blipFill>
                <a:blip r:embed="rId2"/>
                <a:stretch>
                  <a:fillRect l="-1043" r="-11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69390F0-9B68-0A29-1ABB-9F8CF2A6C3BF}"/>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8BBA3F2E-5878-4F20-A5DD-C0EC0BDCA21C}"/>
              </a:ext>
            </a:extLst>
          </p:cNvPr>
          <p:cNvSpPr>
            <a:spLocks noGrp="1"/>
          </p:cNvSpPr>
          <p:nvPr>
            <p:ph idx="12" sz="quarter" type="sldNum"/>
          </p:nvPr>
        </p:nvSpPr>
        <p:spPr/>
        <p:txBody>
          <a:bodyPr/>
          <a:lstStyle/>
          <a:p>
            <a:fld id="{330EA680-D336-4FF7-8B7A-9848BB0A1C32}" type="slidenum">
              <a:rPr lang="en-US" smtClean="0">
                <a:solidFill>
                  <a:srgbClr val="000000"/>
                </a:solidFill>
              </a:rPr>
              <a:t>29</a:t>
            </a:fld>
            <a:endParaRPr dirty="0" lang="en-US"/>
          </a:p>
        </p:txBody>
      </p:sp>
    </p:spTree>
    <p:extLst>
      <p:ext uri="{BB962C8B-B14F-4D97-AF65-F5344CB8AC3E}">
        <p14:creationId xmlns:p14="http://schemas.microsoft.com/office/powerpoint/2010/main" val="1217898720"/>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29467-2549-2DAC-2731-3EDFAD5951F9}"/>
              </a:ext>
            </a:extLst>
          </p:cNvPr>
          <p:cNvSpPr>
            <a:spLocks noGrp="1"/>
          </p:cNvSpPr>
          <p:nvPr>
            <p:ph type="title"/>
          </p:nvPr>
        </p:nvSpPr>
        <p:spPr/>
        <p:txBody>
          <a:bodyPr/>
          <a:lstStyle/>
          <a:p>
            <a:r>
              <a:rPr dirty="0" lang="en-US"/>
              <a:t>Crickets Practice </a:t>
            </a:r>
          </a:p>
        </p:txBody>
      </p:sp>
      <p:sp>
        <p:nvSpPr>
          <p:cNvPr id="3" name="Content Placeholder 2">
            <a:extLst>
              <a:ext uri="{FF2B5EF4-FFF2-40B4-BE49-F238E27FC236}">
                <a16:creationId xmlns:a16="http://schemas.microsoft.com/office/drawing/2014/main" id="{B5375887-83E6-2C5F-106D-0F684DAC31AE}"/>
              </a:ext>
            </a:extLst>
          </p:cNvPr>
          <p:cNvSpPr>
            <a:spLocks noGrp="1"/>
          </p:cNvSpPr>
          <p:nvPr>
            <p:ph idx="1"/>
          </p:nvPr>
        </p:nvSpPr>
        <p:spPr>
          <a:xfrm>
            <a:off x="1616242" y="1847850"/>
            <a:ext cx="4014537" cy="4351338"/>
          </a:xfrm>
        </p:spPr>
        <p:txBody>
          <a:bodyPr/>
          <a:lstStyle/>
          <a:p>
            <a:pPr indent="0" marL="0">
              <a:buNone/>
            </a:pPr>
            <a:r>
              <a:rPr dirty="0" lang="en-US"/>
              <a:t>Practice: The table to the right displays data collected about the striped ground cricket, found </a:t>
            </a:r>
            <a:r>
              <a:rPr dirty="0" lang="en-US">
                <a:hlinkClick r:id="rId2"/>
              </a:rPr>
              <a:t>here</a:t>
            </a:r>
            <a:r>
              <a:rPr dirty="0" lang="en-US"/>
              <a:t>. The data is in your R script. Answer the questions on the next slide. </a:t>
            </a:r>
          </a:p>
          <a:p>
            <a:pPr indent="0" marL="0">
              <a:buNone/>
            </a:pPr>
            <a:endParaRPr dirty="0" lang="en-US"/>
          </a:p>
        </p:txBody>
      </p:sp>
      <p:sp>
        <p:nvSpPr>
          <p:cNvPr id="4" name="Footer Placeholder 3">
            <a:extLst>
              <a:ext uri="{FF2B5EF4-FFF2-40B4-BE49-F238E27FC236}">
                <a16:creationId xmlns:a16="http://schemas.microsoft.com/office/drawing/2014/main" id="{342D743B-24B6-A54F-60A9-F828AE760134}"/>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E3643946-1E4D-CF32-3390-F09A9E3F0A2F}"/>
              </a:ext>
            </a:extLst>
          </p:cNvPr>
          <p:cNvSpPr>
            <a:spLocks noGrp="1"/>
          </p:cNvSpPr>
          <p:nvPr>
            <p:ph idx="12" sz="quarter" type="sldNum"/>
          </p:nvPr>
        </p:nvSpPr>
        <p:spPr/>
        <p:txBody>
          <a:bodyPr/>
          <a:lstStyle/>
          <a:p>
            <a:fld id="{330EA680-D336-4FF7-8B7A-9848BB0A1C32}" type="slidenum">
              <a:rPr lang="en-US" smtClean="0">
                <a:solidFill>
                  <a:srgbClr val="000000"/>
                </a:solidFill>
              </a:rPr>
              <a:t>30</a:t>
            </a:fld>
            <a:endParaRPr dirty="0" lang="en-US"/>
          </a:p>
        </p:txBody>
      </p:sp>
      <p:pic>
        <p:nvPicPr>
          <p:cNvPr id="7" name="Picture 6" descr="copy of crickets data set ">
            <a:extLst>
              <a:ext uri="{FF2B5EF4-FFF2-40B4-BE49-F238E27FC236}">
                <a16:creationId xmlns:a16="http://schemas.microsoft.com/office/drawing/2014/main" id="{CBFEC773-5ED1-03B2-1EFA-6724436BBF19}"/>
              </a:ext>
            </a:extLst>
          </p:cNvPr>
          <p:cNvPicPr>
            <a:picLocks noChangeAspect="1"/>
          </p:cNvPicPr>
          <p:nvPr/>
        </p:nvPicPr>
        <p:blipFill>
          <a:blip r:embed="rId3"/>
          <a:stretch>
            <a:fillRect/>
          </a:stretch>
        </p:blipFill>
        <p:spPr>
          <a:xfrm>
            <a:off x="7085134" y="240452"/>
            <a:ext cx="3550781" cy="6377096"/>
          </a:xfrm>
          <a:prstGeom prst="rect">
            <a:avLst/>
          </a:prstGeom>
        </p:spPr>
      </p:pic>
    </p:spTree>
    <p:extLst>
      <p:ext uri="{BB962C8B-B14F-4D97-AF65-F5344CB8AC3E}">
        <p14:creationId xmlns:p14="http://schemas.microsoft.com/office/powerpoint/2010/main" val="1566932983"/>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8135-571A-20A0-FBF0-922857655343}"/>
              </a:ext>
            </a:extLst>
          </p:cNvPr>
          <p:cNvSpPr>
            <a:spLocks noGrp="1"/>
          </p:cNvSpPr>
          <p:nvPr>
            <p:ph type="title"/>
          </p:nvPr>
        </p:nvSpPr>
        <p:spPr>
          <a:xfrm>
            <a:off x="76200" y="136525"/>
            <a:ext cx="10515600" cy="680035"/>
          </a:xfrm>
        </p:spPr>
        <p:txBody>
          <a:bodyPr>
            <a:normAutofit fontScale="90000"/>
          </a:bodyPr>
          <a:lstStyle/>
          <a:p>
            <a:r>
              <a:rPr dirty="0" lang="en-US"/>
              <a:t>Crickets Practice, continued </a:t>
            </a:r>
          </a:p>
        </p:txBody>
      </p:sp>
      <p:sp>
        <p:nvSpPr>
          <p:cNvPr id="3" name="Content Placeholder 2">
            <a:extLst>
              <a:ext uri="{FF2B5EF4-FFF2-40B4-BE49-F238E27FC236}">
                <a16:creationId xmlns:a16="http://schemas.microsoft.com/office/drawing/2014/main" id="{32E78358-9073-CE76-A0FA-A4D56E97AE22}"/>
              </a:ext>
            </a:extLst>
          </p:cNvPr>
          <p:cNvSpPr>
            <a:spLocks noGrp="1"/>
          </p:cNvSpPr>
          <p:nvPr>
            <p:ph idx="1"/>
          </p:nvPr>
        </p:nvSpPr>
        <p:spPr>
          <a:xfrm>
            <a:off x="838200" y="995947"/>
            <a:ext cx="10515600" cy="5360403"/>
          </a:xfrm>
        </p:spPr>
        <p:txBody>
          <a:bodyPr>
            <a:normAutofit fontScale="70000" lnSpcReduction="20000"/>
          </a:bodyPr>
          <a:lstStyle/>
          <a:p>
            <a:pPr indent="-514350" marL="514350">
              <a:buFont typeface="+mj-lt"/>
              <a:buAutoNum type="arabicPeriod"/>
            </a:pPr>
            <a:r>
              <a:rPr dirty="0" lang="en-US"/>
              <a:t>Which variable is x and which is y? </a:t>
            </a:r>
          </a:p>
          <a:p>
            <a:pPr indent="-514350" marL="514350">
              <a:buFont typeface="+mj-lt"/>
              <a:buAutoNum type="arabicPeriod"/>
            </a:pPr>
            <a:r>
              <a:rPr dirty="0" lang="en-US"/>
              <a:t>How many observations are there? </a:t>
            </a:r>
          </a:p>
          <a:p>
            <a:pPr indent="-514350" marL="514350">
              <a:buFont typeface="+mj-lt"/>
              <a:buAutoNum type="arabicPeriod"/>
            </a:pPr>
            <a:r>
              <a:rPr dirty="0" lang="en-US"/>
              <a:t>Create a scatterplot. </a:t>
            </a:r>
          </a:p>
          <a:p>
            <a:pPr indent="-514350" marL="514350">
              <a:buFont typeface="+mj-lt"/>
              <a:buAutoNum type="arabicPeriod"/>
            </a:pPr>
            <a:r>
              <a:rPr dirty="0" lang="en-US"/>
              <a:t>What can we determine about the correlation from the scatterplot?</a:t>
            </a:r>
          </a:p>
          <a:p>
            <a:pPr indent="-514350" marL="514350">
              <a:buFont typeface="+mj-lt"/>
              <a:buAutoNum type="arabicPeriod"/>
            </a:pPr>
            <a:r>
              <a:rPr dirty="0" lang="en-US"/>
              <a:t>What is the correlation coefficient? What does it mean? </a:t>
            </a:r>
          </a:p>
          <a:p>
            <a:pPr indent="-514350" marL="514350">
              <a:buFont typeface="+mj-lt"/>
              <a:buAutoNum type="arabicPeriod"/>
            </a:pPr>
            <a:r>
              <a:rPr dirty="0" lang="en-US"/>
              <a:t>Compute the linear regression equation. </a:t>
            </a:r>
          </a:p>
          <a:p>
            <a:pPr indent="-514350" marL="514350">
              <a:buFont typeface="+mj-lt"/>
              <a:buAutoNum type="arabicPeriod"/>
            </a:pPr>
            <a:r>
              <a:rPr dirty="0" lang="en-US"/>
              <a:t>Interpret the y-intercept. </a:t>
            </a:r>
          </a:p>
          <a:p>
            <a:pPr indent="-514350" marL="514350">
              <a:buFont typeface="+mj-lt"/>
              <a:buAutoNum type="arabicPeriod"/>
            </a:pPr>
            <a:r>
              <a:rPr dirty="0" lang="en-US"/>
              <a:t>State and interpret the slope. </a:t>
            </a:r>
          </a:p>
          <a:p>
            <a:pPr indent="-514350" marL="514350">
              <a:buFont typeface="+mj-lt"/>
              <a:buAutoNum type="arabicPeriod"/>
            </a:pPr>
            <a:r>
              <a:rPr dirty="0" lang="en-US"/>
              <a:t>Compute and interpret the coefficient of determination.</a:t>
            </a:r>
          </a:p>
          <a:p>
            <a:pPr indent="-514350" marL="514350">
              <a:buFont typeface="+mj-lt"/>
              <a:buAutoNum type="arabicPeriod"/>
            </a:pPr>
            <a:r>
              <a:rPr dirty="0" lang="en-US"/>
              <a:t>What is the predicted frequency of chirps for 70°F? </a:t>
            </a:r>
          </a:p>
          <a:p>
            <a:pPr indent="-514350" marL="514350">
              <a:buFont typeface="+mj-lt"/>
              <a:buAutoNum type="arabicPeriod"/>
            </a:pPr>
            <a:r>
              <a:rPr dirty="0" lang="en-US"/>
              <a:t>What is the predicted frequency of chirps for 85°F? </a:t>
            </a:r>
          </a:p>
          <a:p>
            <a:pPr indent="-514350" marL="514350">
              <a:buFont typeface="+mj-lt"/>
              <a:buAutoNum type="arabicPeriod"/>
            </a:pPr>
            <a:r>
              <a:rPr dirty="0" lang="en-US"/>
              <a:t>If the temperature increases by 10°F, the frequency of chirps is expected to increase by how much? </a:t>
            </a:r>
          </a:p>
          <a:p>
            <a:pPr indent="0" marL="0">
              <a:buNone/>
            </a:pPr>
            <a:r>
              <a:rPr dirty="0" lang="en-US"/>
              <a:t>*</a:t>
            </a:r>
            <a:r>
              <a:rPr dirty="0" i="1" lang="en-US"/>
              <a:t>Review each answer. Pay close attention to the units of measure for each answer. Providing the wrong units of measure signifies a misunderstanding of the lessons in chapter 4. </a:t>
            </a:r>
          </a:p>
        </p:txBody>
      </p:sp>
      <p:sp>
        <p:nvSpPr>
          <p:cNvPr id="4" name="Footer Placeholder 3">
            <a:extLst>
              <a:ext uri="{FF2B5EF4-FFF2-40B4-BE49-F238E27FC236}">
                <a16:creationId xmlns:a16="http://schemas.microsoft.com/office/drawing/2014/main" id="{CA9BAA4B-0536-6704-6361-90C97180D99C}"/>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275151C6-E123-C368-47AE-14935566BE30}"/>
              </a:ext>
            </a:extLst>
          </p:cNvPr>
          <p:cNvSpPr>
            <a:spLocks noGrp="1"/>
          </p:cNvSpPr>
          <p:nvPr>
            <p:ph idx="12" sz="quarter" type="sldNum"/>
          </p:nvPr>
        </p:nvSpPr>
        <p:spPr/>
        <p:txBody>
          <a:bodyPr/>
          <a:lstStyle/>
          <a:p>
            <a:fld id="{330EA680-D336-4FF7-8B7A-9848BB0A1C32}" type="slidenum">
              <a:rPr lang="en-US" smtClean="0">
                <a:solidFill>
                  <a:srgbClr val="000000"/>
                </a:solidFill>
              </a:rPr>
              <a:t>31</a:t>
            </a:fld>
            <a:endParaRPr dirty="0" lang="en-US"/>
          </a:p>
        </p:txBody>
      </p:sp>
    </p:spTree>
    <p:extLst>
      <p:ext uri="{BB962C8B-B14F-4D97-AF65-F5344CB8AC3E}">
        <p14:creationId xmlns:p14="http://schemas.microsoft.com/office/powerpoint/2010/main" val="3482548457"/>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E5056-6677-7D0D-FBE8-EA11AA83D09D}"/>
              </a:ext>
            </a:extLst>
          </p:cNvPr>
          <p:cNvSpPr>
            <a:spLocks noGrp="1"/>
          </p:cNvSpPr>
          <p:nvPr>
            <p:ph type="title"/>
          </p:nvPr>
        </p:nvSpPr>
        <p:spPr/>
        <p:txBody>
          <a:bodyPr/>
          <a:lstStyle/>
          <a:p>
            <a:r>
              <a:rPr dirty="0" lang="en-US"/>
              <a:t>Extrapolation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E07EC6-681E-0A20-DD39-8556BB811862}"/>
                  </a:ext>
                </a:extLst>
              </p:cNvPr>
              <p:cNvSpPr>
                <a:spLocks noGrp="1"/>
              </p:cNvSpPr>
              <p:nvPr>
                <p:ph idx="1"/>
              </p:nvPr>
            </p:nvSpPr>
            <p:spPr/>
            <p:txBody>
              <a:bodyPr>
                <a:normAutofit/>
              </a:bodyPr>
              <a:lstStyle/>
              <a:p>
                <a:r>
                  <a:rPr dirty="0" lang="en-US"/>
                  <a:t>The least-squares regression line is calculated based on data that we have collected in real life. </a:t>
                </a:r>
              </a:p>
              <a:p>
                <a:r>
                  <a:rPr dirty="0" lang="en-US"/>
                  <a:t>The x values have a range from the minimum x value to the maximum x value. </a:t>
                </a:r>
              </a:p>
              <a:p>
                <a:r>
                  <a:rPr dirty="0" lang="en-US"/>
                  <a:t>We will only make predictions based on this range of x values. </a:t>
                </a:r>
              </a:p>
              <a:p>
                <a:r>
                  <a:rPr dirty="0" lang="en-US"/>
                  <a:t>Using the linear model to predict </a:t>
                </a:r>
                <a14:m>
                  <m:oMath xmlns:m="http://schemas.openxmlformats.org/officeDocument/2006/math">
                    <m:acc>
                      <m:accPr>
                        <m:chr m:val="̂"/>
                        <m:ctrlPr>
                          <a:rPr i="1" lang="en-US" smtClean="0">
                            <a:latin charset="0" panose="02040503050406030204" pitchFamily="18" typeface="Cambria Math"/>
                          </a:rPr>
                        </m:ctrlPr>
                      </m:accPr>
                      <m:e>
                        <m:r>
                          <a:rPr i="1" lang="en-US" smtClean="0">
                            <a:latin charset="0" panose="02040503050406030204" pitchFamily="18" typeface="Cambria Math"/>
                          </a:rPr>
                          <m:t>𝑦</m:t>
                        </m:r>
                      </m:e>
                    </m:acc>
                  </m:oMath>
                </a14:m>
                <a:r>
                  <a:rPr dirty="0" lang="en-US"/>
                  <a:t> “y-hat” outside of this range of x values is called extrapolation and it should always be avoided. </a:t>
                </a:r>
              </a:p>
              <a:p>
                <a:r>
                  <a:rPr dirty="0" lang="en-US"/>
                  <a:t>We cannot assume that the linear model will keep behaving the same way beyond our known range of x values. </a:t>
                </a:r>
              </a:p>
              <a:p>
                <a:endParaRPr dirty="0" lang="en-US"/>
              </a:p>
            </p:txBody>
          </p:sp>
        </mc:Choice>
        <mc:Fallback>
          <p:sp>
            <p:nvSpPr>
              <p:cNvPr id="3" name="Content Placeholder 2">
                <a:extLst>
                  <a:ext uri="{FF2B5EF4-FFF2-40B4-BE49-F238E27FC236}">
                    <a16:creationId xmlns:a16="http://schemas.microsoft.com/office/drawing/2014/main" id="{B4E07EC6-681E-0A20-DD39-8556BB811862}"/>
                  </a:ext>
                </a:extLst>
              </p:cNvPr>
              <p:cNvSpPr>
                <a:spLocks noAdjustHandles="1" noChangeArrowheads="1" noChangeAspect="1" noChangeShapeType="1" noEditPoints="1" noGrp="1" noMove="1" noResize="1" noRot="1" noTextEdit="1"/>
              </p:cNvSpPr>
              <p:nvPr>
                <p:ph idx="1"/>
              </p:nvPr>
            </p:nvSpPr>
            <p:spPr>
              <a:blipFill>
                <a:blip r:embed="rId2"/>
                <a:stretch>
                  <a:fillRect l="-1043" r="-870"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1A1C143-6C57-9BEB-02C8-305EB3F32C63}"/>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9315141D-ABA4-9089-D774-83EE70192875}"/>
              </a:ext>
            </a:extLst>
          </p:cNvPr>
          <p:cNvSpPr>
            <a:spLocks noGrp="1"/>
          </p:cNvSpPr>
          <p:nvPr>
            <p:ph idx="12" sz="quarter" type="sldNum"/>
          </p:nvPr>
        </p:nvSpPr>
        <p:spPr/>
        <p:txBody>
          <a:bodyPr/>
          <a:lstStyle/>
          <a:p>
            <a:fld id="{330EA680-D336-4FF7-8B7A-9848BB0A1C32}" type="slidenum">
              <a:rPr lang="en-US" smtClean="0">
                <a:solidFill>
                  <a:srgbClr val="000000"/>
                </a:solidFill>
              </a:rPr>
              <a:t>32</a:t>
            </a:fld>
            <a:endParaRPr dirty="0" lang="en-US"/>
          </a:p>
        </p:txBody>
      </p:sp>
    </p:spTree>
    <p:extLst>
      <p:ext uri="{BB962C8B-B14F-4D97-AF65-F5344CB8AC3E}">
        <p14:creationId xmlns:p14="http://schemas.microsoft.com/office/powerpoint/2010/main" val="3074218015"/>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36F5-4CD9-B854-D862-C6E0E36E7EE0}"/>
              </a:ext>
            </a:extLst>
          </p:cNvPr>
          <p:cNvSpPr>
            <a:spLocks noGrp="1"/>
          </p:cNvSpPr>
          <p:nvPr>
            <p:ph type="title"/>
          </p:nvPr>
        </p:nvSpPr>
        <p:spPr>
          <a:xfrm>
            <a:off x="276727" y="198436"/>
            <a:ext cx="3356810" cy="3230563"/>
          </a:xfrm>
        </p:spPr>
        <p:txBody>
          <a:bodyPr>
            <a:normAutofit/>
          </a:bodyPr>
          <a:lstStyle/>
          <a:p>
            <a:r>
              <a:rPr dirty="0" lang="en-US"/>
              <a:t>Assumptions </a:t>
            </a:r>
            <a:br>
              <a:rPr dirty="0" lang="en-US"/>
            </a:br>
            <a:r>
              <a:rPr dirty="0" lang="en-US"/>
              <a:t>vs. </a:t>
            </a:r>
            <a:br>
              <a:rPr dirty="0" lang="en-US"/>
            </a:br>
            <a:r>
              <a:rPr dirty="0" lang="en-US"/>
              <a:t>Logic… </a:t>
            </a:r>
          </a:p>
        </p:txBody>
      </p:sp>
      <p:pic>
        <p:nvPicPr>
          <p:cNvPr id="7" name="Content Placeholder 6" descr="scatterplot of crickets data ">
            <a:extLst>
              <a:ext uri="{FF2B5EF4-FFF2-40B4-BE49-F238E27FC236}">
                <a16:creationId xmlns:a16="http://schemas.microsoft.com/office/drawing/2014/main" id="{FD6CD3D5-704D-DDDC-0E47-328303EC3CB1}"/>
              </a:ext>
            </a:extLst>
          </p:cNvPr>
          <p:cNvPicPr>
            <a:picLocks noChangeAspect="1" noGrp="1"/>
          </p:cNvPicPr>
          <p:nvPr>
            <p:ph idx="1"/>
          </p:nvPr>
        </p:nvPicPr>
        <p:blipFill>
          <a:blip r:embed="rId2"/>
          <a:stretch>
            <a:fillRect/>
          </a:stretch>
        </p:blipFill>
        <p:spPr>
          <a:xfrm>
            <a:off x="3716718" y="347446"/>
            <a:ext cx="7745365" cy="6008904"/>
          </a:xfrm>
          <a:prstGeom prst="rect">
            <a:avLst/>
          </a:prstGeom>
        </p:spPr>
      </p:pic>
      <p:sp>
        <p:nvSpPr>
          <p:cNvPr id="4" name="Footer Placeholder 3">
            <a:extLst>
              <a:ext uri="{FF2B5EF4-FFF2-40B4-BE49-F238E27FC236}">
                <a16:creationId xmlns:a16="http://schemas.microsoft.com/office/drawing/2014/main" id="{A4FF5004-BDCC-1290-7F3C-C13CBEE24CC9}"/>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E9BF8E92-DAD4-60B6-C585-DAE60BE4A3A6}"/>
              </a:ext>
            </a:extLst>
          </p:cNvPr>
          <p:cNvSpPr>
            <a:spLocks noGrp="1"/>
          </p:cNvSpPr>
          <p:nvPr>
            <p:ph idx="12" sz="quarter" type="sldNum"/>
          </p:nvPr>
        </p:nvSpPr>
        <p:spPr/>
        <p:txBody>
          <a:bodyPr/>
          <a:lstStyle/>
          <a:p>
            <a:fld id="{330EA680-D336-4FF7-8B7A-9848BB0A1C32}" type="slidenum">
              <a:rPr lang="en-US" smtClean="0">
                <a:solidFill>
                  <a:srgbClr val="000000"/>
                </a:solidFill>
              </a:rPr>
              <a:t>33</a:t>
            </a:fld>
            <a:endParaRPr dirty="0" lang="en-US"/>
          </a:p>
        </p:txBody>
      </p:sp>
    </p:spTree>
    <p:extLst>
      <p:ext uri="{BB962C8B-B14F-4D97-AF65-F5344CB8AC3E}">
        <p14:creationId xmlns:p14="http://schemas.microsoft.com/office/powerpoint/2010/main" val="2461792635"/>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4B4A0-68AE-2655-1D50-515A64CEF355}"/>
              </a:ext>
            </a:extLst>
          </p:cNvPr>
          <p:cNvSpPr>
            <a:spLocks noGrp="1"/>
          </p:cNvSpPr>
          <p:nvPr>
            <p:ph type="title"/>
          </p:nvPr>
        </p:nvSpPr>
        <p:spPr/>
        <p:txBody>
          <a:bodyPr/>
          <a:lstStyle/>
          <a:p>
            <a:r>
              <a:rPr dirty="0" lang="en-US"/>
              <a:t>Residuals </a:t>
            </a:r>
          </a:p>
        </p:txBody>
      </p:sp>
      <p:pic>
        <p:nvPicPr>
          <p:cNvPr id="7" name="Content Placeholder 6" descr="picture of residuals ">
            <a:extLst>
              <a:ext uri="{FF2B5EF4-FFF2-40B4-BE49-F238E27FC236}">
                <a16:creationId xmlns:a16="http://schemas.microsoft.com/office/drawing/2014/main" id="{703B9184-2E4C-D8D8-2A38-903EB669ADB2}"/>
              </a:ext>
            </a:extLst>
          </p:cNvPr>
          <p:cNvPicPr>
            <a:picLocks noChangeAspect="1" noGrp="1"/>
          </p:cNvPicPr>
          <p:nvPr>
            <p:ph idx="1"/>
          </p:nvPr>
        </p:nvPicPr>
        <p:blipFill>
          <a:blip r:embed="rId2"/>
          <a:stretch>
            <a:fillRect/>
          </a:stretch>
        </p:blipFill>
        <p:spPr>
          <a:xfrm>
            <a:off x="5796293" y="1456079"/>
            <a:ext cx="6098928" cy="4674156"/>
          </a:xfrm>
          <a:prstGeom prst="rect">
            <a:avLst/>
          </a:prstGeom>
        </p:spPr>
      </p:pic>
      <p:sp>
        <p:nvSpPr>
          <p:cNvPr id="4" name="Footer Placeholder 3">
            <a:extLst>
              <a:ext uri="{FF2B5EF4-FFF2-40B4-BE49-F238E27FC236}">
                <a16:creationId xmlns:a16="http://schemas.microsoft.com/office/drawing/2014/main" id="{D9523E1C-8E36-E506-1008-E2A9C037E98D}"/>
              </a:ext>
            </a:extLst>
          </p:cNvPr>
          <p:cNvSpPr>
            <a:spLocks noGrp="1"/>
          </p:cNvSpPr>
          <p:nvPr>
            <p:ph idx="11" sz="quarter" type="ftr"/>
          </p:nvPr>
        </p:nvSpPr>
        <p:spPr/>
        <p:txBody>
          <a:bodyPr/>
          <a:lstStyle/>
          <a:p>
            <a:r>
              <a:rPr dirty="0" lang="en-US">
                <a:solidFill>
                  <a:srgbClr val="000000"/>
                </a:solidFill>
              </a:rPr>
              <a:t>STAT 2332 | Bowen C.</a:t>
            </a:r>
          </a:p>
        </p:txBody>
      </p:sp>
      <p:sp>
        <p:nvSpPr>
          <p:cNvPr id="5" name="Slide Number Placeholder 4">
            <a:extLst>
              <a:ext uri="{FF2B5EF4-FFF2-40B4-BE49-F238E27FC236}">
                <a16:creationId xmlns:a16="http://schemas.microsoft.com/office/drawing/2014/main" id="{350FDAB0-2080-95BF-2D88-843DCE6B053A}"/>
              </a:ext>
            </a:extLst>
          </p:cNvPr>
          <p:cNvSpPr>
            <a:spLocks noGrp="1"/>
          </p:cNvSpPr>
          <p:nvPr>
            <p:ph idx="12" sz="quarter" type="sldNum"/>
          </p:nvPr>
        </p:nvSpPr>
        <p:spPr/>
        <p:txBody>
          <a:bodyPr/>
          <a:lstStyle/>
          <a:p>
            <a:fld id="{330EA680-D336-4FF7-8B7A-9848BB0A1C32}" type="slidenum">
              <a:rPr lang="en-US" smtClean="0">
                <a:solidFill>
                  <a:srgbClr val="000000"/>
                </a:solidFill>
              </a:rPr>
              <a:t>34</a:t>
            </a:fld>
            <a:endParaRPr dirty="0"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0BAC2530-98EE-8328-AC1C-0E30E1457534}"/>
                  </a:ext>
                </a:extLst>
              </p:cNvPr>
              <p:cNvSpPr txBox="1"/>
              <p:nvPr/>
            </p:nvSpPr>
            <p:spPr>
              <a:xfrm>
                <a:off x="240631" y="1456079"/>
                <a:ext cx="5438274" cy="5078313"/>
              </a:xfrm>
              <a:prstGeom prst="rect">
                <a:avLst/>
              </a:prstGeom>
              <a:noFill/>
            </p:spPr>
            <p:txBody>
              <a:bodyPr wrap="square">
                <a:spAutoFit/>
              </a:bodyPr>
              <a:lstStyle/>
              <a:p>
                <a:pPr indent="-285750" marL="285750">
                  <a:buFont charset="0" panose="020B0604020202020204" pitchFamily="34" typeface="Arial"/>
                  <a:buChar char="•"/>
                </a:pPr>
                <a:r>
                  <a:rPr dirty="0" lang="en-US"/>
                  <a:t>Remember that the least-squares regression line, or line of best fit, minimizes the distances between the observed y values and predicted y values. </a:t>
                </a:r>
                <a:br>
                  <a:rPr dirty="0" lang="en-US"/>
                </a:br>
                <a:endParaRPr dirty="0" lang="en-US"/>
              </a:p>
              <a:p>
                <a:pPr indent="-285750" marL="285750">
                  <a:buFont charset="0" panose="020B0604020202020204" pitchFamily="34" typeface="Arial"/>
                  <a:buChar char="•"/>
                </a:pPr>
                <a:r>
                  <a:rPr dirty="0" lang="en-US"/>
                  <a:t>The distance between the real y data value and the predicted </a:t>
                </a:r>
                <a14:m>
                  <m:oMath xmlns:m="http://schemas.openxmlformats.org/officeDocument/2006/math">
                    <m:acc>
                      <m:accPr>
                        <m:chr m:val="̂"/>
                        <m:ctrlPr>
                          <a:rPr i="1" lang="en-US">
                            <a:latin charset="0" panose="02040503050406030204" pitchFamily="18" typeface="Cambria Math"/>
                          </a:rPr>
                        </m:ctrlPr>
                      </m:accPr>
                      <m:e>
                        <m:r>
                          <a:rPr i="1" lang="en-US">
                            <a:latin charset="0" panose="02040503050406030204" pitchFamily="18" typeface="Cambria Math"/>
                          </a:rPr>
                          <m:t>𝑦</m:t>
                        </m:r>
                      </m:e>
                    </m:acc>
                  </m:oMath>
                </a14:m>
                <a:r>
                  <a:rPr dirty="0" lang="en-US"/>
                  <a:t> value is called a residual. </a:t>
                </a:r>
                <a:br>
                  <a:rPr dirty="0" lang="en-US"/>
                </a:br>
                <a:endParaRPr dirty="0" lang="en-US"/>
              </a:p>
              <a:p>
                <a:pPr indent="-285750" marL="285750">
                  <a:buFont charset="0" panose="020B0604020202020204" pitchFamily="34" typeface="Arial"/>
                  <a:buChar char="•"/>
                </a:pPr>
                <a14:m>
                  <m:oMath xmlns:m="http://schemas.openxmlformats.org/officeDocument/2006/math">
                    <m:r>
                      <a:rPr dirty="0" i="1" lang="en-US" smtClean="0">
                        <a:latin charset="0" panose="02040503050406030204" pitchFamily="18" typeface="Cambria Math"/>
                      </a:rPr>
                      <m:t>𝑟</m:t>
                    </m:r>
                    <m:r>
                      <a:rPr b="0" dirty="0" i="1" lang="en-US" smtClean="0">
                        <a:latin charset="0" panose="02040503050406030204" pitchFamily="18" typeface="Cambria Math"/>
                      </a:rPr>
                      <m:t>𝑒𝑠𝑖𝑑𝑢𝑎𝑙</m:t>
                    </m:r>
                    <m:r>
                      <a:rPr dirty="0" i="0" lang="en-US">
                        <a:latin charset="0" panose="02040503050406030204" pitchFamily="18" typeface="Cambria Math"/>
                      </a:rPr>
                      <m:t>=</m:t>
                    </m:r>
                    <m:r>
                      <a:rPr dirty="0" i="1" lang="en-US">
                        <a:latin charset="0" panose="02040503050406030204" pitchFamily="18" typeface="Cambria Math"/>
                      </a:rPr>
                      <m:t>𝑦</m:t>
                    </m:r>
                    <m:r>
                      <a:rPr dirty="0" i="0" lang="en-US">
                        <a:latin charset="0" panose="02040503050406030204" pitchFamily="18" typeface="Cambria Math"/>
                      </a:rPr>
                      <m:t>−</m:t>
                    </m:r>
                    <m:acc>
                      <m:accPr>
                        <m:chr m:val="̂"/>
                        <m:ctrlPr>
                          <a:rPr dirty="0" i="1" lang="en-US">
                            <a:latin charset="0" panose="02040503050406030204" pitchFamily="18" typeface="Cambria Math"/>
                          </a:rPr>
                        </m:ctrlPr>
                      </m:accPr>
                      <m:e>
                        <m:r>
                          <a:rPr dirty="0" i="1" lang="en-US">
                            <a:latin charset="0" panose="02040503050406030204" pitchFamily="18" typeface="Cambria Math"/>
                          </a:rPr>
                          <m:t>𝑦</m:t>
                        </m:r>
                      </m:e>
                    </m:acc>
                  </m:oMath>
                </a14:m>
                <a:br>
                  <a:rPr dirty="0" lang="en-US"/>
                </a:br>
                <a:endParaRPr dirty="0" lang="en-US"/>
              </a:p>
              <a:p>
                <a:pPr indent="-285750" marL="285750">
                  <a:buFont charset="0" panose="020B0604020202020204" pitchFamily="34" typeface="Arial"/>
                  <a:buChar char="•"/>
                </a:pPr>
                <a:r>
                  <a:rPr dirty="0" lang="en-US"/>
                  <a:t>Every single data value has its own residual. </a:t>
                </a:r>
                <a:br>
                  <a:rPr dirty="0" lang="en-US"/>
                </a:br>
                <a:endParaRPr dirty="0" lang="en-US"/>
              </a:p>
              <a:p>
                <a:pPr indent="-285750" marL="285750">
                  <a:buFont charset="0" panose="020B0604020202020204" pitchFamily="34" typeface="Arial"/>
                  <a:buChar char="•"/>
                </a:pPr>
                <a:r>
                  <a:rPr dirty="0" lang="en-US"/>
                  <a:t>The linear model (line of best fit) minimizes the residuals. </a:t>
                </a:r>
                <a:br>
                  <a:rPr dirty="0" lang="en-US"/>
                </a:br>
                <a:endParaRPr dirty="0" lang="en-US"/>
              </a:p>
              <a:p>
                <a:pPr indent="-285750" marL="285750">
                  <a:buFont charset="0" panose="020B0604020202020204" pitchFamily="34" typeface="Arial"/>
                  <a:buChar char="•"/>
                </a:pPr>
                <a:r>
                  <a:rPr b="1" dirty="0" lang="en-US"/>
                  <a:t>The Least Squares Property </a:t>
                </a:r>
                <a:r>
                  <a:rPr dirty="0" lang="en-US"/>
                  <a:t>states that the sum of the squared residuals is </a:t>
                </a:r>
                <a:r>
                  <a:rPr dirty="0" i="1" lang="en-US"/>
                  <a:t>less</a:t>
                </a:r>
                <a:r>
                  <a:rPr dirty="0" lang="en-US"/>
                  <a:t> for the least-squares regression line than for </a:t>
                </a:r>
                <a:r>
                  <a:rPr dirty="0" i="1" lang="en-US"/>
                  <a:t>any other line</a:t>
                </a:r>
                <a:r>
                  <a:rPr dirty="0" lang="en-US"/>
                  <a:t>. </a:t>
                </a:r>
              </a:p>
              <a:p>
                <a:endParaRPr dirty="0" lang="en-US"/>
              </a:p>
            </p:txBody>
          </p:sp>
        </mc:Choice>
        <mc:Fallback>
          <p:sp>
            <p:nvSpPr>
              <p:cNvPr id="9" name="TextBox 8">
                <a:extLst>
                  <a:ext uri="{FF2B5EF4-FFF2-40B4-BE49-F238E27FC236}">
                    <a16:creationId xmlns:a16="http://schemas.microsoft.com/office/drawing/2014/main" id="{0BAC2530-98EE-8328-AC1C-0E30E1457534}"/>
                  </a:ext>
                </a:extLst>
              </p:cNvPr>
              <p:cNvSpPr txBox="1">
                <a:spLocks noAdjustHandles="1" noChangeArrowheads="1" noChangeAspect="1" noChangeShapeType="1" noEditPoints="1" noMove="1" noResize="1" noRot="1" noTextEdit="1"/>
              </p:cNvSpPr>
              <p:nvPr/>
            </p:nvSpPr>
            <p:spPr>
              <a:xfrm>
                <a:off x="240631" y="1456079"/>
                <a:ext cx="5438274" cy="5078313"/>
              </a:xfrm>
              <a:prstGeom prst="rect">
                <a:avLst/>
              </a:prstGeom>
              <a:blipFill>
                <a:blip r:embed="rId3"/>
                <a:stretch>
                  <a:fillRect l="-672" r="-1680" t="-600"/>
                </a:stretch>
              </a:blipFill>
            </p:spPr>
            <p:txBody>
              <a:bodyPr/>
              <a:lstStyle/>
              <a:p>
                <a:r>
                  <a:rPr lang="en-US">
                    <a:noFill/>
                  </a:rPr>
                  <a:t> </a:t>
                </a:r>
              </a:p>
            </p:txBody>
          </p:sp>
        </mc:Fallback>
      </mc:AlternateContent>
    </p:spTree>
    <p:extLst>
      <p:ext uri="{BB962C8B-B14F-4D97-AF65-F5344CB8AC3E}">
        <p14:creationId xmlns:p14="http://schemas.microsoft.com/office/powerpoint/2010/main" val="2546871499"/>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BE3C-B158-CEC3-8B88-BF97B21D75C5}"/>
              </a:ext>
            </a:extLst>
          </p:cNvPr>
          <p:cNvSpPr>
            <a:spLocks noGrp="1"/>
          </p:cNvSpPr>
          <p:nvPr>
            <p:ph type="title"/>
          </p:nvPr>
        </p:nvSpPr>
        <p:spPr/>
        <p:txBody>
          <a:bodyPr/>
          <a:lstStyle/>
          <a:p>
            <a:r>
              <a:rPr dirty="0" lang="en-US"/>
              <a:t>Outliers and Influential Points </a:t>
            </a:r>
          </a:p>
        </p:txBody>
      </p:sp>
      <p:sp>
        <p:nvSpPr>
          <p:cNvPr id="3" name="Content Placeholder 2">
            <a:extLst>
              <a:ext uri="{FF2B5EF4-FFF2-40B4-BE49-F238E27FC236}">
                <a16:creationId xmlns:a16="http://schemas.microsoft.com/office/drawing/2014/main" id="{CAC1C8D8-7FA7-08B3-2E13-08E92C187672}"/>
              </a:ext>
            </a:extLst>
          </p:cNvPr>
          <p:cNvSpPr>
            <a:spLocks noGrp="1"/>
          </p:cNvSpPr>
          <p:nvPr>
            <p:ph idx="1"/>
          </p:nvPr>
        </p:nvSpPr>
        <p:spPr/>
        <p:txBody>
          <a:bodyPr/>
          <a:lstStyle/>
          <a:p>
            <a:r>
              <a:rPr dirty="0" lang="en-US"/>
              <a:t>What does it mean if a data value is an outlier? </a:t>
            </a:r>
          </a:p>
          <a:p>
            <a:r>
              <a:rPr dirty="0" lang="en-US"/>
              <a:t>If an ordered pair includes an outlier (in x or y or both), then it could potentially skew the location of the least-squares regression line. This is an influential point. </a:t>
            </a:r>
          </a:p>
          <a:p>
            <a:r>
              <a:rPr dirty="0" lang="en-US"/>
              <a:t>It is a good idea to identify outliers and compare your plots with vs. without them. </a:t>
            </a:r>
          </a:p>
          <a:p>
            <a:r>
              <a:rPr dirty="0" lang="en-US"/>
              <a:t>Let’s study this scatterplot of farmland vs. land area of states: </a:t>
            </a:r>
          </a:p>
          <a:p>
            <a:endParaRPr dirty="0" lang="en-US"/>
          </a:p>
        </p:txBody>
      </p:sp>
      <p:sp>
        <p:nvSpPr>
          <p:cNvPr id="4" name="Footer Placeholder 3">
            <a:extLst>
              <a:ext uri="{FF2B5EF4-FFF2-40B4-BE49-F238E27FC236}">
                <a16:creationId xmlns:a16="http://schemas.microsoft.com/office/drawing/2014/main" id="{D99C902F-A165-116B-1159-228E7EEA8A52}"/>
              </a:ext>
            </a:extLst>
          </p:cNvPr>
          <p:cNvSpPr>
            <a:spLocks noGrp="1"/>
          </p:cNvSpPr>
          <p:nvPr>
            <p:ph idx="11" sz="quarter" type="ftr"/>
          </p:nvPr>
        </p:nvSpPr>
        <p:spPr/>
        <p:txBody>
          <a:bodyPr/>
          <a:lstStyle/>
          <a:p>
            <a:r>
              <a:rPr lang="en-US">
                <a:solidFill>
                  <a:srgbClr val="000000"/>
                </a:solidFill>
              </a:rPr>
              <a:t>STAT 2332 | Bowen C.</a:t>
            </a:r>
            <a:endParaRPr dirty="0" lang="en-US"/>
          </a:p>
        </p:txBody>
      </p:sp>
      <p:sp>
        <p:nvSpPr>
          <p:cNvPr id="5" name="Slide Number Placeholder 4">
            <a:extLst>
              <a:ext uri="{FF2B5EF4-FFF2-40B4-BE49-F238E27FC236}">
                <a16:creationId xmlns:a16="http://schemas.microsoft.com/office/drawing/2014/main" id="{D4CD00B9-502F-CDFF-4E55-9163874B40B1}"/>
              </a:ext>
            </a:extLst>
          </p:cNvPr>
          <p:cNvSpPr>
            <a:spLocks noGrp="1"/>
          </p:cNvSpPr>
          <p:nvPr>
            <p:ph idx="12" sz="quarter" type="sldNum"/>
          </p:nvPr>
        </p:nvSpPr>
        <p:spPr/>
        <p:txBody>
          <a:bodyPr/>
          <a:lstStyle/>
          <a:p>
            <a:fld id="{330EA680-D336-4FF7-8B7A-9848BB0A1C32}" type="slidenum">
              <a:rPr lang="en-US" smtClean="0">
                <a:solidFill>
                  <a:srgbClr val="000000"/>
                </a:solidFill>
              </a:rPr>
              <a:t>35</a:t>
            </a:fld>
            <a:endParaRPr dirty="0" lang="en-US"/>
          </a:p>
        </p:txBody>
      </p:sp>
    </p:spTree>
    <p:extLst>
      <p:ext uri="{BB962C8B-B14F-4D97-AF65-F5344CB8AC3E}">
        <p14:creationId xmlns:p14="http://schemas.microsoft.com/office/powerpoint/2010/main" val="2770901704"/>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774DC-BA6E-3F36-9D82-90474921AB9B}"/>
              </a:ext>
            </a:extLst>
          </p:cNvPr>
          <p:cNvSpPr>
            <a:spLocks noGrp="1"/>
          </p:cNvSpPr>
          <p:nvPr>
            <p:ph type="title"/>
          </p:nvPr>
        </p:nvSpPr>
        <p:spPr>
          <a:xfrm>
            <a:off x="186487" y="245049"/>
            <a:ext cx="10515600" cy="1002653"/>
          </a:xfrm>
        </p:spPr>
        <p:txBody>
          <a:bodyPr/>
          <a:lstStyle/>
          <a:p>
            <a:r>
              <a:rPr dirty="0" lang="en-US"/>
              <a:t>Land Area </a:t>
            </a:r>
          </a:p>
        </p:txBody>
      </p:sp>
      <p:pic>
        <p:nvPicPr>
          <p:cNvPr id="7" name="Content Placeholder 6" descr="influential points example from states ">
            <a:extLst>
              <a:ext uri="{FF2B5EF4-FFF2-40B4-BE49-F238E27FC236}">
                <a16:creationId xmlns:a16="http://schemas.microsoft.com/office/drawing/2014/main" id="{24494109-DFC8-9BCD-0866-F20D0F01EF7C}"/>
              </a:ext>
            </a:extLst>
          </p:cNvPr>
          <p:cNvPicPr>
            <a:picLocks noChangeAspect="1" noGrp="1"/>
          </p:cNvPicPr>
          <p:nvPr>
            <p:ph idx="1"/>
          </p:nvPr>
        </p:nvPicPr>
        <p:blipFill>
          <a:blip r:embed="rId2"/>
          <a:stretch>
            <a:fillRect/>
          </a:stretch>
        </p:blipFill>
        <p:spPr>
          <a:xfrm>
            <a:off x="4038600" y="991102"/>
            <a:ext cx="8000649" cy="4875795"/>
          </a:xfrm>
          <a:prstGeom prst="rect">
            <a:avLst/>
          </a:prstGeom>
        </p:spPr>
      </p:pic>
      <p:sp>
        <p:nvSpPr>
          <p:cNvPr id="4" name="Footer Placeholder 3">
            <a:extLst>
              <a:ext uri="{FF2B5EF4-FFF2-40B4-BE49-F238E27FC236}">
                <a16:creationId xmlns:a16="http://schemas.microsoft.com/office/drawing/2014/main" id="{E80723D4-161D-0F6B-8249-4F0C09FC0AA0}"/>
              </a:ext>
            </a:extLst>
          </p:cNvPr>
          <p:cNvSpPr>
            <a:spLocks noGrp="1"/>
          </p:cNvSpPr>
          <p:nvPr>
            <p:ph idx="11" sz="quarter" type="ftr"/>
          </p:nvPr>
        </p:nvSpPr>
        <p:spPr/>
        <p:txBody>
          <a:bodyPr/>
          <a:lstStyle/>
          <a:p>
            <a:r>
              <a:rPr lang="en-US">
                <a:solidFill>
                  <a:srgbClr val="000000"/>
                </a:solidFill>
              </a:rPr>
              <a:t>STAT 2332 | Bowen C.</a:t>
            </a:r>
            <a:endParaRPr dirty="0" lang="en-US"/>
          </a:p>
        </p:txBody>
      </p:sp>
      <p:sp>
        <p:nvSpPr>
          <p:cNvPr id="5" name="Slide Number Placeholder 4">
            <a:extLst>
              <a:ext uri="{FF2B5EF4-FFF2-40B4-BE49-F238E27FC236}">
                <a16:creationId xmlns:a16="http://schemas.microsoft.com/office/drawing/2014/main" id="{B3574A9A-7EC9-E44C-5438-4C37A2A41240}"/>
              </a:ext>
            </a:extLst>
          </p:cNvPr>
          <p:cNvSpPr>
            <a:spLocks noGrp="1"/>
          </p:cNvSpPr>
          <p:nvPr>
            <p:ph idx="12" sz="quarter" type="sldNum"/>
          </p:nvPr>
        </p:nvSpPr>
        <p:spPr/>
        <p:txBody>
          <a:bodyPr/>
          <a:lstStyle/>
          <a:p>
            <a:fld id="{330EA680-D336-4FF7-8B7A-9848BB0A1C32}" type="slidenum">
              <a:rPr lang="en-US" smtClean="0">
                <a:solidFill>
                  <a:srgbClr val="000000"/>
                </a:solidFill>
              </a:rPr>
              <a:t>36</a:t>
            </a:fld>
            <a:endParaRPr dirty="0" lang="en-US"/>
          </a:p>
        </p:txBody>
      </p:sp>
      <p:sp>
        <p:nvSpPr>
          <p:cNvPr id="9" name="TextBox 8">
            <a:extLst>
              <a:ext uri="{FF2B5EF4-FFF2-40B4-BE49-F238E27FC236}">
                <a16:creationId xmlns:a16="http://schemas.microsoft.com/office/drawing/2014/main" id="{93441AB6-5BE7-C812-3E82-BFC3F9259163}"/>
              </a:ext>
            </a:extLst>
          </p:cNvPr>
          <p:cNvSpPr txBox="1"/>
          <p:nvPr/>
        </p:nvSpPr>
        <p:spPr>
          <a:xfrm>
            <a:off x="249654" y="1342582"/>
            <a:ext cx="3725779" cy="4524315"/>
          </a:xfrm>
          <a:prstGeom prst="rect">
            <a:avLst/>
          </a:prstGeom>
          <a:noFill/>
        </p:spPr>
        <p:txBody>
          <a:bodyPr wrap="square">
            <a:spAutoFit/>
          </a:bodyPr>
          <a:lstStyle/>
          <a:p>
            <a:pPr indent="-285750" marL="285750">
              <a:buFont charset="0" panose="020B0604020202020204" pitchFamily="34" typeface="Arial"/>
              <a:buChar char="•"/>
            </a:pPr>
            <a:r>
              <a:rPr dirty="0" lang="en-US"/>
              <a:t>What kind of outlier is Texas? How does it affect the regression line? </a:t>
            </a:r>
          </a:p>
          <a:p>
            <a:pPr indent="-285750" marL="285750">
              <a:buFont charset="0" panose="020B0604020202020204" pitchFamily="34" typeface="Arial"/>
              <a:buChar char="•"/>
            </a:pPr>
            <a:r>
              <a:rPr dirty="0" lang="en-US"/>
              <a:t>What kind of outlier is Alaska? How does it affect the regression line? </a:t>
            </a:r>
          </a:p>
          <a:p>
            <a:pPr indent="-285750" marL="285750">
              <a:buFont charset="0" panose="020B0604020202020204" pitchFamily="34" typeface="Arial"/>
              <a:buChar char="•"/>
            </a:pPr>
            <a:r>
              <a:rPr dirty="0" lang="en-US"/>
              <a:t>When you have an outlier, investigate more! We don’t want to delete it without asking  further questions. Is it a mistake? A typo? An anomaly? Does it reveal something important to us?</a:t>
            </a:r>
          </a:p>
          <a:p>
            <a:pPr indent="-285750" marL="285750">
              <a:buFont charset="0" panose="020B0604020202020204" pitchFamily="34" typeface="Arial"/>
              <a:buChar char="•"/>
            </a:pPr>
            <a:r>
              <a:rPr dirty="0" lang="en-US"/>
              <a:t>Make note of it and set it aside. Run your analyses with and without the outliers.</a:t>
            </a:r>
          </a:p>
        </p:txBody>
      </p:sp>
    </p:spTree>
    <p:extLst>
      <p:ext uri="{BB962C8B-B14F-4D97-AF65-F5344CB8AC3E}">
        <p14:creationId xmlns:p14="http://schemas.microsoft.com/office/powerpoint/2010/main" val="3975454546"/>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5BD2-FECF-6F81-A767-1C61980DA607}"/>
              </a:ext>
            </a:extLst>
          </p:cNvPr>
          <p:cNvSpPr>
            <a:spLocks noGrp="1"/>
          </p:cNvSpPr>
          <p:nvPr>
            <p:ph type="title"/>
          </p:nvPr>
        </p:nvSpPr>
        <p:spPr>
          <a:xfrm>
            <a:off x="172453" y="288882"/>
            <a:ext cx="10515600" cy="784309"/>
          </a:xfrm>
        </p:spPr>
        <p:txBody>
          <a:bodyPr/>
          <a:lstStyle/>
          <a:p>
            <a:r>
              <a:rPr dirty="0" lang="en-US"/>
              <a:t>Star Wars Practice </a:t>
            </a:r>
          </a:p>
        </p:txBody>
      </p:sp>
      <p:sp>
        <p:nvSpPr>
          <p:cNvPr id="3" name="Content Placeholder 2">
            <a:extLst>
              <a:ext uri="{FF2B5EF4-FFF2-40B4-BE49-F238E27FC236}">
                <a16:creationId xmlns:a16="http://schemas.microsoft.com/office/drawing/2014/main" id="{67872686-3B1C-A759-97C3-14121DE133EC}"/>
              </a:ext>
            </a:extLst>
          </p:cNvPr>
          <p:cNvSpPr>
            <a:spLocks noGrp="1"/>
          </p:cNvSpPr>
          <p:nvPr>
            <p:ph idx="1"/>
          </p:nvPr>
        </p:nvSpPr>
        <p:spPr>
          <a:xfrm>
            <a:off x="838200" y="1464678"/>
            <a:ext cx="10515600" cy="4891672"/>
          </a:xfrm>
        </p:spPr>
        <p:txBody>
          <a:bodyPr>
            <a:normAutofit fontScale="85000" lnSpcReduction="20000"/>
          </a:bodyPr>
          <a:lstStyle/>
          <a:p>
            <a:pPr indent="0" marL="0">
              <a:buNone/>
            </a:pPr>
            <a:r>
              <a:rPr dirty="0" lang="en-US"/>
              <a:t>Let’s look at the Star Wars data set to study height vs. mass. </a:t>
            </a:r>
            <a:br>
              <a:rPr dirty="0" lang="en-US"/>
            </a:br>
            <a:endParaRPr dirty="0" lang="en-US"/>
          </a:p>
          <a:p>
            <a:pPr indent="-514350" marL="514350">
              <a:buFont typeface="+mj-lt"/>
              <a:buAutoNum type="arabicPeriod"/>
            </a:pPr>
            <a:r>
              <a:rPr dirty="0" lang="en-US"/>
              <a:t>Create a scatterplot of mass by height. </a:t>
            </a:r>
          </a:p>
          <a:p>
            <a:pPr indent="-514350" marL="514350">
              <a:buFont typeface="+mj-lt"/>
              <a:buAutoNum type="arabicPeriod"/>
            </a:pPr>
            <a:r>
              <a:rPr dirty="0" lang="en-US"/>
              <a:t>Are there any influential points to worry about? If so, let’s set them aside.</a:t>
            </a:r>
          </a:p>
          <a:p>
            <a:pPr indent="-514350" marL="514350">
              <a:buFont typeface="+mj-lt"/>
              <a:buAutoNum type="arabicPeriod"/>
            </a:pPr>
            <a:r>
              <a:rPr dirty="0" lang="en-US"/>
              <a:t>Describe the scatterplot of your new data set. </a:t>
            </a:r>
          </a:p>
          <a:p>
            <a:pPr indent="-514350" marL="514350">
              <a:buFont typeface="+mj-lt"/>
              <a:buAutoNum type="arabicPeriod"/>
            </a:pPr>
            <a:r>
              <a:rPr dirty="0" lang="en-US"/>
              <a:t>Compute and interpret the correlation coefficient. </a:t>
            </a:r>
          </a:p>
          <a:p>
            <a:pPr indent="-514350" marL="514350">
              <a:buFont typeface="+mj-lt"/>
              <a:buAutoNum type="arabicPeriod"/>
            </a:pPr>
            <a:r>
              <a:rPr dirty="0" lang="en-US"/>
              <a:t>Find the least squares regression line. </a:t>
            </a:r>
          </a:p>
          <a:p>
            <a:pPr indent="-514350" marL="514350">
              <a:buFont typeface="+mj-lt"/>
              <a:buAutoNum type="arabicPeriod"/>
            </a:pPr>
            <a:r>
              <a:rPr dirty="0" lang="en-US"/>
              <a:t>State and interpret the slope. </a:t>
            </a:r>
          </a:p>
          <a:p>
            <a:pPr indent="-514350" marL="514350">
              <a:buFont typeface="+mj-lt"/>
              <a:buAutoNum type="arabicPeriod"/>
            </a:pPr>
            <a:r>
              <a:rPr dirty="0" lang="en-US"/>
              <a:t>How can we use the model for predictions while avoiding extrapolation? </a:t>
            </a:r>
          </a:p>
          <a:p>
            <a:pPr indent="-514350" marL="514350">
              <a:buFont typeface="+mj-lt"/>
              <a:buAutoNum type="arabicPeriod"/>
            </a:pPr>
            <a:r>
              <a:rPr dirty="0" lang="en-US"/>
              <a:t>Use the model to predict the mass of a character who is 100 cm tall. </a:t>
            </a:r>
          </a:p>
          <a:p>
            <a:pPr indent="-514350" marL="514350">
              <a:buFont typeface="+mj-lt"/>
              <a:buAutoNum type="arabicPeriod"/>
            </a:pPr>
            <a:r>
              <a:rPr dirty="0" lang="en-US"/>
              <a:t>Use the model to predict the mass of a character who is 200 cm tall. </a:t>
            </a:r>
          </a:p>
          <a:p>
            <a:pPr indent="-514350" marL="514350">
              <a:buFont typeface="+mj-lt"/>
              <a:buAutoNum type="arabicPeriod"/>
            </a:pPr>
            <a:r>
              <a:rPr dirty="0" lang="en-US"/>
              <a:t>Find the residual for Luke Skywalker. </a:t>
            </a:r>
          </a:p>
          <a:p>
            <a:pPr indent="-514350" marL="514350">
              <a:buFont typeface="+mj-lt"/>
              <a:buAutoNum type="arabicPeriod"/>
            </a:pPr>
            <a:r>
              <a:rPr dirty="0" lang="en-US"/>
              <a:t>Find the residual for Boba Fett. </a:t>
            </a:r>
          </a:p>
        </p:txBody>
      </p:sp>
      <p:sp>
        <p:nvSpPr>
          <p:cNvPr id="4" name="Footer Placeholder 3">
            <a:extLst>
              <a:ext uri="{FF2B5EF4-FFF2-40B4-BE49-F238E27FC236}">
                <a16:creationId xmlns:a16="http://schemas.microsoft.com/office/drawing/2014/main" id="{488084D6-8F30-AFE3-83E7-706B405DA35F}"/>
              </a:ext>
            </a:extLst>
          </p:cNvPr>
          <p:cNvSpPr>
            <a:spLocks noGrp="1"/>
          </p:cNvSpPr>
          <p:nvPr>
            <p:ph idx="11" sz="quarter" type="ftr"/>
          </p:nvPr>
        </p:nvSpPr>
        <p:spPr/>
        <p:txBody>
          <a:bodyPr/>
          <a:lstStyle/>
          <a:p>
            <a:r>
              <a:rPr lang="en-US">
                <a:solidFill>
                  <a:srgbClr val="000000"/>
                </a:solidFill>
              </a:rPr>
              <a:t>STAT 2332 | Bowen C.</a:t>
            </a:r>
            <a:endParaRPr dirty="0" lang="en-US"/>
          </a:p>
        </p:txBody>
      </p:sp>
      <p:sp>
        <p:nvSpPr>
          <p:cNvPr id="5" name="Slide Number Placeholder 4">
            <a:extLst>
              <a:ext uri="{FF2B5EF4-FFF2-40B4-BE49-F238E27FC236}">
                <a16:creationId xmlns:a16="http://schemas.microsoft.com/office/drawing/2014/main" id="{36759BDD-C5A6-2321-7B97-FD07EC2799C8}"/>
              </a:ext>
            </a:extLst>
          </p:cNvPr>
          <p:cNvSpPr>
            <a:spLocks noGrp="1"/>
          </p:cNvSpPr>
          <p:nvPr>
            <p:ph idx="12" sz="quarter" type="sldNum"/>
          </p:nvPr>
        </p:nvSpPr>
        <p:spPr/>
        <p:txBody>
          <a:bodyPr/>
          <a:lstStyle/>
          <a:p>
            <a:fld id="{330EA680-D336-4FF7-8B7A-9848BB0A1C32}" type="slidenum">
              <a:rPr lang="en-US" smtClean="0">
                <a:solidFill>
                  <a:srgbClr val="000000"/>
                </a:solidFill>
              </a:rPr>
              <a:t>37</a:t>
            </a:fld>
            <a:endParaRPr dirty="0" lang="en-US"/>
          </a:p>
        </p:txBody>
      </p:sp>
    </p:spTree>
    <p:extLst>
      <p:ext uri="{BB962C8B-B14F-4D97-AF65-F5344CB8AC3E}">
        <p14:creationId xmlns:p14="http://schemas.microsoft.com/office/powerpoint/2010/main" val="1418551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3318</TotalTime>
  <Words>2595</Words>
  <Application>Microsoft Office PowerPoint</Application>
  <PresentationFormat>Widescreen</PresentationFormat>
  <Paragraphs>278</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Aptos Display</vt:lpstr>
      <vt:lpstr>Arial</vt:lpstr>
      <vt:lpstr>Cambria Math</vt:lpstr>
      <vt:lpstr>Wingdings</vt:lpstr>
      <vt:lpstr>office theme</vt:lpstr>
      <vt:lpstr>Correlation  and  Simple Linear Regression</vt:lpstr>
      <vt:lpstr>Summarizing Bivariate Data</vt:lpstr>
      <vt:lpstr>Correlation </vt:lpstr>
      <vt:lpstr>Housing Data </vt:lpstr>
      <vt:lpstr>Make a  Scatterplot </vt:lpstr>
      <vt:lpstr>Describing Scatterplots </vt:lpstr>
      <vt:lpstr>Form</vt:lpstr>
      <vt:lpstr>Direction </vt:lpstr>
      <vt:lpstr>Strength (Visual) </vt:lpstr>
      <vt:lpstr>Visual Inspection of Strength </vt:lpstr>
      <vt:lpstr>The Correlation Coefficient = r </vt:lpstr>
      <vt:lpstr>Matching Numbers to Words</vt:lpstr>
      <vt:lpstr>Example Plots </vt:lpstr>
      <vt:lpstr>Measure r ONLY for Linear Plots </vt:lpstr>
      <vt:lpstr>Correlation ≠ Causation </vt:lpstr>
      <vt:lpstr>Confounding </vt:lpstr>
      <vt:lpstr>Good Science </vt:lpstr>
      <vt:lpstr>Practice </vt:lpstr>
      <vt:lpstr>The Least-Squares Regression Line </vt:lpstr>
      <vt:lpstr>The Line of Best Fit </vt:lpstr>
      <vt:lpstr>The Line of Best Fit, continued </vt:lpstr>
      <vt:lpstr>The Linear Model </vt:lpstr>
      <vt:lpstr>Practice</vt:lpstr>
      <vt:lpstr>Interpretations – predicted y </vt:lpstr>
      <vt:lpstr>Interpretations – slope </vt:lpstr>
      <vt:lpstr>Interpretations – y-intercept </vt:lpstr>
      <vt:lpstr>The Coefficient of Determination (r^2)</vt:lpstr>
      <vt:lpstr>r^2 visually </vt:lpstr>
      <vt:lpstr>Housing Data Variation  </vt:lpstr>
      <vt:lpstr>Crickets Practice </vt:lpstr>
      <vt:lpstr>Crickets Practice, continued </vt:lpstr>
      <vt:lpstr>Extrapolation </vt:lpstr>
      <vt:lpstr>Assumptions  vs.  Logic… </vt:lpstr>
      <vt:lpstr>Residuals </vt:lpstr>
      <vt:lpstr>Outliers and Influential Points </vt:lpstr>
      <vt:lpstr>Land Area </vt:lpstr>
      <vt:lpstr>Star Wars Practice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2026-07-14T17:53:57Z</dcterms:created>
  <cp:lastModifiedBy>Bowen Cheek</cp:lastModifiedBy>
  <dcterms:modified xsi:type="dcterms:W3CDTF">2026-08-18T16:53:48Z</dcterms:modified>
  <cp:revision>5</cp:revision>
  <dc:title>Chapter 4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83},"issueTypeIdentifier":"READING_ORDER_ISSUE"},{"targetId":{"value":100},"issueTypeIdentifier":"READING_ORDER_ISSUE"},{"targetId":{"value":164},"issueTypeIdentifier":"READING_ORDER_ISSUE"},{"targetId":{"value":184},"issueTypeIdentifier":"READING_ORDER_ISSUE"},{"targetId":{"value":213},"issueTypeIdentifier":"READING_ORDER_ISSUE"},{"targetId":{"value":228},"issueTypeIdentifier":"READING_ORDER_ISSUE"},{"targetId":{"value":264},"issueTypeIdentifier":"READING_ORDER_ISSUE"},{"targetId":{"value":275},"issueTypeIdentifier":"READING_ORDER_ISSUE"},{"targetId":{"value":289},"issueTypeIdentifier":"READING_ORDER_ISSUE"},{"targetId":{"value":458},"issueTypeIdentifier":"READING_ORDER_ISSUE"},{"targetId":{"value":571},"issueTypeIdentifier":"READING_ORDER_ISSUE"},{"targetId":{"value":600},"issueTypeIdentifier":"READING_ORDER_ISSUE"},{"targetId":{"value":693},"issueTypeIdentifier":"READING_ORDER_ISSUE"},{"targetId":{"value":748},"issueTypeIdentifier":"READING_ORDER_ISSUE"}],"remediatedIssues":[]}</vt:lpwstr>
  </property>
</Properties>
</file>