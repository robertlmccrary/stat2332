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5" r:id="rId18"/>
    <p:sldId id="272" r:id="rId19"/>
    <p:sldId id="273" r:id="rId20"/>
    <p:sldId id="276" r:id="rId21"/>
    <p:sldId id="274" r:id="rId22"/>
    <p:sldId id="277" r:id="rId23"/>
    <p:sldId id="278" r:id="rId24"/>
    <p:sldId id="279" r:id="rId25"/>
    <p:sldId id="280" r:id="rId26"/>
    <p:sldId id="281" r:id="rId27"/>
    <p:sldId id="282" r:id="rId28"/>
    <p:sldId id="283" r:id="rId29"/>
    <p:sldId id="284" r:id="rId30"/>
    <p:sldId id="285" r:id="rId31"/>
    <p:sldId id="286" r:id="rId32"/>
    <p:sldId id="288" r:id="rId33"/>
    <p:sldId id="287"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D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C89347-7B75-48E5-8221-DBE7A7C4FDB7}" v="144" dt="2026-04-27T17:05:36.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911" autoAdjust="0"/>
    <p:restoredTop sz="94660"/>
  </p:normalViewPr>
  <p:slideViewPr>
    <p:cSldViewPr snapToGrid="0">
      <p:cViewPr varScale="1">
        <p:scale>
          <a:sx n="111" d="100"/>
          <a:sy n="111" d="100"/>
        </p:scale>
        <p:origin x="1170" y="96"/>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presProps.xml" Type="http://schemas.openxmlformats.org/officeDocument/2006/relationships/presProps"/><Relationship Id="rId47" Target="viewProps.xml" Type="http://schemas.openxmlformats.org/officeDocument/2006/relationships/viewProps"/><Relationship Id="rId48" Target="theme/theme1.xml" Type="http://schemas.openxmlformats.org/officeDocument/2006/relationships/theme"/><Relationship Id="rId49" Target="tableStyles.xml" Type="http://schemas.openxmlformats.org/officeDocument/2006/relationships/tableStyles"/><Relationship Id="rId5" Target="slides/slide4.xml" Type="http://schemas.openxmlformats.org/officeDocument/2006/relationships/slide"/><Relationship Id="rId50" Target="changesInfos/changesInfo1.xml" Type="http://schemas.microsoft.com/office/2016/11/relationships/changesInfo"/><Relationship Id="rId51" Target="revisionInfo.xml" Type="http://schemas.microsoft.com/office/2015/10/relationships/revisionInfo"/><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en Cheek" userId="8fca192e-0677-4b46-9386-7af871cc0c0f" providerId="ADAL" clId="{A7C2DF13-9E9B-41A5-8CD9-30DC2F6668C6}"/>
    <pc:docChg chg="modSld">
      <pc:chgData name="Bowen Cheek" userId="8fca192e-0677-4b46-9386-7af871cc0c0f" providerId="ADAL" clId="{A7C2DF13-9E9B-41A5-8CD9-30DC2F6668C6}" dt="2026-04-27T17:00:11.669" v="4067"/>
      <pc:docMkLst>
        <pc:docMk/>
      </pc:docMkLst>
      <pc:sldChg chg="addSp delSp mod">
        <pc:chgData name="Bowen Cheek" userId="8fca192e-0677-4b46-9386-7af871cc0c0f" providerId="ADAL" clId="{A7C2DF13-9E9B-41A5-8CD9-30DC2F6668C6}" dt="2026-04-20T16:14:25.440" v="420"/>
        <pc:sldMkLst>
          <pc:docMk/>
          <pc:sldMk cId="109857222" sldId="256"/>
        </pc:sldMkLst>
      </pc:sldChg>
      <pc:sldChg chg="addSp delSp mod">
        <pc:chgData name="Bowen Cheek" userId="8fca192e-0677-4b46-9386-7af871cc0c0f" providerId="ADAL" clId="{A7C2DF13-9E9B-41A5-8CD9-30DC2F6668C6}" dt="2026-04-20T12:54:59.180" v="1"/>
        <pc:sldMkLst>
          <pc:docMk/>
          <pc:sldMk cId="2738135573" sldId="257"/>
        </pc:sldMkLst>
      </pc:sldChg>
      <pc:sldChg chg="addSp delSp modSp mod">
        <pc:chgData name="Bowen Cheek" userId="8fca192e-0677-4b46-9386-7af871cc0c0f" providerId="ADAL" clId="{A7C2DF13-9E9B-41A5-8CD9-30DC2F6668C6}" dt="2026-04-20T16:30:04.203" v="445"/>
        <pc:sldMkLst>
          <pc:docMk/>
          <pc:sldMk cId="4091892097" sldId="258"/>
        </pc:sldMkLst>
      </pc:sldChg>
      <pc:sldChg chg="addSp delSp modSp mod">
        <pc:chgData name="Bowen Cheek" userId="8fca192e-0677-4b46-9386-7af871cc0c0f" providerId="ADAL" clId="{A7C2DF13-9E9B-41A5-8CD9-30DC2F6668C6}" dt="2026-04-20T16:31:52.379" v="467"/>
        <pc:sldMkLst>
          <pc:docMk/>
          <pc:sldMk cId="3334335751" sldId="259"/>
        </pc:sldMkLst>
      </pc:sldChg>
      <pc:sldChg chg="addSp delSp modSp mod">
        <pc:chgData name="Bowen Cheek" userId="8fca192e-0677-4b46-9386-7af871cc0c0f" providerId="ADAL" clId="{A7C2DF13-9E9B-41A5-8CD9-30DC2F6668C6}" dt="2026-04-20T16:36:15.493" v="567"/>
        <pc:sldMkLst>
          <pc:docMk/>
          <pc:sldMk cId="4095230757" sldId="260"/>
        </pc:sldMkLst>
      </pc:sldChg>
      <pc:sldChg chg="addSp delSp modSp mod">
        <pc:chgData name="Bowen Cheek" userId="8fca192e-0677-4b46-9386-7af871cc0c0f" providerId="ADAL" clId="{A7C2DF13-9E9B-41A5-8CD9-30DC2F6668C6}" dt="2026-04-20T16:43:31.880" v="625"/>
        <pc:sldMkLst>
          <pc:docMk/>
          <pc:sldMk cId="2847191565" sldId="262"/>
        </pc:sldMkLst>
      </pc:sldChg>
      <pc:sldChg chg="addSp delSp modSp mod">
        <pc:chgData name="Bowen Cheek" userId="8fca192e-0677-4b46-9386-7af871cc0c0f" providerId="ADAL" clId="{A7C2DF13-9E9B-41A5-8CD9-30DC2F6668C6}" dt="2026-04-20T16:45:35.882" v="711"/>
        <pc:sldMkLst>
          <pc:docMk/>
          <pc:sldMk cId="2161819907" sldId="263"/>
        </pc:sldMkLst>
      </pc:sldChg>
      <pc:sldChg chg="addSp modSp mod">
        <pc:chgData name="Bowen Cheek" userId="8fca192e-0677-4b46-9386-7af871cc0c0f" providerId="ADAL" clId="{A7C2DF13-9E9B-41A5-8CD9-30DC2F6668C6}" dt="2026-04-20T16:47:12.659" v="747"/>
        <pc:sldMkLst>
          <pc:docMk/>
          <pc:sldMk cId="2544915236" sldId="264"/>
        </pc:sldMkLst>
      </pc:sldChg>
      <pc:sldChg chg="addSp delSp modSp mod">
        <pc:chgData name="Bowen Cheek" userId="8fca192e-0677-4b46-9386-7af871cc0c0f" providerId="ADAL" clId="{A7C2DF13-9E9B-41A5-8CD9-30DC2F6668C6}" dt="2026-04-20T16:51:42.830" v="765" actId="9405"/>
        <pc:sldMkLst>
          <pc:docMk/>
          <pc:sldMk cId="693468897" sldId="265"/>
        </pc:sldMkLst>
      </pc:sldChg>
      <pc:sldChg chg="addSp delSp modSp mod">
        <pc:chgData name="Bowen Cheek" userId="8fca192e-0677-4b46-9386-7af871cc0c0f" providerId="ADAL" clId="{A7C2DF13-9E9B-41A5-8CD9-30DC2F6668C6}" dt="2026-04-20T16:56:27.167" v="795" actId="9405"/>
        <pc:sldMkLst>
          <pc:docMk/>
          <pc:sldMk cId="3628016578" sldId="266"/>
        </pc:sldMkLst>
      </pc:sldChg>
      <pc:sldChg chg="addSp delSp modSp mod">
        <pc:chgData name="Bowen Cheek" userId="8fca192e-0677-4b46-9386-7af871cc0c0f" providerId="ADAL" clId="{A7C2DF13-9E9B-41A5-8CD9-30DC2F6668C6}" dt="2026-04-20T17:01:39.206" v="867"/>
        <pc:sldMkLst>
          <pc:docMk/>
          <pc:sldMk cId="2766396526" sldId="267"/>
        </pc:sldMkLst>
      </pc:sldChg>
      <pc:sldChg chg="addSp delSp modSp mod">
        <pc:chgData name="Bowen Cheek" userId="8fca192e-0677-4b46-9386-7af871cc0c0f" providerId="ADAL" clId="{A7C2DF13-9E9B-41A5-8CD9-30DC2F6668C6}" dt="2026-04-22T16:27:54.973" v="1416" actId="9405"/>
        <pc:sldMkLst>
          <pc:docMk/>
          <pc:sldMk cId="154554710" sldId="268"/>
        </pc:sldMkLst>
      </pc:sldChg>
      <pc:sldChg chg="addSp delSp modSp mod">
        <pc:chgData name="Bowen Cheek" userId="8fca192e-0677-4b46-9386-7af871cc0c0f" providerId="ADAL" clId="{A7C2DF13-9E9B-41A5-8CD9-30DC2F6668C6}" dt="2026-04-22T16:32:10.740" v="1473"/>
        <pc:sldMkLst>
          <pc:docMk/>
          <pc:sldMk cId="1744756878" sldId="269"/>
        </pc:sldMkLst>
      </pc:sldChg>
      <pc:sldChg chg="addSp delSp modSp mod">
        <pc:chgData name="Bowen Cheek" userId="8fca192e-0677-4b46-9386-7af871cc0c0f" providerId="ADAL" clId="{A7C2DF13-9E9B-41A5-8CD9-30DC2F6668C6}" dt="2026-04-24T17:06:45.475" v="3003" actId="9405"/>
        <pc:sldMkLst>
          <pc:docMk/>
          <pc:sldMk cId="1300562924" sldId="270"/>
        </pc:sldMkLst>
      </pc:sldChg>
      <pc:sldChg chg="addSp delSp modSp mod">
        <pc:chgData name="Bowen Cheek" userId="8fca192e-0677-4b46-9386-7af871cc0c0f" providerId="ADAL" clId="{A7C2DF13-9E9B-41A5-8CD9-30DC2F6668C6}" dt="2026-04-22T16:39:24.945" v="1596"/>
        <pc:sldMkLst>
          <pc:docMk/>
          <pc:sldMk cId="1867111066" sldId="271"/>
        </pc:sldMkLst>
      </pc:sldChg>
      <pc:sldChg chg="addSp delSp modSp mod">
        <pc:chgData name="Bowen Cheek" userId="8fca192e-0677-4b46-9386-7af871cc0c0f" providerId="ADAL" clId="{A7C2DF13-9E9B-41A5-8CD9-30DC2F6668C6}" dt="2026-04-22T16:45:30.375" v="1693"/>
        <pc:sldMkLst>
          <pc:docMk/>
          <pc:sldMk cId="4064284968" sldId="272"/>
        </pc:sldMkLst>
      </pc:sldChg>
      <pc:sldChg chg="addSp mod">
        <pc:chgData name="Bowen Cheek" userId="8fca192e-0677-4b46-9386-7af871cc0c0f" providerId="ADAL" clId="{A7C2DF13-9E9B-41A5-8CD9-30DC2F6668C6}" dt="2026-04-22T16:46:32.752" v="1697" actId="9405"/>
        <pc:sldMkLst>
          <pc:docMk/>
          <pc:sldMk cId="1088324758" sldId="273"/>
        </pc:sldMkLst>
      </pc:sldChg>
      <pc:sldChg chg="addSp delSp modSp mod">
        <pc:chgData name="Bowen Cheek" userId="8fca192e-0677-4b46-9386-7af871cc0c0f" providerId="ADAL" clId="{A7C2DF13-9E9B-41A5-8CD9-30DC2F6668C6}" dt="2026-04-22T16:57:29.214" v="1833" actId="9405"/>
        <pc:sldMkLst>
          <pc:docMk/>
          <pc:sldMk cId="1304008402" sldId="274"/>
        </pc:sldMkLst>
      </pc:sldChg>
      <pc:sldChg chg="addSp delSp modSp mod">
        <pc:chgData name="Bowen Cheek" userId="8fca192e-0677-4b46-9386-7af871cc0c0f" providerId="ADAL" clId="{A7C2DF13-9E9B-41A5-8CD9-30DC2F6668C6}" dt="2026-04-22T16:43:40.900" v="1656"/>
        <pc:sldMkLst>
          <pc:docMk/>
          <pc:sldMk cId="324785105" sldId="275"/>
        </pc:sldMkLst>
      </pc:sldChg>
      <pc:sldChg chg="addSp modSp mod">
        <pc:chgData name="Bowen Cheek" userId="8fca192e-0677-4b46-9386-7af871cc0c0f" providerId="ADAL" clId="{A7C2DF13-9E9B-41A5-8CD9-30DC2F6668C6}" dt="2026-04-22T16:49:20.937" v="1728"/>
        <pc:sldMkLst>
          <pc:docMk/>
          <pc:sldMk cId="2730307017" sldId="276"/>
        </pc:sldMkLst>
      </pc:sldChg>
      <pc:sldChg chg="addSp delSp modSp mod">
        <pc:chgData name="Bowen Cheek" userId="8fca192e-0677-4b46-9386-7af871cc0c0f" providerId="ADAL" clId="{A7C2DF13-9E9B-41A5-8CD9-30DC2F6668C6}" dt="2026-04-22T16:59:24.191" v="1900"/>
        <pc:sldMkLst>
          <pc:docMk/>
          <pc:sldMk cId="659178151" sldId="277"/>
        </pc:sldMkLst>
      </pc:sldChg>
      <pc:sldChg chg="addSp delSp modSp mod">
        <pc:chgData name="Bowen Cheek" userId="8fca192e-0677-4b46-9386-7af871cc0c0f" providerId="ADAL" clId="{A7C2DF13-9E9B-41A5-8CD9-30DC2F6668C6}" dt="2026-04-22T17:05:14.044" v="1955" actId="9405"/>
        <pc:sldMkLst>
          <pc:docMk/>
          <pc:sldMk cId="2469429274" sldId="279"/>
        </pc:sldMkLst>
      </pc:sldChg>
      <pc:sldChg chg="addSp delSp modSp mod">
        <pc:chgData name="Bowen Cheek" userId="8fca192e-0677-4b46-9386-7af871cc0c0f" providerId="ADAL" clId="{A7C2DF13-9E9B-41A5-8CD9-30DC2F6668C6}" dt="2026-04-22T17:08:39.208" v="2028"/>
        <pc:sldMkLst>
          <pc:docMk/>
          <pc:sldMk cId="1169557188" sldId="280"/>
        </pc:sldMkLst>
      </pc:sldChg>
      <pc:sldChg chg="addSp delSp modSp mod">
        <pc:chgData name="Bowen Cheek" userId="8fca192e-0677-4b46-9386-7af871cc0c0f" providerId="ADAL" clId="{A7C2DF13-9E9B-41A5-8CD9-30DC2F6668C6}" dt="2026-04-24T16:26:26.862" v="2536" actId="9405"/>
        <pc:sldMkLst>
          <pc:docMk/>
          <pc:sldMk cId="2588429553" sldId="281"/>
        </pc:sldMkLst>
      </pc:sldChg>
      <pc:sldChg chg="addSp delSp modSp mod">
        <pc:chgData name="Bowen Cheek" userId="8fca192e-0677-4b46-9386-7af871cc0c0f" providerId="ADAL" clId="{A7C2DF13-9E9B-41A5-8CD9-30DC2F6668C6}" dt="2026-04-24T16:34:53.817" v="2662"/>
        <pc:sldMkLst>
          <pc:docMk/>
          <pc:sldMk cId="3647471714" sldId="282"/>
        </pc:sldMkLst>
      </pc:sldChg>
      <pc:sldChg chg="addSp delSp modSp mod">
        <pc:chgData name="Bowen Cheek" userId="8fca192e-0677-4b46-9386-7af871cc0c0f" providerId="ADAL" clId="{A7C2DF13-9E9B-41A5-8CD9-30DC2F6668C6}" dt="2026-04-24T16:37:13.661" v="2689"/>
        <pc:sldMkLst>
          <pc:docMk/>
          <pc:sldMk cId="1683353479" sldId="284"/>
        </pc:sldMkLst>
      </pc:sldChg>
      <pc:sldChg chg="addSp modSp mod">
        <pc:chgData name="Bowen Cheek" userId="8fca192e-0677-4b46-9386-7af871cc0c0f" providerId="ADAL" clId="{A7C2DF13-9E9B-41A5-8CD9-30DC2F6668C6}" dt="2026-04-24T16:38:48.350" v="2707"/>
        <pc:sldMkLst>
          <pc:docMk/>
          <pc:sldMk cId="2644686118" sldId="285"/>
        </pc:sldMkLst>
      </pc:sldChg>
      <pc:sldChg chg="addSp delSp modSp mod">
        <pc:chgData name="Bowen Cheek" userId="8fca192e-0677-4b46-9386-7af871cc0c0f" providerId="ADAL" clId="{A7C2DF13-9E9B-41A5-8CD9-30DC2F6668C6}" dt="2026-04-24T16:46:10.467" v="2790"/>
        <pc:sldMkLst>
          <pc:docMk/>
          <pc:sldMk cId="2755535961" sldId="286"/>
        </pc:sldMkLst>
      </pc:sldChg>
      <pc:sldChg chg="addSp delSp modSp mod">
        <pc:chgData name="Bowen Cheek" userId="8fca192e-0677-4b46-9386-7af871cc0c0f" providerId="ADAL" clId="{A7C2DF13-9E9B-41A5-8CD9-30DC2F6668C6}" dt="2026-04-24T16:54:42.070" v="2897"/>
        <pc:sldMkLst>
          <pc:docMk/>
          <pc:sldMk cId="4148140370" sldId="287"/>
        </pc:sldMkLst>
      </pc:sldChg>
      <pc:sldChg chg="addSp mod">
        <pc:chgData name="Bowen Cheek" userId="8fca192e-0677-4b46-9386-7af871cc0c0f" providerId="ADAL" clId="{A7C2DF13-9E9B-41A5-8CD9-30DC2F6668C6}" dt="2026-04-24T13:37:09.214" v="2294" actId="9405"/>
        <pc:sldMkLst>
          <pc:docMk/>
          <pc:sldMk cId="3390899726" sldId="288"/>
        </pc:sldMkLst>
      </pc:sldChg>
      <pc:sldChg chg="addSp delSp modSp mod">
        <pc:chgData name="Bowen Cheek" userId="8fca192e-0677-4b46-9386-7af871cc0c0f" providerId="ADAL" clId="{A7C2DF13-9E9B-41A5-8CD9-30DC2F6668C6}" dt="2026-04-24T17:00:22.686" v="2992"/>
        <pc:sldMkLst>
          <pc:docMk/>
          <pc:sldMk cId="3195900851" sldId="290"/>
        </pc:sldMkLst>
      </pc:sldChg>
      <pc:sldChg chg="addSp delSp modSp mod">
        <pc:chgData name="Bowen Cheek" userId="8fca192e-0677-4b46-9386-7af871cc0c0f" providerId="ADAL" clId="{A7C2DF13-9E9B-41A5-8CD9-30DC2F6668C6}" dt="2026-04-27T16:28:46.164" v="3602" actId="9405"/>
        <pc:sldMkLst>
          <pc:docMk/>
          <pc:sldMk cId="2885189884" sldId="292"/>
        </pc:sldMkLst>
        <pc:grpChg chg="mod">
          <ac:chgData name="Bowen Cheek" userId="8fca192e-0677-4b46-9386-7af871cc0c0f" providerId="ADAL" clId="{A7C2DF13-9E9B-41A5-8CD9-30DC2F6668C6}" dt="2026-04-27T13:14:15.398" v="3007"/>
          <ac:grpSpMkLst>
            <pc:docMk/>
            <pc:sldMk cId="2885189884" sldId="292"/>
            <ac:grpSpMk id="9" creationId="{0CBF178E-BDEF-899B-3EB2-8FA861034AAE}"/>
          </ac:grpSpMkLst>
        </pc:grpChg>
        <pc:grpChg chg="mod">
          <ac:chgData name="Bowen Cheek" userId="8fca192e-0677-4b46-9386-7af871cc0c0f" providerId="ADAL" clId="{A7C2DF13-9E9B-41A5-8CD9-30DC2F6668C6}" dt="2026-04-27T16:23:39.585" v="3499"/>
          <ac:grpSpMkLst>
            <pc:docMk/>
            <pc:sldMk cId="2885189884" sldId="292"/>
            <ac:grpSpMk id="12" creationId="{A994B284-1694-6798-5C87-41E9EB386D80}"/>
          </ac:grpSpMkLst>
        </pc:grpChg>
        <pc:grpChg chg="mod">
          <ac:chgData name="Bowen Cheek" userId="8fca192e-0677-4b46-9386-7af871cc0c0f" providerId="ADAL" clId="{A7C2DF13-9E9B-41A5-8CD9-30DC2F6668C6}" dt="2026-04-27T13:14:17.801" v="3011"/>
          <ac:grpSpMkLst>
            <pc:docMk/>
            <pc:sldMk cId="2885189884" sldId="292"/>
            <ac:grpSpMk id="13" creationId="{372305FE-A66C-AE39-F882-892C6DF37BD8}"/>
          </ac:grpSpMkLst>
        </pc:grpChg>
        <pc:grpChg chg="mod">
          <ac:chgData name="Bowen Cheek" userId="8fca192e-0677-4b46-9386-7af871cc0c0f" providerId="ADAL" clId="{A7C2DF13-9E9B-41A5-8CD9-30DC2F6668C6}" dt="2026-04-27T16:23:39.585" v="3499"/>
          <ac:grpSpMkLst>
            <pc:docMk/>
            <pc:sldMk cId="2885189884" sldId="292"/>
            <ac:grpSpMk id="13" creationId="{57A5FAAE-CFB3-02E8-866C-7478029653E7}"/>
          </ac:grpSpMkLst>
        </pc:grpChg>
        <pc:grpChg chg="mod">
          <ac:chgData name="Bowen Cheek" userId="8fca192e-0677-4b46-9386-7af871cc0c0f" providerId="ADAL" clId="{A7C2DF13-9E9B-41A5-8CD9-30DC2F6668C6}" dt="2026-04-27T16:24:16.028" v="3502"/>
          <ac:grpSpMkLst>
            <pc:docMk/>
            <pc:sldMk cId="2885189884" sldId="292"/>
            <ac:grpSpMk id="16" creationId="{8B540780-5519-8D13-F26A-FA51F7A6FDD7}"/>
          </ac:grpSpMkLst>
        </pc:grpChg>
        <pc:grpChg chg="mod">
          <ac:chgData name="Bowen Cheek" userId="8fca192e-0677-4b46-9386-7af871cc0c0f" providerId="ADAL" clId="{A7C2DF13-9E9B-41A5-8CD9-30DC2F6668C6}" dt="2026-04-27T13:15:12.573" v="3014"/>
          <ac:grpSpMkLst>
            <pc:docMk/>
            <pc:sldMk cId="2885189884" sldId="292"/>
            <ac:grpSpMk id="16" creationId="{9F584884-90D0-1DD3-B236-E6690ACB57B8}"/>
          </ac:grpSpMkLst>
        </pc:grpChg>
        <pc:grpChg chg="del mod">
          <ac:chgData name="Bowen Cheek" userId="8fca192e-0677-4b46-9386-7af871cc0c0f" providerId="ADAL" clId="{A7C2DF13-9E9B-41A5-8CD9-30DC2F6668C6}" dt="2026-04-27T16:25:59.353" v="3511"/>
          <ac:grpSpMkLst>
            <pc:docMk/>
            <pc:sldMk cId="2885189884" sldId="292"/>
            <ac:grpSpMk id="21" creationId="{37D9482E-9CB2-4B25-5C95-5D01DE24DA69}"/>
          </ac:grpSpMkLst>
        </pc:grpChg>
        <pc:grpChg chg="del mod">
          <ac:chgData name="Bowen Cheek" userId="8fca192e-0677-4b46-9386-7af871cc0c0f" providerId="ADAL" clId="{A7C2DF13-9E9B-41A5-8CD9-30DC2F6668C6}" dt="2026-04-27T13:15:41.362" v="3033"/>
          <ac:grpSpMkLst>
            <pc:docMk/>
            <pc:sldMk cId="2885189884" sldId="292"/>
            <ac:grpSpMk id="25" creationId="{DB9634BF-B0EE-E1AB-E4B5-966098BA3669}"/>
          </ac:grpSpMkLst>
        </pc:grpChg>
        <pc:grpChg chg="mod">
          <ac:chgData name="Bowen Cheek" userId="8fca192e-0677-4b46-9386-7af871cc0c0f" providerId="ADAL" clId="{A7C2DF13-9E9B-41A5-8CD9-30DC2F6668C6}" dt="2026-04-27T16:25:59.353" v="3511"/>
          <ac:grpSpMkLst>
            <pc:docMk/>
            <pc:sldMk cId="2885189884" sldId="292"/>
            <ac:grpSpMk id="25" creationId="{E62A3D38-250B-AC8E-DD5A-6BFF1D04F443}"/>
          </ac:grpSpMkLst>
        </pc:grpChg>
        <pc:grpChg chg="mod">
          <ac:chgData name="Bowen Cheek" userId="8fca192e-0677-4b46-9386-7af871cc0c0f" providerId="ADAL" clId="{A7C2DF13-9E9B-41A5-8CD9-30DC2F6668C6}" dt="2026-04-27T16:26:06.932" v="3515"/>
          <ac:grpSpMkLst>
            <pc:docMk/>
            <pc:sldMk cId="2885189884" sldId="292"/>
            <ac:grpSpMk id="29" creationId="{5D9B30EB-4036-8AB9-8707-7B176F088D7E}"/>
          </ac:grpSpMkLst>
        </pc:grpChg>
        <pc:grpChg chg="mod">
          <ac:chgData name="Bowen Cheek" userId="8fca192e-0677-4b46-9386-7af871cc0c0f" providerId="ADAL" clId="{A7C2DF13-9E9B-41A5-8CD9-30DC2F6668C6}" dt="2026-04-27T16:26:10.084" v="3518"/>
          <ac:grpSpMkLst>
            <pc:docMk/>
            <pc:sldMk cId="2885189884" sldId="292"/>
            <ac:grpSpMk id="32" creationId="{B89E282F-44EA-BAB4-C54F-A83710CE4FC6}"/>
          </ac:grpSpMkLst>
        </pc:grpChg>
        <pc:grpChg chg="del mod">
          <ac:chgData name="Bowen Cheek" userId="8fca192e-0677-4b46-9386-7af871cc0c0f" providerId="ADAL" clId="{A7C2DF13-9E9B-41A5-8CD9-30DC2F6668C6}" dt="2026-04-27T13:17:02.668" v="3038"/>
          <ac:grpSpMkLst>
            <pc:docMk/>
            <pc:sldMk cId="2885189884" sldId="292"/>
            <ac:grpSpMk id="35" creationId="{4C9170C7-B420-E500-736D-374CA622955A}"/>
          </ac:grpSpMkLst>
        </pc:grpChg>
        <pc:grpChg chg="mod">
          <ac:chgData name="Bowen Cheek" userId="8fca192e-0677-4b46-9386-7af871cc0c0f" providerId="ADAL" clId="{A7C2DF13-9E9B-41A5-8CD9-30DC2F6668C6}" dt="2026-04-27T13:17:02.668" v="3038"/>
          <ac:grpSpMkLst>
            <pc:docMk/>
            <pc:sldMk cId="2885189884" sldId="292"/>
            <ac:grpSpMk id="40" creationId="{87E6F092-2145-3B60-7EFA-6F6CED095CD0}"/>
          </ac:grpSpMkLst>
        </pc:grpChg>
        <pc:grpChg chg="del mod">
          <ac:chgData name="Bowen Cheek" userId="8fca192e-0677-4b46-9386-7af871cc0c0f" providerId="ADAL" clId="{A7C2DF13-9E9B-41A5-8CD9-30DC2F6668C6}" dt="2026-04-27T16:26:23.323" v="3531"/>
          <ac:grpSpMkLst>
            <pc:docMk/>
            <pc:sldMk cId="2885189884" sldId="292"/>
            <ac:grpSpMk id="43" creationId="{5EAF4F87-8E73-C4B4-FE1E-C18FA09543FD}"/>
          </ac:grpSpMkLst>
        </pc:grpChg>
        <pc:grpChg chg="mod">
          <ac:chgData name="Bowen Cheek" userId="8fca192e-0677-4b46-9386-7af871cc0c0f" providerId="ADAL" clId="{A7C2DF13-9E9B-41A5-8CD9-30DC2F6668C6}" dt="2026-04-27T16:26:23.323" v="3531"/>
          <ac:grpSpMkLst>
            <pc:docMk/>
            <pc:sldMk cId="2885189884" sldId="292"/>
            <ac:grpSpMk id="45" creationId="{A65B6E01-0CD5-BC13-A2FE-E3B2EFF8F924}"/>
          </ac:grpSpMkLst>
        </pc:grpChg>
        <pc:grpChg chg="mod">
          <ac:chgData name="Bowen Cheek" userId="8fca192e-0677-4b46-9386-7af871cc0c0f" providerId="ADAL" clId="{A7C2DF13-9E9B-41A5-8CD9-30DC2F6668C6}" dt="2026-04-27T13:17:15.018" v="3046"/>
          <ac:grpSpMkLst>
            <pc:docMk/>
            <pc:sldMk cId="2885189884" sldId="292"/>
            <ac:grpSpMk id="48" creationId="{1E185D77-B606-7CBF-4EF2-4099DAE5BC97}"/>
          </ac:grpSpMkLst>
        </pc:grpChg>
        <pc:grpChg chg="mod">
          <ac:chgData name="Bowen Cheek" userId="8fca192e-0677-4b46-9386-7af871cc0c0f" providerId="ADAL" clId="{A7C2DF13-9E9B-41A5-8CD9-30DC2F6668C6}" dt="2026-04-27T16:26:45.851" v="3541"/>
          <ac:grpSpMkLst>
            <pc:docMk/>
            <pc:sldMk cId="2885189884" sldId="292"/>
            <ac:grpSpMk id="55" creationId="{614141F4-3620-A6FD-6E14-8B088C69331B}"/>
          </ac:grpSpMkLst>
        </pc:grpChg>
        <pc:grpChg chg="mod">
          <ac:chgData name="Bowen Cheek" userId="8fca192e-0677-4b46-9386-7af871cc0c0f" providerId="ADAL" clId="{A7C2DF13-9E9B-41A5-8CD9-30DC2F6668C6}" dt="2026-04-27T13:17:20.004" v="3057"/>
          <ac:grpSpMkLst>
            <pc:docMk/>
            <pc:sldMk cId="2885189884" sldId="292"/>
            <ac:grpSpMk id="59" creationId="{E26883F5-7765-B8AD-27A5-41F0F02DAB5C}"/>
          </ac:grpSpMkLst>
        </pc:grpChg>
        <pc:grpChg chg="del mod">
          <ac:chgData name="Bowen Cheek" userId="8fca192e-0677-4b46-9386-7af871cc0c0f" providerId="ADAL" clId="{A7C2DF13-9E9B-41A5-8CD9-30DC2F6668C6}" dt="2026-04-27T13:18:03.069" v="3068"/>
          <ac:grpSpMkLst>
            <pc:docMk/>
            <pc:sldMk cId="2885189884" sldId="292"/>
            <ac:grpSpMk id="66" creationId="{649DD8D9-8628-5318-C10B-92C7165820AF}"/>
          </ac:grpSpMkLst>
        </pc:grpChg>
        <pc:grpChg chg="mod">
          <ac:chgData name="Bowen Cheek" userId="8fca192e-0677-4b46-9386-7af871cc0c0f" providerId="ADAL" clId="{A7C2DF13-9E9B-41A5-8CD9-30DC2F6668C6}" dt="2026-04-27T16:26:50.870" v="3552"/>
          <ac:grpSpMkLst>
            <pc:docMk/>
            <pc:sldMk cId="2885189884" sldId="292"/>
            <ac:grpSpMk id="66" creationId="{6EC4F368-8A68-02FA-471A-8187C5758563}"/>
          </ac:grpSpMkLst>
        </pc:grpChg>
        <pc:grpChg chg="del mod">
          <ac:chgData name="Bowen Cheek" userId="8fca192e-0677-4b46-9386-7af871cc0c0f" providerId="ADAL" clId="{A7C2DF13-9E9B-41A5-8CD9-30DC2F6668C6}" dt="2026-04-27T13:18:04.498" v="3071"/>
          <ac:grpSpMkLst>
            <pc:docMk/>
            <pc:sldMk cId="2885189884" sldId="292"/>
            <ac:grpSpMk id="70" creationId="{6BC3A5A8-CFCE-1127-4EF2-2A0C493822F5}"/>
          </ac:grpSpMkLst>
        </pc:grpChg>
        <pc:grpChg chg="del mod">
          <ac:chgData name="Bowen Cheek" userId="8fca192e-0677-4b46-9386-7af871cc0c0f" providerId="ADAL" clId="{A7C2DF13-9E9B-41A5-8CD9-30DC2F6668C6}" dt="2026-04-27T13:18:06.882" v="3073"/>
          <ac:grpSpMkLst>
            <pc:docMk/>
            <pc:sldMk cId="2885189884" sldId="292"/>
            <ac:grpSpMk id="73" creationId="{C24B7CE3-C4C2-2C85-13F6-0554CB46F3E0}"/>
          </ac:grpSpMkLst>
        </pc:grpChg>
        <pc:grpChg chg="mod">
          <ac:chgData name="Bowen Cheek" userId="8fca192e-0677-4b46-9386-7af871cc0c0f" providerId="ADAL" clId="{A7C2DF13-9E9B-41A5-8CD9-30DC2F6668C6}" dt="2026-04-27T16:27:16.074" v="3559"/>
          <ac:grpSpMkLst>
            <pc:docMk/>
            <pc:sldMk cId="2885189884" sldId="292"/>
            <ac:grpSpMk id="73" creationId="{DEB926AA-399B-0629-08EF-DE4CD091CA15}"/>
          </ac:grpSpMkLst>
        </pc:grpChg>
        <pc:grpChg chg="mod">
          <ac:chgData name="Bowen Cheek" userId="8fca192e-0677-4b46-9386-7af871cc0c0f" providerId="ADAL" clId="{A7C2DF13-9E9B-41A5-8CD9-30DC2F6668C6}" dt="2026-04-27T13:18:06.882" v="3073"/>
          <ac:grpSpMkLst>
            <pc:docMk/>
            <pc:sldMk cId="2885189884" sldId="292"/>
            <ac:grpSpMk id="75" creationId="{4C6EABF4-C7EE-E52D-95FB-8C3077494794}"/>
          </ac:grpSpMkLst>
        </pc:grpChg>
        <pc:grpChg chg="del mod">
          <ac:chgData name="Bowen Cheek" userId="8fca192e-0677-4b46-9386-7af871cc0c0f" providerId="ADAL" clId="{A7C2DF13-9E9B-41A5-8CD9-30DC2F6668C6}" dt="2026-04-27T16:27:38.242" v="3580"/>
          <ac:grpSpMkLst>
            <pc:docMk/>
            <pc:sldMk cId="2885189884" sldId="292"/>
            <ac:grpSpMk id="81" creationId="{167FCBBE-44FB-15A4-A176-EABEA6B0B066}"/>
          </ac:grpSpMkLst>
        </pc:grpChg>
        <pc:grpChg chg="del mod">
          <ac:chgData name="Bowen Cheek" userId="8fca192e-0677-4b46-9386-7af871cc0c0f" providerId="ADAL" clId="{A7C2DF13-9E9B-41A5-8CD9-30DC2F6668C6}" dt="2026-04-27T16:27:34.846" v="3575"/>
          <ac:grpSpMkLst>
            <pc:docMk/>
            <pc:sldMk cId="2885189884" sldId="292"/>
            <ac:grpSpMk id="85" creationId="{67F6758D-CE52-07E2-0A03-53677C0899D6}"/>
          </ac:grpSpMkLst>
        </pc:grpChg>
        <pc:grpChg chg="mod">
          <ac:chgData name="Bowen Cheek" userId="8fca192e-0677-4b46-9386-7af871cc0c0f" providerId="ADAL" clId="{A7C2DF13-9E9B-41A5-8CD9-30DC2F6668C6}" dt="2026-04-27T16:27:34.846" v="3575"/>
          <ac:grpSpMkLst>
            <pc:docMk/>
            <pc:sldMk cId="2885189884" sldId="292"/>
            <ac:grpSpMk id="89" creationId="{AEB599E3-56DC-742B-A3C6-A4CF95BA60A8}"/>
          </ac:grpSpMkLst>
        </pc:grpChg>
        <pc:grpChg chg="mod">
          <ac:chgData name="Bowen Cheek" userId="8fca192e-0677-4b46-9386-7af871cc0c0f" providerId="ADAL" clId="{A7C2DF13-9E9B-41A5-8CD9-30DC2F6668C6}" dt="2026-04-27T13:18:13.535" v="3088"/>
          <ac:grpSpMkLst>
            <pc:docMk/>
            <pc:sldMk cId="2885189884" sldId="292"/>
            <ac:grpSpMk id="90" creationId="{15EA6B5C-0789-02BC-CAFB-49D440294D14}"/>
          </ac:grpSpMkLst>
        </pc:grpChg>
        <pc:grpChg chg="del mod">
          <ac:chgData name="Bowen Cheek" userId="8fca192e-0677-4b46-9386-7af871cc0c0f" providerId="ADAL" clId="{A7C2DF13-9E9B-41A5-8CD9-30DC2F6668C6}" dt="2026-04-27T16:27:40.315" v="3584"/>
          <ac:grpSpMkLst>
            <pc:docMk/>
            <pc:sldMk cId="2885189884" sldId="292"/>
            <ac:grpSpMk id="94" creationId="{BCAB7292-240D-1E21-FD36-C648B885AB79}"/>
          </ac:grpSpMkLst>
        </pc:grpChg>
        <pc:grpChg chg="mod">
          <ac:chgData name="Bowen Cheek" userId="8fca192e-0677-4b46-9386-7af871cc0c0f" providerId="ADAL" clId="{A7C2DF13-9E9B-41A5-8CD9-30DC2F6668C6}" dt="2026-04-27T16:27:40.315" v="3584"/>
          <ac:grpSpMkLst>
            <pc:docMk/>
            <pc:sldMk cId="2885189884" sldId="292"/>
            <ac:grpSpMk id="98" creationId="{28FA0FE3-4911-A557-491B-F08DD6D2D874}"/>
          </ac:grpSpMkLst>
        </pc:grpChg>
        <pc:grpChg chg="del mod">
          <ac:chgData name="Bowen Cheek" userId="8fca192e-0677-4b46-9386-7af871cc0c0f" providerId="ADAL" clId="{A7C2DF13-9E9B-41A5-8CD9-30DC2F6668C6}" dt="2026-04-27T16:28:29.132" v="3598"/>
          <ac:grpSpMkLst>
            <pc:docMk/>
            <pc:sldMk cId="2885189884" sldId="292"/>
            <ac:grpSpMk id="103" creationId="{0817CD24-E2FC-4C90-E731-7371D38A58FC}"/>
          </ac:grpSpMkLst>
        </pc:grpChg>
        <pc:grpChg chg="mod">
          <ac:chgData name="Bowen Cheek" userId="8fca192e-0677-4b46-9386-7af871cc0c0f" providerId="ADAL" clId="{A7C2DF13-9E9B-41A5-8CD9-30DC2F6668C6}" dt="2026-04-27T16:28:29.132" v="3598"/>
          <ac:grpSpMkLst>
            <pc:docMk/>
            <pc:sldMk cId="2885189884" sldId="292"/>
            <ac:grpSpMk id="112" creationId="{FEC6D987-6464-4413-B9BB-10EDBAD88E4B}"/>
          </ac:grpSpMkLst>
        </pc:grpChg>
        <pc:grpChg chg="mod">
          <ac:chgData name="Bowen Cheek" userId="8fca192e-0677-4b46-9386-7af871cc0c0f" providerId="ADAL" clId="{A7C2DF13-9E9B-41A5-8CD9-30DC2F6668C6}" dt="2026-04-27T16:28:40.094" v="3601"/>
          <ac:grpSpMkLst>
            <pc:docMk/>
            <pc:sldMk cId="2885189884" sldId="292"/>
            <ac:grpSpMk id="115" creationId="{DAED33E7-19FA-AA72-8649-C726386199AE}"/>
          </ac:grpSpMkLst>
        </pc:grpChg>
        <pc:inkChg chg="add">
          <ac:chgData name="Bowen Cheek" userId="8fca192e-0677-4b46-9386-7af871cc0c0f" providerId="ADAL" clId="{A7C2DF13-9E9B-41A5-8CD9-30DC2F6668C6}" dt="2026-04-27T13:14:05.958" v="3004" actId="9405"/>
          <ac:inkMkLst>
            <pc:docMk/>
            <pc:sldMk cId="2885189884" sldId="292"/>
            <ac:inkMk id="6" creationId="{5D9469FB-8DC6-5E93-8631-BB9978151553}"/>
          </ac:inkMkLst>
        </pc:inkChg>
        <pc:inkChg chg="add">
          <ac:chgData name="Bowen Cheek" userId="8fca192e-0677-4b46-9386-7af871cc0c0f" providerId="ADAL" clId="{A7C2DF13-9E9B-41A5-8CD9-30DC2F6668C6}" dt="2026-04-27T16:23:20.533" v="3493" actId="9405"/>
          <ac:inkMkLst>
            <pc:docMk/>
            <pc:sldMk cId="2885189884" sldId="292"/>
            <ac:inkMk id="6" creationId="{86A14AC1-0780-FB02-F834-FF202347C056}"/>
          </ac:inkMkLst>
        </pc:inkChg>
        <pc:inkChg chg="add mod">
          <ac:chgData name="Bowen Cheek" userId="8fca192e-0677-4b46-9386-7af871cc0c0f" providerId="ADAL" clId="{A7C2DF13-9E9B-41A5-8CD9-30DC2F6668C6}" dt="2026-04-27T13:14:15.398" v="3007"/>
          <ac:inkMkLst>
            <pc:docMk/>
            <pc:sldMk cId="2885189884" sldId="292"/>
            <ac:inkMk id="7" creationId="{F4218F52-D9D5-BAB5-AE38-B25415640816}"/>
          </ac:inkMkLst>
        </pc:inkChg>
        <pc:inkChg chg="add mod">
          <ac:chgData name="Bowen Cheek" userId="8fca192e-0677-4b46-9386-7af871cc0c0f" providerId="ADAL" clId="{A7C2DF13-9E9B-41A5-8CD9-30DC2F6668C6}" dt="2026-04-27T16:23:39.585" v="3499"/>
          <ac:inkMkLst>
            <pc:docMk/>
            <pc:sldMk cId="2885189884" sldId="292"/>
            <ac:inkMk id="7" creationId="{F914E4BC-9D26-E007-AF38-40C466D1455D}"/>
          </ac:inkMkLst>
        </pc:inkChg>
        <pc:inkChg chg="add mod">
          <ac:chgData name="Bowen Cheek" userId="8fca192e-0677-4b46-9386-7af871cc0c0f" providerId="ADAL" clId="{A7C2DF13-9E9B-41A5-8CD9-30DC2F6668C6}" dt="2026-04-27T13:14:15.398" v="3007"/>
          <ac:inkMkLst>
            <pc:docMk/>
            <pc:sldMk cId="2885189884" sldId="292"/>
            <ac:inkMk id="8" creationId="{52A66383-74A2-EED4-0BD1-4A21D956E352}"/>
          </ac:inkMkLst>
        </pc:inkChg>
        <pc:inkChg chg="add mod">
          <ac:chgData name="Bowen Cheek" userId="8fca192e-0677-4b46-9386-7af871cc0c0f" providerId="ADAL" clId="{A7C2DF13-9E9B-41A5-8CD9-30DC2F6668C6}" dt="2026-04-27T16:23:39.585" v="3499"/>
          <ac:inkMkLst>
            <pc:docMk/>
            <pc:sldMk cId="2885189884" sldId="292"/>
            <ac:inkMk id="8" creationId="{9F436BF9-6CC5-0365-CF84-6F074684D111}"/>
          </ac:inkMkLst>
        </pc:inkChg>
        <pc:inkChg chg="add mod">
          <ac:chgData name="Bowen Cheek" userId="8fca192e-0677-4b46-9386-7af871cc0c0f" providerId="ADAL" clId="{A7C2DF13-9E9B-41A5-8CD9-30DC2F6668C6}" dt="2026-04-27T16:23:39.585" v="3499"/>
          <ac:inkMkLst>
            <pc:docMk/>
            <pc:sldMk cId="2885189884" sldId="292"/>
            <ac:inkMk id="9" creationId="{F3CFC173-4D96-E477-1D5E-6D93EC9962A5}"/>
          </ac:inkMkLst>
        </pc:inkChg>
        <pc:inkChg chg="add mod">
          <ac:chgData name="Bowen Cheek" userId="8fca192e-0677-4b46-9386-7af871cc0c0f" providerId="ADAL" clId="{A7C2DF13-9E9B-41A5-8CD9-30DC2F6668C6}" dt="2026-04-27T16:23:39.585" v="3499"/>
          <ac:inkMkLst>
            <pc:docMk/>
            <pc:sldMk cId="2885189884" sldId="292"/>
            <ac:inkMk id="10" creationId="{06A49827-D120-56A5-66C3-A2814D6BCE29}"/>
          </ac:inkMkLst>
        </pc:inkChg>
        <pc:inkChg chg="add mod">
          <ac:chgData name="Bowen Cheek" userId="8fca192e-0677-4b46-9386-7af871cc0c0f" providerId="ADAL" clId="{A7C2DF13-9E9B-41A5-8CD9-30DC2F6668C6}" dt="2026-04-27T13:14:17.801" v="3011"/>
          <ac:inkMkLst>
            <pc:docMk/>
            <pc:sldMk cId="2885189884" sldId="292"/>
            <ac:inkMk id="10" creationId="{BCB54104-7401-93A7-C042-BA39246F4C58}"/>
          </ac:inkMkLst>
        </pc:inkChg>
        <pc:inkChg chg="add mod">
          <ac:chgData name="Bowen Cheek" userId="8fca192e-0677-4b46-9386-7af871cc0c0f" providerId="ADAL" clId="{A7C2DF13-9E9B-41A5-8CD9-30DC2F6668C6}" dt="2026-04-27T13:14:17.801" v="3011"/>
          <ac:inkMkLst>
            <pc:docMk/>
            <pc:sldMk cId="2885189884" sldId="292"/>
            <ac:inkMk id="11" creationId="{C84EFA02-1D87-C4D4-8119-C3E1212DB9DA}"/>
          </ac:inkMkLst>
        </pc:inkChg>
        <pc:inkChg chg="add mod">
          <ac:chgData name="Bowen Cheek" userId="8fca192e-0677-4b46-9386-7af871cc0c0f" providerId="ADAL" clId="{A7C2DF13-9E9B-41A5-8CD9-30DC2F6668C6}" dt="2026-04-27T16:23:39.585" v="3499"/>
          <ac:inkMkLst>
            <pc:docMk/>
            <pc:sldMk cId="2885189884" sldId="292"/>
            <ac:inkMk id="11" creationId="{D7D6D87F-F418-9C60-751D-10B1D59DDE5F}"/>
          </ac:inkMkLst>
        </pc:inkChg>
        <pc:inkChg chg="add mod">
          <ac:chgData name="Bowen Cheek" userId="8fca192e-0677-4b46-9386-7af871cc0c0f" providerId="ADAL" clId="{A7C2DF13-9E9B-41A5-8CD9-30DC2F6668C6}" dt="2026-04-27T13:14:17.801" v="3011"/>
          <ac:inkMkLst>
            <pc:docMk/>
            <pc:sldMk cId="2885189884" sldId="292"/>
            <ac:inkMk id="12" creationId="{AE1077EA-972C-A413-7452-4ED316008FFA}"/>
          </ac:inkMkLst>
        </pc:inkChg>
        <pc:inkChg chg="add mod">
          <ac:chgData name="Bowen Cheek" userId="8fca192e-0677-4b46-9386-7af871cc0c0f" providerId="ADAL" clId="{A7C2DF13-9E9B-41A5-8CD9-30DC2F6668C6}" dt="2026-04-27T16:24:16.028" v="3502"/>
          <ac:inkMkLst>
            <pc:docMk/>
            <pc:sldMk cId="2885189884" sldId="292"/>
            <ac:inkMk id="14" creationId="{19843EE1-888E-818B-193A-AB6DCE2D225E}"/>
          </ac:inkMkLst>
        </pc:inkChg>
        <pc:inkChg chg="add mod">
          <ac:chgData name="Bowen Cheek" userId="8fca192e-0677-4b46-9386-7af871cc0c0f" providerId="ADAL" clId="{A7C2DF13-9E9B-41A5-8CD9-30DC2F6668C6}" dt="2026-04-27T13:15:12.573" v="3014"/>
          <ac:inkMkLst>
            <pc:docMk/>
            <pc:sldMk cId="2885189884" sldId="292"/>
            <ac:inkMk id="14" creationId="{7D14616D-BD1A-F7BF-B721-5E6500529EBA}"/>
          </ac:inkMkLst>
        </pc:inkChg>
        <pc:inkChg chg="add mod">
          <ac:chgData name="Bowen Cheek" userId="8fca192e-0677-4b46-9386-7af871cc0c0f" providerId="ADAL" clId="{A7C2DF13-9E9B-41A5-8CD9-30DC2F6668C6}" dt="2026-04-27T13:15:12.573" v="3014"/>
          <ac:inkMkLst>
            <pc:docMk/>
            <pc:sldMk cId="2885189884" sldId="292"/>
            <ac:inkMk id="15" creationId="{C933FD01-BEE0-881D-D015-3950E13981E6}"/>
          </ac:inkMkLst>
        </pc:inkChg>
        <pc:inkChg chg="add mod">
          <ac:chgData name="Bowen Cheek" userId="8fca192e-0677-4b46-9386-7af871cc0c0f" providerId="ADAL" clId="{A7C2DF13-9E9B-41A5-8CD9-30DC2F6668C6}" dt="2026-04-27T16:24:16.028" v="3502"/>
          <ac:inkMkLst>
            <pc:docMk/>
            <pc:sldMk cId="2885189884" sldId="292"/>
            <ac:inkMk id="15" creationId="{F518D387-DB19-2F1D-222D-D75480DC61F8}"/>
          </ac:inkMkLst>
        </pc:inkChg>
        <pc:inkChg chg="add">
          <ac:chgData name="Bowen Cheek" userId="8fca192e-0677-4b46-9386-7af871cc0c0f" providerId="ADAL" clId="{A7C2DF13-9E9B-41A5-8CD9-30DC2F6668C6}" dt="2026-04-27T16:24:39.116" v="3503" actId="9405"/>
          <ac:inkMkLst>
            <pc:docMk/>
            <pc:sldMk cId="2885189884" sldId="292"/>
            <ac:inkMk id="17" creationId="{3A5FC07A-DC75-5458-F95C-F89DADB0E0B3}"/>
          </ac:inkMkLst>
        </pc:inkChg>
        <pc:inkChg chg="add mod">
          <ac:chgData name="Bowen Cheek" userId="8fca192e-0677-4b46-9386-7af871cc0c0f" providerId="ADAL" clId="{A7C2DF13-9E9B-41A5-8CD9-30DC2F6668C6}" dt="2026-04-27T13:15:37.309" v="3023"/>
          <ac:inkMkLst>
            <pc:docMk/>
            <pc:sldMk cId="2885189884" sldId="292"/>
            <ac:inkMk id="17" creationId="{975D96B4-A33D-110E-F4CC-612F9049E7BD}"/>
          </ac:inkMkLst>
        </pc:inkChg>
        <pc:inkChg chg="add mod">
          <ac:chgData name="Bowen Cheek" userId="8fca192e-0677-4b46-9386-7af871cc0c0f" providerId="ADAL" clId="{A7C2DF13-9E9B-41A5-8CD9-30DC2F6668C6}" dt="2026-04-27T13:17:02.668" v="3038"/>
          <ac:inkMkLst>
            <pc:docMk/>
            <pc:sldMk cId="2885189884" sldId="292"/>
            <ac:inkMk id="18" creationId="{0001DD97-5100-81D4-CCFD-F441C8E93B97}"/>
          </ac:inkMkLst>
        </pc:inkChg>
        <pc:inkChg chg="add">
          <ac:chgData name="Bowen Cheek" userId="8fca192e-0677-4b46-9386-7af871cc0c0f" providerId="ADAL" clId="{A7C2DF13-9E9B-41A5-8CD9-30DC2F6668C6}" dt="2026-04-27T16:24:56.765" v="3504" actId="9405"/>
          <ac:inkMkLst>
            <pc:docMk/>
            <pc:sldMk cId="2885189884" sldId="292"/>
            <ac:inkMk id="18" creationId="{E0CFE705-787C-3734-65BB-DC2969D4B078}"/>
          </ac:inkMkLst>
        </pc:inkChg>
        <pc:inkChg chg="add mod">
          <ac:chgData name="Bowen Cheek" userId="8fca192e-0677-4b46-9386-7af871cc0c0f" providerId="ADAL" clId="{A7C2DF13-9E9B-41A5-8CD9-30DC2F6668C6}" dt="2026-04-27T16:25:59.353" v="3511"/>
          <ac:inkMkLst>
            <pc:docMk/>
            <pc:sldMk cId="2885189884" sldId="292"/>
            <ac:inkMk id="19" creationId="{015CD7A1-B8C2-36EB-738A-308DD8331D08}"/>
          </ac:inkMkLst>
        </pc:inkChg>
        <pc:inkChg chg="add mod">
          <ac:chgData name="Bowen Cheek" userId="8fca192e-0677-4b46-9386-7af871cc0c0f" providerId="ADAL" clId="{A7C2DF13-9E9B-41A5-8CD9-30DC2F6668C6}" dt="2026-04-27T13:15:37.309" v="3023"/>
          <ac:inkMkLst>
            <pc:docMk/>
            <pc:sldMk cId="2885189884" sldId="292"/>
            <ac:inkMk id="19" creationId="{703FD163-A000-6FC6-71E2-249BBF52C601}"/>
          </ac:inkMkLst>
        </pc:inkChg>
        <pc:inkChg chg="add mod">
          <ac:chgData name="Bowen Cheek" userId="8fca192e-0677-4b46-9386-7af871cc0c0f" providerId="ADAL" clId="{A7C2DF13-9E9B-41A5-8CD9-30DC2F6668C6}" dt="2026-04-27T13:15:37.309" v="3023"/>
          <ac:inkMkLst>
            <pc:docMk/>
            <pc:sldMk cId="2885189884" sldId="292"/>
            <ac:inkMk id="20" creationId="{D95E0F8F-4F43-5A98-58FD-02D1C258F71C}"/>
          </ac:inkMkLst>
        </pc:inkChg>
        <pc:inkChg chg="add mod">
          <ac:chgData name="Bowen Cheek" userId="8fca192e-0677-4b46-9386-7af871cc0c0f" providerId="ADAL" clId="{A7C2DF13-9E9B-41A5-8CD9-30DC2F6668C6}" dt="2026-04-27T16:25:59.353" v="3511"/>
          <ac:inkMkLst>
            <pc:docMk/>
            <pc:sldMk cId="2885189884" sldId="292"/>
            <ac:inkMk id="20" creationId="{E3FD4702-4FEC-7C68-AAEA-66F9E18877AD}"/>
          </ac:inkMkLst>
        </pc:inkChg>
        <pc:inkChg chg="add mod">
          <ac:chgData name="Bowen Cheek" userId="8fca192e-0677-4b46-9386-7af871cc0c0f" providerId="ADAL" clId="{A7C2DF13-9E9B-41A5-8CD9-30DC2F6668C6}" dt="2026-04-27T13:17:02.668" v="3038"/>
          <ac:inkMkLst>
            <pc:docMk/>
            <pc:sldMk cId="2885189884" sldId="292"/>
            <ac:inkMk id="21" creationId="{CA3DA5AA-CE51-CECC-F648-ED2EC2078944}"/>
          </ac:inkMkLst>
        </pc:inkChg>
        <pc:inkChg chg="add mod">
          <ac:chgData name="Bowen Cheek" userId="8fca192e-0677-4b46-9386-7af871cc0c0f" providerId="ADAL" clId="{A7C2DF13-9E9B-41A5-8CD9-30DC2F6668C6}" dt="2026-04-27T13:17:02.668" v="3038"/>
          <ac:inkMkLst>
            <pc:docMk/>
            <pc:sldMk cId="2885189884" sldId="292"/>
            <ac:inkMk id="22" creationId="{233C0322-EE00-4B0D-52C7-10910CFFE1B9}"/>
          </ac:inkMkLst>
        </pc:inkChg>
        <pc:inkChg chg="add mod">
          <ac:chgData name="Bowen Cheek" userId="8fca192e-0677-4b46-9386-7af871cc0c0f" providerId="ADAL" clId="{A7C2DF13-9E9B-41A5-8CD9-30DC2F6668C6}" dt="2026-04-27T16:25:59.353" v="3511"/>
          <ac:inkMkLst>
            <pc:docMk/>
            <pc:sldMk cId="2885189884" sldId="292"/>
            <ac:inkMk id="22" creationId="{A3EA4A79-CCE6-9D4C-EE65-8B41EAE214E1}"/>
          </ac:inkMkLst>
        </pc:inkChg>
        <pc:inkChg chg="add mod">
          <ac:chgData name="Bowen Cheek" userId="8fca192e-0677-4b46-9386-7af871cc0c0f" providerId="ADAL" clId="{A7C2DF13-9E9B-41A5-8CD9-30DC2F6668C6}" dt="2026-04-27T13:15:37.309" v="3023"/>
          <ac:inkMkLst>
            <pc:docMk/>
            <pc:sldMk cId="2885189884" sldId="292"/>
            <ac:inkMk id="23" creationId="{8735EE83-227D-514A-E540-9E16421BBE4D}"/>
          </ac:inkMkLst>
        </pc:inkChg>
        <pc:inkChg chg="add mod">
          <ac:chgData name="Bowen Cheek" userId="8fca192e-0677-4b46-9386-7af871cc0c0f" providerId="ADAL" clId="{A7C2DF13-9E9B-41A5-8CD9-30DC2F6668C6}" dt="2026-04-27T16:25:59.353" v="3511"/>
          <ac:inkMkLst>
            <pc:docMk/>
            <pc:sldMk cId="2885189884" sldId="292"/>
            <ac:inkMk id="23" creationId="{DE820292-67A9-FE52-298D-CBDF1138162A}"/>
          </ac:inkMkLst>
        </pc:inkChg>
        <pc:inkChg chg="add mod">
          <ac:chgData name="Bowen Cheek" userId="8fca192e-0677-4b46-9386-7af871cc0c0f" providerId="ADAL" clId="{A7C2DF13-9E9B-41A5-8CD9-30DC2F6668C6}" dt="2026-04-27T16:25:59.353" v="3511"/>
          <ac:inkMkLst>
            <pc:docMk/>
            <pc:sldMk cId="2885189884" sldId="292"/>
            <ac:inkMk id="24" creationId="{9BE4570F-A8F9-DE88-A946-95FB6A83AF3E}"/>
          </ac:inkMkLst>
        </pc:inkChg>
        <pc:inkChg chg="add mod">
          <ac:chgData name="Bowen Cheek" userId="8fca192e-0677-4b46-9386-7af871cc0c0f" providerId="ADAL" clId="{A7C2DF13-9E9B-41A5-8CD9-30DC2F6668C6}" dt="2026-04-27T13:15:37.309" v="3023"/>
          <ac:inkMkLst>
            <pc:docMk/>
            <pc:sldMk cId="2885189884" sldId="292"/>
            <ac:inkMk id="24" creationId="{E0A58295-A3DA-06AB-2696-406036B8EA23}"/>
          </ac:inkMkLst>
        </pc:inkChg>
        <pc:inkChg chg="add mod">
          <ac:chgData name="Bowen Cheek" userId="8fca192e-0677-4b46-9386-7af871cc0c0f" providerId="ADAL" clId="{A7C2DF13-9E9B-41A5-8CD9-30DC2F6668C6}" dt="2026-04-27T16:26:06.932" v="3515"/>
          <ac:inkMkLst>
            <pc:docMk/>
            <pc:sldMk cId="2885189884" sldId="292"/>
            <ac:inkMk id="26" creationId="{2C5228EB-BDA6-57AE-8059-1B21C4BA5215}"/>
          </ac:inkMkLst>
        </pc:inkChg>
        <pc:inkChg chg="add mod">
          <ac:chgData name="Bowen Cheek" userId="8fca192e-0677-4b46-9386-7af871cc0c0f" providerId="ADAL" clId="{A7C2DF13-9E9B-41A5-8CD9-30DC2F6668C6}" dt="2026-04-27T13:17:02.668" v="3038"/>
          <ac:inkMkLst>
            <pc:docMk/>
            <pc:sldMk cId="2885189884" sldId="292"/>
            <ac:inkMk id="26" creationId="{60B4FC20-4BE9-4303-6C89-5075FDA5D91B}"/>
          </ac:inkMkLst>
        </pc:inkChg>
        <pc:inkChg chg="add">
          <ac:chgData name="Bowen Cheek" userId="8fca192e-0677-4b46-9386-7af871cc0c0f" providerId="ADAL" clId="{A7C2DF13-9E9B-41A5-8CD9-30DC2F6668C6}" dt="2026-04-27T13:15:37.765" v="3025" actId="9405"/>
          <ac:inkMkLst>
            <pc:docMk/>
            <pc:sldMk cId="2885189884" sldId="292"/>
            <ac:inkMk id="27" creationId="{3D79C8DB-7513-3726-A0CE-EE065880DEEA}"/>
          </ac:inkMkLst>
        </pc:inkChg>
        <pc:inkChg chg="add mod">
          <ac:chgData name="Bowen Cheek" userId="8fca192e-0677-4b46-9386-7af871cc0c0f" providerId="ADAL" clId="{A7C2DF13-9E9B-41A5-8CD9-30DC2F6668C6}" dt="2026-04-27T16:26:06.932" v="3515"/>
          <ac:inkMkLst>
            <pc:docMk/>
            <pc:sldMk cId="2885189884" sldId="292"/>
            <ac:inkMk id="27" creationId="{928E0246-CB82-8494-F65D-9090B4EA7896}"/>
          </ac:inkMkLst>
        </pc:inkChg>
        <pc:inkChg chg="add">
          <ac:chgData name="Bowen Cheek" userId="8fca192e-0677-4b46-9386-7af871cc0c0f" providerId="ADAL" clId="{A7C2DF13-9E9B-41A5-8CD9-30DC2F6668C6}" dt="2026-04-27T13:15:38.035" v="3026" actId="9405"/>
          <ac:inkMkLst>
            <pc:docMk/>
            <pc:sldMk cId="2885189884" sldId="292"/>
            <ac:inkMk id="28" creationId="{39A64223-863B-24EE-1CDC-F7A3BDA42E56}"/>
          </ac:inkMkLst>
        </pc:inkChg>
        <pc:inkChg chg="add mod">
          <ac:chgData name="Bowen Cheek" userId="8fca192e-0677-4b46-9386-7af871cc0c0f" providerId="ADAL" clId="{A7C2DF13-9E9B-41A5-8CD9-30DC2F6668C6}" dt="2026-04-27T16:26:06.932" v="3515"/>
          <ac:inkMkLst>
            <pc:docMk/>
            <pc:sldMk cId="2885189884" sldId="292"/>
            <ac:inkMk id="28" creationId="{ECD193E4-979D-9DDD-5400-6C436CD47E61}"/>
          </ac:inkMkLst>
        </pc:inkChg>
        <pc:inkChg chg="add mod">
          <ac:chgData name="Bowen Cheek" userId="8fca192e-0677-4b46-9386-7af871cc0c0f" providerId="ADAL" clId="{A7C2DF13-9E9B-41A5-8CD9-30DC2F6668C6}" dt="2026-04-27T13:17:02.668" v="3038"/>
          <ac:inkMkLst>
            <pc:docMk/>
            <pc:sldMk cId="2885189884" sldId="292"/>
            <ac:inkMk id="29" creationId="{E210564E-A47F-F233-6E87-CC0CA6721651}"/>
          </ac:inkMkLst>
        </pc:inkChg>
        <pc:inkChg chg="add mod">
          <ac:chgData name="Bowen Cheek" userId="8fca192e-0677-4b46-9386-7af871cc0c0f" providerId="ADAL" clId="{A7C2DF13-9E9B-41A5-8CD9-30DC2F6668C6}" dt="2026-04-27T16:26:10.084" v="3518"/>
          <ac:inkMkLst>
            <pc:docMk/>
            <pc:sldMk cId="2885189884" sldId="292"/>
            <ac:inkMk id="30" creationId="{46A58E24-834D-023C-4530-994C409E2CFE}"/>
          </ac:inkMkLst>
        </pc:inkChg>
        <pc:inkChg chg="add mod">
          <ac:chgData name="Bowen Cheek" userId="8fca192e-0677-4b46-9386-7af871cc0c0f" providerId="ADAL" clId="{A7C2DF13-9E9B-41A5-8CD9-30DC2F6668C6}" dt="2026-04-27T13:17:02.668" v="3038"/>
          <ac:inkMkLst>
            <pc:docMk/>
            <pc:sldMk cId="2885189884" sldId="292"/>
            <ac:inkMk id="30" creationId="{CC75F754-F940-DBA7-7C2B-851464A53904}"/>
          </ac:inkMkLst>
        </pc:inkChg>
        <pc:inkChg chg="add mod">
          <ac:chgData name="Bowen Cheek" userId="8fca192e-0677-4b46-9386-7af871cc0c0f" providerId="ADAL" clId="{A7C2DF13-9E9B-41A5-8CD9-30DC2F6668C6}" dt="2026-04-27T16:26:10.084" v="3518"/>
          <ac:inkMkLst>
            <pc:docMk/>
            <pc:sldMk cId="2885189884" sldId="292"/>
            <ac:inkMk id="31" creationId="{5A938C0C-CDC8-1EA6-C108-1B0A7866B1E4}"/>
          </ac:inkMkLst>
        </pc:inkChg>
        <pc:inkChg chg="add mod">
          <ac:chgData name="Bowen Cheek" userId="8fca192e-0677-4b46-9386-7af871cc0c0f" providerId="ADAL" clId="{A7C2DF13-9E9B-41A5-8CD9-30DC2F6668C6}" dt="2026-04-27T13:17:02.668" v="3038"/>
          <ac:inkMkLst>
            <pc:docMk/>
            <pc:sldMk cId="2885189884" sldId="292"/>
            <ac:inkMk id="31" creationId="{80B3758C-BA5D-19F5-211D-DA5C110BF700}"/>
          </ac:inkMkLst>
        </pc:inkChg>
        <pc:inkChg chg="add">
          <ac:chgData name="Bowen Cheek" userId="8fca192e-0677-4b46-9386-7af871cc0c0f" providerId="ADAL" clId="{A7C2DF13-9E9B-41A5-8CD9-30DC2F6668C6}" dt="2026-04-27T13:15:39.562" v="3030" actId="9405"/>
          <ac:inkMkLst>
            <pc:docMk/>
            <pc:sldMk cId="2885189884" sldId="292"/>
            <ac:inkMk id="32" creationId="{CEA4541D-4365-CF7D-6309-A6BB4018E4EA}"/>
          </ac:inkMkLst>
        </pc:inkChg>
        <pc:inkChg chg="add mod">
          <ac:chgData name="Bowen Cheek" userId="8fca192e-0677-4b46-9386-7af871cc0c0f" providerId="ADAL" clId="{A7C2DF13-9E9B-41A5-8CD9-30DC2F6668C6}" dt="2026-04-27T16:26:23.323" v="3531"/>
          <ac:inkMkLst>
            <pc:docMk/>
            <pc:sldMk cId="2885189884" sldId="292"/>
            <ac:inkMk id="33" creationId="{B36FCBFA-F24F-6AE8-BEA5-8EF56072310D}"/>
          </ac:inkMkLst>
        </pc:inkChg>
        <pc:inkChg chg="add mod">
          <ac:chgData name="Bowen Cheek" userId="8fca192e-0677-4b46-9386-7af871cc0c0f" providerId="ADAL" clId="{A7C2DF13-9E9B-41A5-8CD9-30DC2F6668C6}" dt="2026-04-27T13:17:02.668" v="3038"/>
          <ac:inkMkLst>
            <pc:docMk/>
            <pc:sldMk cId="2885189884" sldId="292"/>
            <ac:inkMk id="33" creationId="{C03D49FE-CAF7-54DD-47FF-9229CC729143}"/>
          </ac:inkMkLst>
        </pc:inkChg>
        <pc:inkChg chg="add mod">
          <ac:chgData name="Bowen Cheek" userId="8fca192e-0677-4b46-9386-7af871cc0c0f" providerId="ADAL" clId="{A7C2DF13-9E9B-41A5-8CD9-30DC2F6668C6}" dt="2026-04-27T16:26:23.323" v="3531"/>
          <ac:inkMkLst>
            <pc:docMk/>
            <pc:sldMk cId="2885189884" sldId="292"/>
            <ac:inkMk id="34" creationId="{339B8F0B-ED93-6DB0-E83B-4CCF96F94B86}"/>
          </ac:inkMkLst>
        </pc:inkChg>
        <pc:inkChg chg="add">
          <ac:chgData name="Bowen Cheek" userId="8fca192e-0677-4b46-9386-7af871cc0c0f" providerId="ADAL" clId="{A7C2DF13-9E9B-41A5-8CD9-30DC2F6668C6}" dt="2026-04-27T13:15:40.658" v="3032" actId="9405"/>
          <ac:inkMkLst>
            <pc:docMk/>
            <pc:sldMk cId="2885189884" sldId="292"/>
            <ac:inkMk id="34" creationId="{BBB93163-7FA9-47CA-B374-5A07EBAD29F6}"/>
          </ac:inkMkLst>
        </pc:inkChg>
        <pc:inkChg chg="add mod">
          <ac:chgData name="Bowen Cheek" userId="8fca192e-0677-4b46-9386-7af871cc0c0f" providerId="ADAL" clId="{A7C2DF13-9E9B-41A5-8CD9-30DC2F6668C6}" dt="2026-04-27T16:26:21.552" v="3529"/>
          <ac:inkMkLst>
            <pc:docMk/>
            <pc:sldMk cId="2885189884" sldId="292"/>
            <ac:inkMk id="35" creationId="{4DDFBA38-44A1-1734-D458-C082BC104C20}"/>
          </ac:inkMkLst>
        </pc:inkChg>
        <pc:inkChg chg="add">
          <ac:chgData name="Bowen Cheek" userId="8fca192e-0677-4b46-9386-7af871cc0c0f" providerId="ADAL" clId="{A7C2DF13-9E9B-41A5-8CD9-30DC2F6668C6}" dt="2026-04-27T13:15:59.471" v="3034" actId="9405"/>
          <ac:inkMkLst>
            <pc:docMk/>
            <pc:sldMk cId="2885189884" sldId="292"/>
            <ac:inkMk id="36" creationId="{2BED4B87-90FA-840C-8D9E-63982644C3A2}"/>
          </ac:inkMkLst>
        </pc:inkChg>
        <pc:inkChg chg="add">
          <ac:chgData name="Bowen Cheek" userId="8fca192e-0677-4b46-9386-7af871cc0c0f" providerId="ADAL" clId="{A7C2DF13-9E9B-41A5-8CD9-30DC2F6668C6}" dt="2026-04-27T16:26:18.111" v="3522" actId="9405"/>
          <ac:inkMkLst>
            <pc:docMk/>
            <pc:sldMk cId="2885189884" sldId="292"/>
            <ac:inkMk id="36" creationId="{A1DF0521-C612-5CD0-EE38-A18F08449056}"/>
          </ac:inkMkLst>
        </pc:inkChg>
        <pc:inkChg chg="add mod">
          <ac:chgData name="Bowen Cheek" userId="8fca192e-0677-4b46-9386-7af871cc0c0f" providerId="ADAL" clId="{A7C2DF13-9E9B-41A5-8CD9-30DC2F6668C6}" dt="2026-04-27T16:26:23.323" v="3531"/>
          <ac:inkMkLst>
            <pc:docMk/>
            <pc:sldMk cId="2885189884" sldId="292"/>
            <ac:inkMk id="37" creationId="{1E0DCC2B-D74D-1A27-043D-9D04B9642816}"/>
          </ac:inkMkLst>
        </pc:inkChg>
        <pc:inkChg chg="add">
          <ac:chgData name="Bowen Cheek" userId="8fca192e-0677-4b46-9386-7af871cc0c0f" providerId="ADAL" clId="{A7C2DF13-9E9B-41A5-8CD9-30DC2F6668C6}" dt="2026-04-27T13:16:06.940" v="3035" actId="9405"/>
          <ac:inkMkLst>
            <pc:docMk/>
            <pc:sldMk cId="2885189884" sldId="292"/>
            <ac:inkMk id="37" creationId="{25CCBED6-F992-24ED-A538-8CF578E489F2}"/>
          </ac:inkMkLst>
        </pc:inkChg>
        <pc:inkChg chg="add mod">
          <ac:chgData name="Bowen Cheek" userId="8fca192e-0677-4b46-9386-7af871cc0c0f" providerId="ADAL" clId="{A7C2DF13-9E9B-41A5-8CD9-30DC2F6668C6}" dt="2026-04-27T16:26:23.323" v="3531"/>
          <ac:inkMkLst>
            <pc:docMk/>
            <pc:sldMk cId="2885189884" sldId="292"/>
            <ac:inkMk id="38" creationId="{2D410D96-3BB3-B25A-F9BC-7D155D7F7B35}"/>
          </ac:inkMkLst>
        </pc:inkChg>
        <pc:inkChg chg="add">
          <ac:chgData name="Bowen Cheek" userId="8fca192e-0677-4b46-9386-7af871cc0c0f" providerId="ADAL" clId="{A7C2DF13-9E9B-41A5-8CD9-30DC2F6668C6}" dt="2026-04-27T13:16:50.701" v="3036" actId="9405"/>
          <ac:inkMkLst>
            <pc:docMk/>
            <pc:sldMk cId="2885189884" sldId="292"/>
            <ac:inkMk id="38" creationId="{76C720DC-C6B1-BE23-54E2-F3010286E555}"/>
          </ac:inkMkLst>
        </pc:inkChg>
        <pc:inkChg chg="add">
          <ac:chgData name="Bowen Cheek" userId="8fca192e-0677-4b46-9386-7af871cc0c0f" providerId="ADAL" clId="{A7C2DF13-9E9B-41A5-8CD9-30DC2F6668C6}" dt="2026-04-27T13:17:01.712" v="3037" actId="9405"/>
          <ac:inkMkLst>
            <pc:docMk/>
            <pc:sldMk cId="2885189884" sldId="292"/>
            <ac:inkMk id="39" creationId="{01F8F725-C9FB-F1CA-AB95-2F861A5611F7}"/>
          </ac:inkMkLst>
        </pc:inkChg>
        <pc:inkChg chg="add mod">
          <ac:chgData name="Bowen Cheek" userId="8fca192e-0677-4b46-9386-7af871cc0c0f" providerId="ADAL" clId="{A7C2DF13-9E9B-41A5-8CD9-30DC2F6668C6}" dt="2026-04-27T16:26:23.323" v="3531"/>
          <ac:inkMkLst>
            <pc:docMk/>
            <pc:sldMk cId="2885189884" sldId="292"/>
            <ac:inkMk id="39" creationId="{CB0635A4-1400-DEB9-E12C-D49D7F9E2005}"/>
          </ac:inkMkLst>
        </pc:inkChg>
        <pc:inkChg chg="add mod">
          <ac:chgData name="Bowen Cheek" userId="8fca192e-0677-4b46-9386-7af871cc0c0f" providerId="ADAL" clId="{A7C2DF13-9E9B-41A5-8CD9-30DC2F6668C6}" dt="2026-04-27T16:26:23.323" v="3531"/>
          <ac:inkMkLst>
            <pc:docMk/>
            <pc:sldMk cId="2885189884" sldId="292"/>
            <ac:inkMk id="40" creationId="{0070D7EE-71E1-0650-FFEB-B10439F27A58}"/>
          </ac:inkMkLst>
        </pc:inkChg>
        <pc:inkChg chg="add mod">
          <ac:chgData name="Bowen Cheek" userId="8fca192e-0677-4b46-9386-7af871cc0c0f" providerId="ADAL" clId="{A7C2DF13-9E9B-41A5-8CD9-30DC2F6668C6}" dt="2026-04-27T16:26:23.323" v="3531"/>
          <ac:inkMkLst>
            <pc:docMk/>
            <pc:sldMk cId="2885189884" sldId="292"/>
            <ac:inkMk id="41" creationId="{A1FD6795-C6E7-8233-C1A5-42D428440D89}"/>
          </ac:inkMkLst>
        </pc:inkChg>
        <pc:inkChg chg="add">
          <ac:chgData name="Bowen Cheek" userId="8fca192e-0677-4b46-9386-7af871cc0c0f" providerId="ADAL" clId="{A7C2DF13-9E9B-41A5-8CD9-30DC2F6668C6}" dt="2026-04-27T13:17:05.489" v="3039" actId="9405"/>
          <ac:inkMkLst>
            <pc:docMk/>
            <pc:sldMk cId="2885189884" sldId="292"/>
            <ac:inkMk id="41" creationId="{C016B2CB-08D9-6939-CC7E-B922714B3A83}"/>
          </ac:inkMkLst>
        </pc:inkChg>
        <pc:inkChg chg="add mod">
          <ac:chgData name="Bowen Cheek" userId="8fca192e-0677-4b46-9386-7af871cc0c0f" providerId="ADAL" clId="{A7C2DF13-9E9B-41A5-8CD9-30DC2F6668C6}" dt="2026-04-27T13:17:15.018" v="3046"/>
          <ac:inkMkLst>
            <pc:docMk/>
            <pc:sldMk cId="2885189884" sldId="292"/>
            <ac:inkMk id="42" creationId="{3284CA9F-0E7B-BB2D-AE29-7D3474910125}"/>
          </ac:inkMkLst>
        </pc:inkChg>
        <pc:inkChg chg="add mod">
          <ac:chgData name="Bowen Cheek" userId="8fca192e-0677-4b46-9386-7af871cc0c0f" providerId="ADAL" clId="{A7C2DF13-9E9B-41A5-8CD9-30DC2F6668C6}" dt="2026-04-27T16:26:23.323" v="3531"/>
          <ac:inkMkLst>
            <pc:docMk/>
            <pc:sldMk cId="2885189884" sldId="292"/>
            <ac:inkMk id="42" creationId="{4B7506F5-8AE3-E963-F654-BE3D37641FC2}"/>
          </ac:inkMkLst>
        </pc:inkChg>
        <pc:inkChg chg="add mod">
          <ac:chgData name="Bowen Cheek" userId="8fca192e-0677-4b46-9386-7af871cc0c0f" providerId="ADAL" clId="{A7C2DF13-9E9B-41A5-8CD9-30DC2F6668C6}" dt="2026-04-27T13:17:15.018" v="3046"/>
          <ac:inkMkLst>
            <pc:docMk/>
            <pc:sldMk cId="2885189884" sldId="292"/>
            <ac:inkMk id="43" creationId="{950F7EDC-FE92-0723-764B-87573663E962}"/>
          </ac:inkMkLst>
        </pc:inkChg>
        <pc:inkChg chg="add">
          <ac:chgData name="Bowen Cheek" userId="8fca192e-0677-4b46-9386-7af871cc0c0f" providerId="ADAL" clId="{A7C2DF13-9E9B-41A5-8CD9-30DC2F6668C6}" dt="2026-04-27T16:26:22.710" v="3530" actId="9405"/>
          <ac:inkMkLst>
            <pc:docMk/>
            <pc:sldMk cId="2885189884" sldId="292"/>
            <ac:inkMk id="44" creationId="{5D7D74B0-D43F-C267-BC35-04D019ACA5D2}"/>
          </ac:inkMkLst>
        </pc:inkChg>
        <pc:inkChg chg="add mod">
          <ac:chgData name="Bowen Cheek" userId="8fca192e-0677-4b46-9386-7af871cc0c0f" providerId="ADAL" clId="{A7C2DF13-9E9B-41A5-8CD9-30DC2F6668C6}" dt="2026-04-27T13:17:15.018" v="3046"/>
          <ac:inkMkLst>
            <pc:docMk/>
            <pc:sldMk cId="2885189884" sldId="292"/>
            <ac:inkMk id="44" creationId="{A1DC59F3-FFD0-F567-05A6-C2083E721991}"/>
          </ac:inkMkLst>
        </pc:inkChg>
        <pc:inkChg chg="add mod">
          <ac:chgData name="Bowen Cheek" userId="8fca192e-0677-4b46-9386-7af871cc0c0f" providerId="ADAL" clId="{A7C2DF13-9E9B-41A5-8CD9-30DC2F6668C6}" dt="2026-04-27T13:17:15.018" v="3046"/>
          <ac:inkMkLst>
            <pc:docMk/>
            <pc:sldMk cId="2885189884" sldId="292"/>
            <ac:inkMk id="45" creationId="{77C9E6B1-84D0-01C2-E2D1-25F2B7D63629}"/>
          </ac:inkMkLst>
        </pc:inkChg>
        <pc:inkChg chg="add mod">
          <ac:chgData name="Bowen Cheek" userId="8fca192e-0677-4b46-9386-7af871cc0c0f" providerId="ADAL" clId="{A7C2DF13-9E9B-41A5-8CD9-30DC2F6668C6}" dt="2026-04-27T13:17:15.018" v="3046"/>
          <ac:inkMkLst>
            <pc:docMk/>
            <pc:sldMk cId="2885189884" sldId="292"/>
            <ac:inkMk id="46" creationId="{2808102B-658F-3E9B-0455-A9ED690FD1BA}"/>
          </ac:inkMkLst>
        </pc:inkChg>
        <pc:inkChg chg="add">
          <ac:chgData name="Bowen Cheek" userId="8fca192e-0677-4b46-9386-7af871cc0c0f" providerId="ADAL" clId="{A7C2DF13-9E9B-41A5-8CD9-30DC2F6668C6}" dt="2026-04-27T16:26:32.219" v="3532" actId="9405"/>
          <ac:inkMkLst>
            <pc:docMk/>
            <pc:sldMk cId="2885189884" sldId="292"/>
            <ac:inkMk id="46" creationId="{A2B0459D-C683-AB57-BE53-25FC9D99B6A5}"/>
          </ac:inkMkLst>
        </pc:inkChg>
        <pc:inkChg chg="add mod">
          <ac:chgData name="Bowen Cheek" userId="8fca192e-0677-4b46-9386-7af871cc0c0f" providerId="ADAL" clId="{A7C2DF13-9E9B-41A5-8CD9-30DC2F6668C6}" dt="2026-04-27T13:17:15.018" v="3046"/>
          <ac:inkMkLst>
            <pc:docMk/>
            <pc:sldMk cId="2885189884" sldId="292"/>
            <ac:inkMk id="47" creationId="{8201B844-621A-097F-FEF6-BADC67B1449C}"/>
          </ac:inkMkLst>
        </pc:inkChg>
        <pc:inkChg chg="add">
          <ac:chgData name="Bowen Cheek" userId="8fca192e-0677-4b46-9386-7af871cc0c0f" providerId="ADAL" clId="{A7C2DF13-9E9B-41A5-8CD9-30DC2F6668C6}" dt="2026-04-27T16:26:36.390" v="3533" actId="9405"/>
          <ac:inkMkLst>
            <pc:docMk/>
            <pc:sldMk cId="2885189884" sldId="292"/>
            <ac:inkMk id="47" creationId="{E22DB9F7-0E8E-F8AB-FF71-85DC2EC2DF5C}"/>
          </ac:inkMkLst>
        </pc:inkChg>
        <pc:inkChg chg="add mod">
          <ac:chgData name="Bowen Cheek" userId="8fca192e-0677-4b46-9386-7af871cc0c0f" providerId="ADAL" clId="{A7C2DF13-9E9B-41A5-8CD9-30DC2F6668C6}" dt="2026-04-27T16:26:45.851" v="3541"/>
          <ac:inkMkLst>
            <pc:docMk/>
            <pc:sldMk cId="2885189884" sldId="292"/>
            <ac:inkMk id="48" creationId="{564F8478-B2B5-E8C0-D772-186470A54836}"/>
          </ac:inkMkLst>
        </pc:inkChg>
        <pc:inkChg chg="add mod">
          <ac:chgData name="Bowen Cheek" userId="8fca192e-0677-4b46-9386-7af871cc0c0f" providerId="ADAL" clId="{A7C2DF13-9E9B-41A5-8CD9-30DC2F6668C6}" dt="2026-04-27T13:17:20.004" v="3057"/>
          <ac:inkMkLst>
            <pc:docMk/>
            <pc:sldMk cId="2885189884" sldId="292"/>
            <ac:inkMk id="49" creationId="{1505495B-84F3-F97F-F9B3-A6954E7C05BA}"/>
          </ac:inkMkLst>
        </pc:inkChg>
        <pc:inkChg chg="add mod">
          <ac:chgData name="Bowen Cheek" userId="8fca192e-0677-4b46-9386-7af871cc0c0f" providerId="ADAL" clId="{A7C2DF13-9E9B-41A5-8CD9-30DC2F6668C6}" dt="2026-04-27T16:26:45.851" v="3541"/>
          <ac:inkMkLst>
            <pc:docMk/>
            <pc:sldMk cId="2885189884" sldId="292"/>
            <ac:inkMk id="49" creationId="{D580B99A-1256-8B4D-A973-A2120517153E}"/>
          </ac:inkMkLst>
        </pc:inkChg>
        <pc:inkChg chg="add mod">
          <ac:chgData name="Bowen Cheek" userId="8fca192e-0677-4b46-9386-7af871cc0c0f" providerId="ADAL" clId="{A7C2DF13-9E9B-41A5-8CD9-30DC2F6668C6}" dt="2026-04-27T16:26:45.851" v="3541"/>
          <ac:inkMkLst>
            <pc:docMk/>
            <pc:sldMk cId="2885189884" sldId="292"/>
            <ac:inkMk id="50" creationId="{8638BE93-B299-E677-0439-B8AA1313AECB}"/>
          </ac:inkMkLst>
        </pc:inkChg>
        <pc:inkChg chg="add">
          <ac:chgData name="Bowen Cheek" userId="8fca192e-0677-4b46-9386-7af871cc0c0f" providerId="ADAL" clId="{A7C2DF13-9E9B-41A5-8CD9-30DC2F6668C6}" dt="2026-04-27T13:17:16.173" v="3048" actId="9405"/>
          <ac:inkMkLst>
            <pc:docMk/>
            <pc:sldMk cId="2885189884" sldId="292"/>
            <ac:inkMk id="50" creationId="{E3448E26-0CED-8B0D-E22B-91D230F509AD}"/>
          </ac:inkMkLst>
        </pc:inkChg>
        <pc:inkChg chg="add mod">
          <ac:chgData name="Bowen Cheek" userId="8fca192e-0677-4b46-9386-7af871cc0c0f" providerId="ADAL" clId="{A7C2DF13-9E9B-41A5-8CD9-30DC2F6668C6}" dt="2026-04-27T13:17:20.004" v="3057"/>
          <ac:inkMkLst>
            <pc:docMk/>
            <pc:sldMk cId="2885189884" sldId="292"/>
            <ac:inkMk id="51" creationId="{336C8C0F-BD60-E086-B254-658E4DB66DBC}"/>
          </ac:inkMkLst>
        </pc:inkChg>
        <pc:inkChg chg="add mod">
          <ac:chgData name="Bowen Cheek" userId="8fca192e-0677-4b46-9386-7af871cc0c0f" providerId="ADAL" clId="{A7C2DF13-9E9B-41A5-8CD9-30DC2F6668C6}" dt="2026-04-27T16:26:45.851" v="3541"/>
          <ac:inkMkLst>
            <pc:docMk/>
            <pc:sldMk cId="2885189884" sldId="292"/>
            <ac:inkMk id="51" creationId="{DA8030FF-60BE-EA41-A516-6ADFD2506F85}"/>
          </ac:inkMkLst>
        </pc:inkChg>
        <pc:inkChg chg="add mod">
          <ac:chgData name="Bowen Cheek" userId="8fca192e-0677-4b46-9386-7af871cc0c0f" providerId="ADAL" clId="{A7C2DF13-9E9B-41A5-8CD9-30DC2F6668C6}" dt="2026-04-27T16:26:45.851" v="3541"/>
          <ac:inkMkLst>
            <pc:docMk/>
            <pc:sldMk cId="2885189884" sldId="292"/>
            <ac:inkMk id="52" creationId="{1D588101-BE62-B124-FC79-195EBB6B0C4C}"/>
          </ac:inkMkLst>
        </pc:inkChg>
        <pc:inkChg chg="add mod">
          <ac:chgData name="Bowen Cheek" userId="8fca192e-0677-4b46-9386-7af871cc0c0f" providerId="ADAL" clId="{A7C2DF13-9E9B-41A5-8CD9-30DC2F6668C6}" dt="2026-04-27T13:17:20.004" v="3057"/>
          <ac:inkMkLst>
            <pc:docMk/>
            <pc:sldMk cId="2885189884" sldId="292"/>
            <ac:inkMk id="52" creationId="{522FAE72-45CF-2C59-DB77-0D449B504110}"/>
          </ac:inkMkLst>
        </pc:inkChg>
        <pc:inkChg chg="add mod">
          <ac:chgData name="Bowen Cheek" userId="8fca192e-0677-4b46-9386-7af871cc0c0f" providerId="ADAL" clId="{A7C2DF13-9E9B-41A5-8CD9-30DC2F6668C6}" dt="2026-04-27T16:26:45.851" v="3541"/>
          <ac:inkMkLst>
            <pc:docMk/>
            <pc:sldMk cId="2885189884" sldId="292"/>
            <ac:inkMk id="53" creationId="{1B19A9E0-4B5B-CDEF-36CF-0074BA104DC2}"/>
          </ac:inkMkLst>
        </pc:inkChg>
        <pc:inkChg chg="add mod">
          <ac:chgData name="Bowen Cheek" userId="8fca192e-0677-4b46-9386-7af871cc0c0f" providerId="ADAL" clId="{A7C2DF13-9E9B-41A5-8CD9-30DC2F6668C6}" dt="2026-04-27T13:17:20.004" v="3057"/>
          <ac:inkMkLst>
            <pc:docMk/>
            <pc:sldMk cId="2885189884" sldId="292"/>
            <ac:inkMk id="53" creationId="{2B398EBF-F1F8-C385-C7F4-1AA956ADF789}"/>
          </ac:inkMkLst>
        </pc:inkChg>
        <pc:inkChg chg="add mod">
          <ac:chgData name="Bowen Cheek" userId="8fca192e-0677-4b46-9386-7af871cc0c0f" providerId="ADAL" clId="{A7C2DF13-9E9B-41A5-8CD9-30DC2F6668C6}" dt="2026-04-27T13:17:20.004" v="3057"/>
          <ac:inkMkLst>
            <pc:docMk/>
            <pc:sldMk cId="2885189884" sldId="292"/>
            <ac:inkMk id="54" creationId="{B525F6FA-3488-9BA3-0CE5-01E5A6518239}"/>
          </ac:inkMkLst>
        </pc:inkChg>
        <pc:inkChg chg="add mod">
          <ac:chgData name="Bowen Cheek" userId="8fca192e-0677-4b46-9386-7af871cc0c0f" providerId="ADAL" clId="{A7C2DF13-9E9B-41A5-8CD9-30DC2F6668C6}" dt="2026-04-27T16:26:45.851" v="3541"/>
          <ac:inkMkLst>
            <pc:docMk/>
            <pc:sldMk cId="2885189884" sldId="292"/>
            <ac:inkMk id="54" creationId="{BEB3589F-D261-65AC-1612-6879C6C9D301}"/>
          </ac:inkMkLst>
        </pc:inkChg>
        <pc:inkChg chg="add mod">
          <ac:chgData name="Bowen Cheek" userId="8fca192e-0677-4b46-9386-7af871cc0c0f" providerId="ADAL" clId="{A7C2DF13-9E9B-41A5-8CD9-30DC2F6668C6}" dt="2026-04-27T13:17:20.004" v="3057"/>
          <ac:inkMkLst>
            <pc:docMk/>
            <pc:sldMk cId="2885189884" sldId="292"/>
            <ac:inkMk id="55" creationId="{A91D78A6-929E-5A05-EF41-554965AF1BD4}"/>
          </ac:inkMkLst>
        </pc:inkChg>
        <pc:inkChg chg="add">
          <ac:chgData name="Bowen Cheek" userId="8fca192e-0677-4b46-9386-7af871cc0c0f" providerId="ADAL" clId="{A7C2DF13-9E9B-41A5-8CD9-30DC2F6668C6}" dt="2026-04-27T16:26:46.753" v="3542" actId="9405"/>
          <ac:inkMkLst>
            <pc:docMk/>
            <pc:sldMk cId="2885189884" sldId="292"/>
            <ac:inkMk id="56" creationId="{0DD460E5-6830-6AED-AB9B-A0C0F3689C92}"/>
          </ac:inkMkLst>
        </pc:inkChg>
        <pc:inkChg chg="add mod">
          <ac:chgData name="Bowen Cheek" userId="8fca192e-0677-4b46-9386-7af871cc0c0f" providerId="ADAL" clId="{A7C2DF13-9E9B-41A5-8CD9-30DC2F6668C6}" dt="2026-04-27T13:17:20.004" v="3057"/>
          <ac:inkMkLst>
            <pc:docMk/>
            <pc:sldMk cId="2885189884" sldId="292"/>
            <ac:inkMk id="56" creationId="{6F295118-C58E-11C3-0FF8-D70E271314FD}"/>
          </ac:inkMkLst>
        </pc:inkChg>
        <pc:inkChg chg="add mod">
          <ac:chgData name="Bowen Cheek" userId="8fca192e-0677-4b46-9386-7af871cc0c0f" providerId="ADAL" clId="{A7C2DF13-9E9B-41A5-8CD9-30DC2F6668C6}" dt="2026-04-27T16:26:50.870" v="3552"/>
          <ac:inkMkLst>
            <pc:docMk/>
            <pc:sldMk cId="2885189884" sldId="292"/>
            <ac:inkMk id="57" creationId="{92B8D7B7-4B09-F09F-DF24-CA74719BED6A}"/>
          </ac:inkMkLst>
        </pc:inkChg>
        <pc:inkChg chg="add mod">
          <ac:chgData name="Bowen Cheek" userId="8fca192e-0677-4b46-9386-7af871cc0c0f" providerId="ADAL" clId="{A7C2DF13-9E9B-41A5-8CD9-30DC2F6668C6}" dt="2026-04-27T13:17:20.004" v="3057"/>
          <ac:inkMkLst>
            <pc:docMk/>
            <pc:sldMk cId="2885189884" sldId="292"/>
            <ac:inkMk id="57" creationId="{EA92DB3D-DF6A-5510-E091-D2A64EA939AD}"/>
          </ac:inkMkLst>
        </pc:inkChg>
        <pc:inkChg chg="add mod">
          <ac:chgData name="Bowen Cheek" userId="8fca192e-0677-4b46-9386-7af871cc0c0f" providerId="ADAL" clId="{A7C2DF13-9E9B-41A5-8CD9-30DC2F6668C6}" dt="2026-04-27T13:17:20.004" v="3057"/>
          <ac:inkMkLst>
            <pc:docMk/>
            <pc:sldMk cId="2885189884" sldId="292"/>
            <ac:inkMk id="58" creationId="{46D0F6A5-ACF9-B2F2-9FD7-7E7FC22D4519}"/>
          </ac:inkMkLst>
        </pc:inkChg>
        <pc:inkChg chg="add mod">
          <ac:chgData name="Bowen Cheek" userId="8fca192e-0677-4b46-9386-7af871cc0c0f" providerId="ADAL" clId="{A7C2DF13-9E9B-41A5-8CD9-30DC2F6668C6}" dt="2026-04-27T16:26:50.870" v="3552"/>
          <ac:inkMkLst>
            <pc:docMk/>
            <pc:sldMk cId="2885189884" sldId="292"/>
            <ac:inkMk id="58" creationId="{A8FC5FE7-CC3B-D5F3-1A44-6BC4586D001F}"/>
          </ac:inkMkLst>
        </pc:inkChg>
        <pc:inkChg chg="add mod">
          <ac:chgData name="Bowen Cheek" userId="8fca192e-0677-4b46-9386-7af871cc0c0f" providerId="ADAL" clId="{A7C2DF13-9E9B-41A5-8CD9-30DC2F6668C6}" dt="2026-04-27T16:26:50.870" v="3552"/>
          <ac:inkMkLst>
            <pc:docMk/>
            <pc:sldMk cId="2885189884" sldId="292"/>
            <ac:inkMk id="59" creationId="{86AC0228-2BB6-A5D8-6705-83AB80BF6983}"/>
          </ac:inkMkLst>
        </pc:inkChg>
        <pc:inkChg chg="add mod">
          <ac:chgData name="Bowen Cheek" userId="8fca192e-0677-4b46-9386-7af871cc0c0f" providerId="ADAL" clId="{A7C2DF13-9E9B-41A5-8CD9-30DC2F6668C6}" dt="2026-04-27T13:18:06.882" v="3073"/>
          <ac:inkMkLst>
            <pc:docMk/>
            <pc:sldMk cId="2885189884" sldId="292"/>
            <ac:inkMk id="60" creationId="{6C870CD4-3987-D777-1216-4DB5BADBF0F9}"/>
          </ac:inkMkLst>
        </pc:inkChg>
        <pc:inkChg chg="add mod">
          <ac:chgData name="Bowen Cheek" userId="8fca192e-0677-4b46-9386-7af871cc0c0f" providerId="ADAL" clId="{A7C2DF13-9E9B-41A5-8CD9-30DC2F6668C6}" dt="2026-04-27T16:26:50.870" v="3552"/>
          <ac:inkMkLst>
            <pc:docMk/>
            <pc:sldMk cId="2885189884" sldId="292"/>
            <ac:inkMk id="60" creationId="{90B18E4F-F730-1D74-2F7E-6E74165D9FA2}"/>
          </ac:inkMkLst>
        </pc:inkChg>
        <pc:inkChg chg="add mod">
          <ac:chgData name="Bowen Cheek" userId="8fca192e-0677-4b46-9386-7af871cc0c0f" providerId="ADAL" clId="{A7C2DF13-9E9B-41A5-8CD9-30DC2F6668C6}" dt="2026-04-27T16:26:50.870" v="3552"/>
          <ac:inkMkLst>
            <pc:docMk/>
            <pc:sldMk cId="2885189884" sldId="292"/>
            <ac:inkMk id="61" creationId="{24E3E604-6D9C-5378-C8F2-6E412C43F46E}"/>
          </ac:inkMkLst>
        </pc:inkChg>
        <pc:inkChg chg="add mod">
          <ac:chgData name="Bowen Cheek" userId="8fca192e-0677-4b46-9386-7af871cc0c0f" providerId="ADAL" clId="{A7C2DF13-9E9B-41A5-8CD9-30DC2F6668C6}" dt="2026-04-27T13:18:06.882" v="3073"/>
          <ac:inkMkLst>
            <pc:docMk/>
            <pc:sldMk cId="2885189884" sldId="292"/>
            <ac:inkMk id="61" creationId="{306ED1F8-F976-4473-8B05-6E3A7E292E18}"/>
          </ac:inkMkLst>
        </pc:inkChg>
        <pc:inkChg chg="add mod">
          <ac:chgData name="Bowen Cheek" userId="8fca192e-0677-4b46-9386-7af871cc0c0f" providerId="ADAL" clId="{A7C2DF13-9E9B-41A5-8CD9-30DC2F6668C6}" dt="2026-04-27T16:26:50.870" v="3552"/>
          <ac:inkMkLst>
            <pc:docMk/>
            <pc:sldMk cId="2885189884" sldId="292"/>
            <ac:inkMk id="62" creationId="{754A6E21-4F4D-5354-91C8-99A1892F49D1}"/>
          </ac:inkMkLst>
        </pc:inkChg>
        <pc:inkChg chg="add mod">
          <ac:chgData name="Bowen Cheek" userId="8fca192e-0677-4b46-9386-7af871cc0c0f" providerId="ADAL" clId="{A7C2DF13-9E9B-41A5-8CD9-30DC2F6668C6}" dt="2026-04-27T13:18:06.882" v="3073"/>
          <ac:inkMkLst>
            <pc:docMk/>
            <pc:sldMk cId="2885189884" sldId="292"/>
            <ac:inkMk id="62" creationId="{D95FE568-DED5-D007-C133-2DE3D147C18D}"/>
          </ac:inkMkLst>
        </pc:inkChg>
        <pc:inkChg chg="add mod">
          <ac:chgData name="Bowen Cheek" userId="8fca192e-0677-4b46-9386-7af871cc0c0f" providerId="ADAL" clId="{A7C2DF13-9E9B-41A5-8CD9-30DC2F6668C6}" dt="2026-04-27T13:18:06.882" v="3073"/>
          <ac:inkMkLst>
            <pc:docMk/>
            <pc:sldMk cId="2885189884" sldId="292"/>
            <ac:inkMk id="63" creationId="{9BF4B871-C002-8B03-8702-796842923510}"/>
          </ac:inkMkLst>
        </pc:inkChg>
        <pc:inkChg chg="add mod">
          <ac:chgData name="Bowen Cheek" userId="8fca192e-0677-4b46-9386-7af871cc0c0f" providerId="ADAL" clId="{A7C2DF13-9E9B-41A5-8CD9-30DC2F6668C6}" dt="2026-04-27T16:26:50.870" v="3552"/>
          <ac:inkMkLst>
            <pc:docMk/>
            <pc:sldMk cId="2885189884" sldId="292"/>
            <ac:inkMk id="63" creationId="{A383B4E9-97F3-DD60-0A0D-C1B1FDDE3AF0}"/>
          </ac:inkMkLst>
        </pc:inkChg>
        <pc:inkChg chg="add mod">
          <ac:chgData name="Bowen Cheek" userId="8fca192e-0677-4b46-9386-7af871cc0c0f" providerId="ADAL" clId="{A7C2DF13-9E9B-41A5-8CD9-30DC2F6668C6}" dt="2026-04-27T13:18:03.069" v="3068"/>
          <ac:inkMkLst>
            <pc:docMk/>
            <pc:sldMk cId="2885189884" sldId="292"/>
            <ac:inkMk id="64" creationId="{527AB6EE-635B-B20F-A3FB-FEF6902BC75F}"/>
          </ac:inkMkLst>
        </pc:inkChg>
        <pc:inkChg chg="add mod">
          <ac:chgData name="Bowen Cheek" userId="8fca192e-0677-4b46-9386-7af871cc0c0f" providerId="ADAL" clId="{A7C2DF13-9E9B-41A5-8CD9-30DC2F6668C6}" dt="2026-04-27T16:26:50.870" v="3552"/>
          <ac:inkMkLst>
            <pc:docMk/>
            <pc:sldMk cId="2885189884" sldId="292"/>
            <ac:inkMk id="64" creationId="{83D3832A-DDC4-98A6-8CCC-4F7876720E09}"/>
          </ac:inkMkLst>
        </pc:inkChg>
        <pc:inkChg chg="add mod">
          <ac:chgData name="Bowen Cheek" userId="8fca192e-0677-4b46-9386-7af871cc0c0f" providerId="ADAL" clId="{A7C2DF13-9E9B-41A5-8CD9-30DC2F6668C6}" dt="2026-04-27T13:18:06.882" v="3073"/>
          <ac:inkMkLst>
            <pc:docMk/>
            <pc:sldMk cId="2885189884" sldId="292"/>
            <ac:inkMk id="65" creationId="{65C41D54-1FEC-BD9D-EE03-662C163B7C15}"/>
          </ac:inkMkLst>
        </pc:inkChg>
        <pc:inkChg chg="add mod">
          <ac:chgData name="Bowen Cheek" userId="8fca192e-0677-4b46-9386-7af871cc0c0f" providerId="ADAL" clId="{A7C2DF13-9E9B-41A5-8CD9-30DC2F6668C6}" dt="2026-04-27T16:26:50.870" v="3552"/>
          <ac:inkMkLst>
            <pc:docMk/>
            <pc:sldMk cId="2885189884" sldId="292"/>
            <ac:inkMk id="65" creationId="{B688FDB4-14C5-5A55-F4DE-016406E3526C}"/>
          </ac:inkMkLst>
        </pc:inkChg>
        <pc:inkChg chg="add mod">
          <ac:chgData name="Bowen Cheek" userId="8fca192e-0677-4b46-9386-7af871cc0c0f" providerId="ADAL" clId="{A7C2DF13-9E9B-41A5-8CD9-30DC2F6668C6}" dt="2026-04-27T13:18:06.882" v="3073"/>
          <ac:inkMkLst>
            <pc:docMk/>
            <pc:sldMk cId="2885189884" sldId="292"/>
            <ac:inkMk id="67" creationId="{A9216F63-DD5C-3396-5475-AECF2CBD2828}"/>
          </ac:inkMkLst>
        </pc:inkChg>
        <pc:inkChg chg="add mod">
          <ac:chgData name="Bowen Cheek" userId="8fca192e-0677-4b46-9386-7af871cc0c0f" providerId="ADAL" clId="{A7C2DF13-9E9B-41A5-8CD9-30DC2F6668C6}" dt="2026-04-27T16:27:16.074" v="3559"/>
          <ac:inkMkLst>
            <pc:docMk/>
            <pc:sldMk cId="2885189884" sldId="292"/>
            <ac:inkMk id="67" creationId="{D33CEE02-D0A5-2DE0-8304-FBDC0969C382}"/>
          </ac:inkMkLst>
        </pc:inkChg>
        <pc:inkChg chg="add mod">
          <ac:chgData name="Bowen Cheek" userId="8fca192e-0677-4b46-9386-7af871cc0c0f" providerId="ADAL" clId="{A7C2DF13-9E9B-41A5-8CD9-30DC2F6668C6}" dt="2026-04-27T13:18:03.069" v="3068"/>
          <ac:inkMkLst>
            <pc:docMk/>
            <pc:sldMk cId="2885189884" sldId="292"/>
            <ac:inkMk id="68" creationId="{4357B9BF-8623-9A29-5EE5-86B1D234F44B}"/>
          </ac:inkMkLst>
        </pc:inkChg>
        <pc:inkChg chg="add mod">
          <ac:chgData name="Bowen Cheek" userId="8fca192e-0677-4b46-9386-7af871cc0c0f" providerId="ADAL" clId="{A7C2DF13-9E9B-41A5-8CD9-30DC2F6668C6}" dt="2026-04-27T16:27:16.074" v="3559"/>
          <ac:inkMkLst>
            <pc:docMk/>
            <pc:sldMk cId="2885189884" sldId="292"/>
            <ac:inkMk id="68" creationId="{47D8FDA5-8EE4-6575-9E57-BBB4860F829C}"/>
          </ac:inkMkLst>
        </pc:inkChg>
        <pc:inkChg chg="add mod">
          <ac:chgData name="Bowen Cheek" userId="8fca192e-0677-4b46-9386-7af871cc0c0f" providerId="ADAL" clId="{A7C2DF13-9E9B-41A5-8CD9-30DC2F6668C6}" dt="2026-04-27T16:27:16.074" v="3559"/>
          <ac:inkMkLst>
            <pc:docMk/>
            <pc:sldMk cId="2885189884" sldId="292"/>
            <ac:inkMk id="69" creationId="{219B2576-19D5-52BA-036E-D53A088E751B}"/>
          </ac:inkMkLst>
        </pc:inkChg>
        <pc:inkChg chg="add mod">
          <ac:chgData name="Bowen Cheek" userId="8fca192e-0677-4b46-9386-7af871cc0c0f" providerId="ADAL" clId="{A7C2DF13-9E9B-41A5-8CD9-30DC2F6668C6}" dt="2026-04-27T13:18:06.882" v="3073"/>
          <ac:inkMkLst>
            <pc:docMk/>
            <pc:sldMk cId="2885189884" sldId="292"/>
            <ac:inkMk id="69" creationId="{4D279525-CE8B-0717-CEA9-5F7BC23E8247}"/>
          </ac:inkMkLst>
        </pc:inkChg>
        <pc:inkChg chg="add mod">
          <ac:chgData name="Bowen Cheek" userId="8fca192e-0677-4b46-9386-7af871cc0c0f" providerId="ADAL" clId="{A7C2DF13-9E9B-41A5-8CD9-30DC2F6668C6}" dt="2026-04-27T16:27:16.074" v="3559"/>
          <ac:inkMkLst>
            <pc:docMk/>
            <pc:sldMk cId="2885189884" sldId="292"/>
            <ac:inkMk id="70" creationId="{B2AC1174-203B-90D0-D50E-F6F912B7F735}"/>
          </ac:inkMkLst>
        </pc:inkChg>
        <pc:inkChg chg="add mod">
          <ac:chgData name="Bowen Cheek" userId="8fca192e-0677-4b46-9386-7af871cc0c0f" providerId="ADAL" clId="{A7C2DF13-9E9B-41A5-8CD9-30DC2F6668C6}" dt="2026-04-27T13:18:06.882" v="3073"/>
          <ac:inkMkLst>
            <pc:docMk/>
            <pc:sldMk cId="2885189884" sldId="292"/>
            <ac:inkMk id="71" creationId="{345DA6D1-6739-DE6B-542A-1E8CB64F0580}"/>
          </ac:inkMkLst>
        </pc:inkChg>
        <pc:inkChg chg="add mod">
          <ac:chgData name="Bowen Cheek" userId="8fca192e-0677-4b46-9386-7af871cc0c0f" providerId="ADAL" clId="{A7C2DF13-9E9B-41A5-8CD9-30DC2F6668C6}" dt="2026-04-27T16:27:16.074" v="3559"/>
          <ac:inkMkLst>
            <pc:docMk/>
            <pc:sldMk cId="2885189884" sldId="292"/>
            <ac:inkMk id="71" creationId="{E234CC34-9CC9-13EA-CF46-2926F06CD157}"/>
          </ac:inkMkLst>
        </pc:inkChg>
        <pc:inkChg chg="add">
          <ac:chgData name="Bowen Cheek" userId="8fca192e-0677-4b46-9386-7af871cc0c0f" providerId="ADAL" clId="{A7C2DF13-9E9B-41A5-8CD9-30DC2F6668C6}" dt="2026-04-27T13:18:03.781" v="3070" actId="9405"/>
          <ac:inkMkLst>
            <pc:docMk/>
            <pc:sldMk cId="2885189884" sldId="292"/>
            <ac:inkMk id="72" creationId="{6F36FC1C-80B4-1698-51FD-F20D85E1D39D}"/>
          </ac:inkMkLst>
        </pc:inkChg>
        <pc:inkChg chg="add mod">
          <ac:chgData name="Bowen Cheek" userId="8fca192e-0677-4b46-9386-7af871cc0c0f" providerId="ADAL" clId="{A7C2DF13-9E9B-41A5-8CD9-30DC2F6668C6}" dt="2026-04-27T16:27:16.074" v="3559"/>
          <ac:inkMkLst>
            <pc:docMk/>
            <pc:sldMk cId="2885189884" sldId="292"/>
            <ac:inkMk id="72" creationId="{95A26DB0-6207-B0CB-40EF-1CE23D03DC23}"/>
          </ac:inkMkLst>
        </pc:inkChg>
        <pc:inkChg chg="add">
          <ac:chgData name="Bowen Cheek" userId="8fca192e-0677-4b46-9386-7af871cc0c0f" providerId="ADAL" clId="{A7C2DF13-9E9B-41A5-8CD9-30DC2F6668C6}" dt="2026-04-27T13:18:06.363" v="3072" actId="9405"/>
          <ac:inkMkLst>
            <pc:docMk/>
            <pc:sldMk cId="2885189884" sldId="292"/>
            <ac:inkMk id="74" creationId="{D8B492E2-48CC-0BC7-401D-7F79763342C1}"/>
          </ac:inkMkLst>
        </pc:inkChg>
        <pc:inkChg chg="add mod">
          <ac:chgData name="Bowen Cheek" userId="8fca192e-0677-4b46-9386-7af871cc0c0f" providerId="ADAL" clId="{A7C2DF13-9E9B-41A5-8CD9-30DC2F6668C6}" dt="2026-04-27T16:27:40.315" v="3584"/>
          <ac:inkMkLst>
            <pc:docMk/>
            <pc:sldMk cId="2885189884" sldId="292"/>
            <ac:inkMk id="74" creationId="{FFF75F79-FC65-2679-DC90-84116E6D8DAC}"/>
          </ac:inkMkLst>
        </pc:inkChg>
        <pc:inkChg chg="add mod">
          <ac:chgData name="Bowen Cheek" userId="8fca192e-0677-4b46-9386-7af871cc0c0f" providerId="ADAL" clId="{A7C2DF13-9E9B-41A5-8CD9-30DC2F6668C6}" dt="2026-04-27T16:27:38.242" v="3580"/>
          <ac:inkMkLst>
            <pc:docMk/>
            <pc:sldMk cId="2885189884" sldId="292"/>
            <ac:inkMk id="75" creationId="{1446312A-F0DC-629C-8F50-2ECEF32AA988}"/>
          </ac:inkMkLst>
        </pc:inkChg>
        <pc:inkChg chg="add mod">
          <ac:chgData name="Bowen Cheek" userId="8fca192e-0677-4b46-9386-7af871cc0c0f" providerId="ADAL" clId="{A7C2DF13-9E9B-41A5-8CD9-30DC2F6668C6}" dt="2026-04-27T13:18:13.535" v="3088"/>
          <ac:inkMkLst>
            <pc:docMk/>
            <pc:sldMk cId="2885189884" sldId="292"/>
            <ac:inkMk id="76" creationId="{24F8FBC1-2E99-9EB7-9227-F935D58C7BCD}"/>
          </ac:inkMkLst>
        </pc:inkChg>
        <pc:inkChg chg="add mod">
          <ac:chgData name="Bowen Cheek" userId="8fca192e-0677-4b46-9386-7af871cc0c0f" providerId="ADAL" clId="{A7C2DF13-9E9B-41A5-8CD9-30DC2F6668C6}" dt="2026-04-27T16:27:40.315" v="3584"/>
          <ac:inkMkLst>
            <pc:docMk/>
            <pc:sldMk cId="2885189884" sldId="292"/>
            <ac:inkMk id="76" creationId="{91CCAF51-D72C-F233-1AC6-65DECC4C3879}"/>
          </ac:inkMkLst>
        </pc:inkChg>
        <pc:inkChg chg="add mod">
          <ac:chgData name="Bowen Cheek" userId="8fca192e-0677-4b46-9386-7af871cc0c0f" providerId="ADAL" clId="{A7C2DF13-9E9B-41A5-8CD9-30DC2F6668C6}" dt="2026-04-27T13:18:13.535" v="3088"/>
          <ac:inkMkLst>
            <pc:docMk/>
            <pc:sldMk cId="2885189884" sldId="292"/>
            <ac:inkMk id="77" creationId="{829C7833-A459-5724-82E5-3515A73C36BB}"/>
          </ac:inkMkLst>
        </pc:inkChg>
        <pc:inkChg chg="add mod">
          <ac:chgData name="Bowen Cheek" userId="8fca192e-0677-4b46-9386-7af871cc0c0f" providerId="ADAL" clId="{A7C2DF13-9E9B-41A5-8CD9-30DC2F6668C6}" dt="2026-04-27T16:27:38.242" v="3580"/>
          <ac:inkMkLst>
            <pc:docMk/>
            <pc:sldMk cId="2885189884" sldId="292"/>
            <ac:inkMk id="77" creationId="{C2BB63A4-AF5A-0701-35B5-1301A5BCBC73}"/>
          </ac:inkMkLst>
        </pc:inkChg>
        <pc:inkChg chg="add">
          <ac:chgData name="Bowen Cheek" userId="8fca192e-0677-4b46-9386-7af871cc0c0f" providerId="ADAL" clId="{A7C2DF13-9E9B-41A5-8CD9-30DC2F6668C6}" dt="2026-04-27T13:18:08.076" v="3076" actId="9405"/>
          <ac:inkMkLst>
            <pc:docMk/>
            <pc:sldMk cId="2885189884" sldId="292"/>
            <ac:inkMk id="78" creationId="{B75F9F6F-1C63-59F8-EA63-D6440ACCCC7C}"/>
          </ac:inkMkLst>
        </pc:inkChg>
        <pc:inkChg chg="add mod">
          <ac:chgData name="Bowen Cheek" userId="8fca192e-0677-4b46-9386-7af871cc0c0f" providerId="ADAL" clId="{A7C2DF13-9E9B-41A5-8CD9-30DC2F6668C6}" dt="2026-04-27T16:27:38.242" v="3580"/>
          <ac:inkMkLst>
            <pc:docMk/>
            <pc:sldMk cId="2885189884" sldId="292"/>
            <ac:inkMk id="78" creationId="{CA6E7505-3FBD-F0A5-52E1-378C18CB3EC1}"/>
          </ac:inkMkLst>
        </pc:inkChg>
        <pc:inkChg chg="add mod">
          <ac:chgData name="Bowen Cheek" userId="8fca192e-0677-4b46-9386-7af871cc0c0f" providerId="ADAL" clId="{A7C2DF13-9E9B-41A5-8CD9-30DC2F6668C6}" dt="2026-04-27T16:27:40.315" v="3584"/>
          <ac:inkMkLst>
            <pc:docMk/>
            <pc:sldMk cId="2885189884" sldId="292"/>
            <ac:inkMk id="79" creationId="{10712570-24C3-14FE-73A3-61266F04D123}"/>
          </ac:inkMkLst>
        </pc:inkChg>
        <pc:inkChg chg="add">
          <ac:chgData name="Bowen Cheek" userId="8fca192e-0677-4b46-9386-7af871cc0c0f" providerId="ADAL" clId="{A7C2DF13-9E9B-41A5-8CD9-30DC2F6668C6}" dt="2026-04-27T13:18:08.464" v="3077" actId="9405"/>
          <ac:inkMkLst>
            <pc:docMk/>
            <pc:sldMk cId="2885189884" sldId="292"/>
            <ac:inkMk id="79" creationId="{7C0AD2E6-301A-7AD8-565F-4E80F28E079A}"/>
          </ac:inkMkLst>
        </pc:inkChg>
        <pc:inkChg chg="add mod">
          <ac:chgData name="Bowen Cheek" userId="8fca192e-0677-4b46-9386-7af871cc0c0f" providerId="ADAL" clId="{A7C2DF13-9E9B-41A5-8CD9-30DC2F6668C6}" dt="2026-04-27T16:27:38.242" v="3580"/>
          <ac:inkMkLst>
            <pc:docMk/>
            <pc:sldMk cId="2885189884" sldId="292"/>
            <ac:inkMk id="80" creationId="{9C108ACB-D65F-4A84-BE9E-91DC60406082}"/>
          </ac:inkMkLst>
        </pc:inkChg>
        <pc:inkChg chg="add">
          <ac:chgData name="Bowen Cheek" userId="8fca192e-0677-4b46-9386-7af871cc0c0f" providerId="ADAL" clId="{A7C2DF13-9E9B-41A5-8CD9-30DC2F6668C6}" dt="2026-04-27T13:18:08.641" v="3078" actId="9405"/>
          <ac:inkMkLst>
            <pc:docMk/>
            <pc:sldMk cId="2885189884" sldId="292"/>
            <ac:inkMk id="80" creationId="{BD74F094-96FA-E25A-5E85-D46DE6E67984}"/>
          </ac:inkMkLst>
        </pc:inkChg>
        <pc:inkChg chg="add mod">
          <ac:chgData name="Bowen Cheek" userId="8fca192e-0677-4b46-9386-7af871cc0c0f" providerId="ADAL" clId="{A7C2DF13-9E9B-41A5-8CD9-30DC2F6668C6}" dt="2026-04-27T13:18:13.535" v="3088"/>
          <ac:inkMkLst>
            <pc:docMk/>
            <pc:sldMk cId="2885189884" sldId="292"/>
            <ac:inkMk id="81" creationId="{ACF2B19B-0B5A-0579-17DA-1DB5F42AAA87}"/>
          </ac:inkMkLst>
        </pc:inkChg>
        <pc:inkChg chg="add mod">
          <ac:chgData name="Bowen Cheek" userId="8fca192e-0677-4b46-9386-7af871cc0c0f" providerId="ADAL" clId="{A7C2DF13-9E9B-41A5-8CD9-30DC2F6668C6}" dt="2026-04-27T13:18:13.535" v="3088"/>
          <ac:inkMkLst>
            <pc:docMk/>
            <pc:sldMk cId="2885189884" sldId="292"/>
            <ac:inkMk id="82" creationId="{0F639C90-B2D7-54B3-92DA-5A475E762DF8}"/>
          </ac:inkMkLst>
        </pc:inkChg>
        <pc:inkChg chg="add mod">
          <ac:chgData name="Bowen Cheek" userId="8fca192e-0677-4b46-9386-7af871cc0c0f" providerId="ADAL" clId="{A7C2DF13-9E9B-41A5-8CD9-30DC2F6668C6}" dt="2026-04-27T16:27:34.846" v="3575"/>
          <ac:inkMkLst>
            <pc:docMk/>
            <pc:sldMk cId="2885189884" sldId="292"/>
            <ac:inkMk id="82" creationId="{9B9272A3-AFE9-BBB0-21CC-52ABD5D558B2}"/>
          </ac:inkMkLst>
        </pc:inkChg>
        <pc:inkChg chg="add">
          <ac:chgData name="Bowen Cheek" userId="8fca192e-0677-4b46-9386-7af871cc0c0f" providerId="ADAL" clId="{A7C2DF13-9E9B-41A5-8CD9-30DC2F6668C6}" dt="2026-04-27T13:18:09.825" v="3081" actId="9405"/>
          <ac:inkMkLst>
            <pc:docMk/>
            <pc:sldMk cId="2885189884" sldId="292"/>
            <ac:inkMk id="83" creationId="{695C90FB-9368-3C7A-3D3D-45C5A214CBA1}"/>
          </ac:inkMkLst>
        </pc:inkChg>
        <pc:inkChg chg="add mod">
          <ac:chgData name="Bowen Cheek" userId="8fca192e-0677-4b46-9386-7af871cc0c0f" providerId="ADAL" clId="{A7C2DF13-9E9B-41A5-8CD9-30DC2F6668C6}" dt="2026-04-27T16:27:34.846" v="3575"/>
          <ac:inkMkLst>
            <pc:docMk/>
            <pc:sldMk cId="2885189884" sldId="292"/>
            <ac:inkMk id="83" creationId="{C28471DD-4AC7-B000-EBDB-D0BA499A7828}"/>
          </ac:inkMkLst>
        </pc:inkChg>
        <pc:inkChg chg="add mod">
          <ac:chgData name="Bowen Cheek" userId="8fca192e-0677-4b46-9386-7af871cc0c0f" providerId="ADAL" clId="{A7C2DF13-9E9B-41A5-8CD9-30DC2F6668C6}" dt="2026-04-27T13:18:13.535" v="3088"/>
          <ac:inkMkLst>
            <pc:docMk/>
            <pc:sldMk cId="2885189884" sldId="292"/>
            <ac:inkMk id="84" creationId="{43DF76C1-F7FF-744A-C607-EE1498153C95}"/>
          </ac:inkMkLst>
        </pc:inkChg>
        <pc:inkChg chg="add mod">
          <ac:chgData name="Bowen Cheek" userId="8fca192e-0677-4b46-9386-7af871cc0c0f" providerId="ADAL" clId="{A7C2DF13-9E9B-41A5-8CD9-30DC2F6668C6}" dt="2026-04-27T16:27:34.846" v="3575"/>
          <ac:inkMkLst>
            <pc:docMk/>
            <pc:sldMk cId="2885189884" sldId="292"/>
            <ac:inkMk id="84" creationId="{8334E7AD-667B-48CE-868C-7057D8D62641}"/>
          </ac:inkMkLst>
        </pc:inkChg>
        <pc:inkChg chg="add mod">
          <ac:chgData name="Bowen Cheek" userId="8fca192e-0677-4b46-9386-7af871cc0c0f" providerId="ADAL" clId="{A7C2DF13-9E9B-41A5-8CD9-30DC2F6668C6}" dt="2026-04-27T13:18:13.535" v="3088"/>
          <ac:inkMkLst>
            <pc:docMk/>
            <pc:sldMk cId="2885189884" sldId="292"/>
            <ac:inkMk id="85" creationId="{C59E5C53-6481-2B99-92F1-8D5763D7A840}"/>
          </ac:inkMkLst>
        </pc:inkChg>
        <pc:inkChg chg="add mod">
          <ac:chgData name="Bowen Cheek" userId="8fca192e-0677-4b46-9386-7af871cc0c0f" providerId="ADAL" clId="{A7C2DF13-9E9B-41A5-8CD9-30DC2F6668C6}" dt="2026-04-27T16:27:34.846" v="3575"/>
          <ac:inkMkLst>
            <pc:docMk/>
            <pc:sldMk cId="2885189884" sldId="292"/>
            <ac:inkMk id="86" creationId="{219D7EDB-F086-9A72-7D94-0B89C2900ADA}"/>
          </ac:inkMkLst>
        </pc:inkChg>
        <pc:inkChg chg="add mod">
          <ac:chgData name="Bowen Cheek" userId="8fca192e-0677-4b46-9386-7af871cc0c0f" providerId="ADAL" clId="{A7C2DF13-9E9B-41A5-8CD9-30DC2F6668C6}" dt="2026-04-27T13:18:13.535" v="3088"/>
          <ac:inkMkLst>
            <pc:docMk/>
            <pc:sldMk cId="2885189884" sldId="292"/>
            <ac:inkMk id="86" creationId="{77C2557C-8661-8B8A-0518-7BC90DD2B6F3}"/>
          </ac:inkMkLst>
        </pc:inkChg>
        <pc:inkChg chg="add mod">
          <ac:chgData name="Bowen Cheek" userId="8fca192e-0677-4b46-9386-7af871cc0c0f" providerId="ADAL" clId="{A7C2DF13-9E9B-41A5-8CD9-30DC2F6668C6}" dt="2026-04-27T13:18:13.535" v="3088"/>
          <ac:inkMkLst>
            <pc:docMk/>
            <pc:sldMk cId="2885189884" sldId="292"/>
            <ac:inkMk id="87" creationId="{3F427156-98BA-3219-92E0-F0ED8606A017}"/>
          </ac:inkMkLst>
        </pc:inkChg>
        <pc:inkChg chg="add mod">
          <ac:chgData name="Bowen Cheek" userId="8fca192e-0677-4b46-9386-7af871cc0c0f" providerId="ADAL" clId="{A7C2DF13-9E9B-41A5-8CD9-30DC2F6668C6}" dt="2026-04-27T16:27:34.846" v="3575"/>
          <ac:inkMkLst>
            <pc:docMk/>
            <pc:sldMk cId="2885189884" sldId="292"/>
            <ac:inkMk id="87" creationId="{9EF3F300-BB71-4E98-12BB-8E4A8C48E8E4}"/>
          </ac:inkMkLst>
        </pc:inkChg>
        <pc:inkChg chg="add mod">
          <ac:chgData name="Bowen Cheek" userId="8fca192e-0677-4b46-9386-7af871cc0c0f" providerId="ADAL" clId="{A7C2DF13-9E9B-41A5-8CD9-30DC2F6668C6}" dt="2026-04-27T13:18:13.535" v="3088"/>
          <ac:inkMkLst>
            <pc:docMk/>
            <pc:sldMk cId="2885189884" sldId="292"/>
            <ac:inkMk id="88" creationId="{6D3DDFE5-A9F4-DA2C-3731-8B14C39F9887}"/>
          </ac:inkMkLst>
        </pc:inkChg>
        <pc:inkChg chg="add mod">
          <ac:chgData name="Bowen Cheek" userId="8fca192e-0677-4b46-9386-7af871cc0c0f" providerId="ADAL" clId="{A7C2DF13-9E9B-41A5-8CD9-30DC2F6668C6}" dt="2026-04-27T16:27:34.846" v="3575"/>
          <ac:inkMkLst>
            <pc:docMk/>
            <pc:sldMk cId="2885189884" sldId="292"/>
            <ac:inkMk id="88" creationId="{7E4B94AE-928B-DB90-CFE9-471D03E4481A}"/>
          </ac:inkMkLst>
        </pc:inkChg>
        <pc:inkChg chg="add">
          <ac:chgData name="Bowen Cheek" userId="8fca192e-0677-4b46-9386-7af871cc0c0f" providerId="ADAL" clId="{A7C2DF13-9E9B-41A5-8CD9-30DC2F6668C6}" dt="2026-04-27T13:18:12.633" v="3087" actId="9405"/>
          <ac:inkMkLst>
            <pc:docMk/>
            <pc:sldMk cId="2885189884" sldId="292"/>
            <ac:inkMk id="89" creationId="{BE8DAB57-8FD0-FEAE-C39F-ECA37A13AB65}"/>
          </ac:inkMkLst>
        </pc:inkChg>
        <pc:inkChg chg="add mod">
          <ac:chgData name="Bowen Cheek" userId="8fca192e-0677-4b46-9386-7af871cc0c0f" providerId="ADAL" clId="{A7C2DF13-9E9B-41A5-8CD9-30DC2F6668C6}" dt="2026-04-27T16:27:40.315" v="3584"/>
          <ac:inkMkLst>
            <pc:docMk/>
            <pc:sldMk cId="2885189884" sldId="292"/>
            <ac:inkMk id="90" creationId="{8CA72486-BE9D-9AD3-E2E7-F73508FF186E}"/>
          </ac:inkMkLst>
        </pc:inkChg>
        <pc:inkChg chg="add mod">
          <ac:chgData name="Bowen Cheek" userId="8fca192e-0677-4b46-9386-7af871cc0c0f" providerId="ADAL" clId="{A7C2DF13-9E9B-41A5-8CD9-30DC2F6668C6}" dt="2026-04-27T16:27:40.315" v="3584"/>
          <ac:inkMkLst>
            <pc:docMk/>
            <pc:sldMk cId="2885189884" sldId="292"/>
            <ac:inkMk id="91" creationId="{D65148A9-F18E-DF76-4733-40E114F962A1}"/>
          </ac:inkMkLst>
        </pc:inkChg>
        <pc:inkChg chg="add">
          <ac:chgData name="Bowen Cheek" userId="8fca192e-0677-4b46-9386-7af871cc0c0f" providerId="ADAL" clId="{A7C2DF13-9E9B-41A5-8CD9-30DC2F6668C6}" dt="2026-04-27T13:18:57.969" v="3089" actId="9405"/>
          <ac:inkMkLst>
            <pc:docMk/>
            <pc:sldMk cId="2885189884" sldId="292"/>
            <ac:inkMk id="91" creationId="{E11D39A0-254B-5F81-66F6-B28747D0D651}"/>
          </ac:inkMkLst>
        </pc:inkChg>
        <pc:inkChg chg="add mod">
          <ac:chgData name="Bowen Cheek" userId="8fca192e-0677-4b46-9386-7af871cc0c0f" providerId="ADAL" clId="{A7C2DF13-9E9B-41A5-8CD9-30DC2F6668C6}" dt="2026-04-27T16:27:40.315" v="3584"/>
          <ac:inkMkLst>
            <pc:docMk/>
            <pc:sldMk cId="2885189884" sldId="292"/>
            <ac:inkMk id="92" creationId="{2AD625F6-5CAB-C040-C087-1026C4A05BF9}"/>
          </ac:inkMkLst>
        </pc:inkChg>
        <pc:inkChg chg="add mod">
          <ac:chgData name="Bowen Cheek" userId="8fca192e-0677-4b46-9386-7af871cc0c0f" providerId="ADAL" clId="{A7C2DF13-9E9B-41A5-8CD9-30DC2F6668C6}" dt="2026-04-27T16:27:40.315" v="3584"/>
          <ac:inkMkLst>
            <pc:docMk/>
            <pc:sldMk cId="2885189884" sldId="292"/>
            <ac:inkMk id="93" creationId="{E0D34ED6-0920-02CB-1966-FB4B85E0D932}"/>
          </ac:inkMkLst>
        </pc:inkChg>
        <pc:inkChg chg="add mod">
          <ac:chgData name="Bowen Cheek" userId="8fca192e-0677-4b46-9386-7af871cc0c0f" providerId="ADAL" clId="{A7C2DF13-9E9B-41A5-8CD9-30DC2F6668C6}" dt="2026-04-27T16:27:40.315" v="3584"/>
          <ac:inkMkLst>
            <pc:docMk/>
            <pc:sldMk cId="2885189884" sldId="292"/>
            <ac:inkMk id="95" creationId="{5A650F3E-AB46-72D7-6538-0B23A829666F}"/>
          </ac:inkMkLst>
        </pc:inkChg>
        <pc:inkChg chg="add">
          <ac:chgData name="Bowen Cheek" userId="8fca192e-0677-4b46-9386-7af871cc0c0f" providerId="ADAL" clId="{A7C2DF13-9E9B-41A5-8CD9-30DC2F6668C6}" dt="2026-04-27T16:27:38.557" v="3582" actId="9405"/>
          <ac:inkMkLst>
            <pc:docMk/>
            <pc:sldMk cId="2885189884" sldId="292"/>
            <ac:inkMk id="96" creationId="{8E3CC788-3EBB-3B36-0FBD-06804F3E4682}"/>
          </ac:inkMkLst>
        </pc:inkChg>
        <pc:inkChg chg="add">
          <ac:chgData name="Bowen Cheek" userId="8fca192e-0677-4b46-9386-7af871cc0c0f" providerId="ADAL" clId="{A7C2DF13-9E9B-41A5-8CD9-30DC2F6668C6}" dt="2026-04-27T16:27:39.301" v="3583" actId="9405"/>
          <ac:inkMkLst>
            <pc:docMk/>
            <pc:sldMk cId="2885189884" sldId="292"/>
            <ac:inkMk id="97" creationId="{7C8F0A38-7B75-ADF3-F551-B8716B063E64}"/>
          </ac:inkMkLst>
        </pc:inkChg>
        <pc:inkChg chg="add mod">
          <ac:chgData name="Bowen Cheek" userId="8fca192e-0677-4b46-9386-7af871cc0c0f" providerId="ADAL" clId="{A7C2DF13-9E9B-41A5-8CD9-30DC2F6668C6}" dt="2026-04-27T16:28:29.132" v="3598"/>
          <ac:inkMkLst>
            <pc:docMk/>
            <pc:sldMk cId="2885189884" sldId="292"/>
            <ac:inkMk id="99" creationId="{9F8FA658-A2A7-2A30-28EF-A0475C4AD402}"/>
          </ac:inkMkLst>
        </pc:inkChg>
        <pc:inkChg chg="add mod">
          <ac:chgData name="Bowen Cheek" userId="8fca192e-0677-4b46-9386-7af871cc0c0f" providerId="ADAL" clId="{A7C2DF13-9E9B-41A5-8CD9-30DC2F6668C6}" dt="2026-04-27T16:28:29.132" v="3598"/>
          <ac:inkMkLst>
            <pc:docMk/>
            <pc:sldMk cId="2885189884" sldId="292"/>
            <ac:inkMk id="100" creationId="{5BEDA5E7-9992-CCBB-09A7-56612ABA4C9F}"/>
          </ac:inkMkLst>
        </pc:inkChg>
        <pc:inkChg chg="add mod">
          <ac:chgData name="Bowen Cheek" userId="8fca192e-0677-4b46-9386-7af871cc0c0f" providerId="ADAL" clId="{A7C2DF13-9E9B-41A5-8CD9-30DC2F6668C6}" dt="2026-04-27T16:28:29.132" v="3598"/>
          <ac:inkMkLst>
            <pc:docMk/>
            <pc:sldMk cId="2885189884" sldId="292"/>
            <ac:inkMk id="101" creationId="{FE3B81E3-1848-EDBB-C3AE-96B39BC29F36}"/>
          </ac:inkMkLst>
        </pc:inkChg>
        <pc:inkChg chg="add mod">
          <ac:chgData name="Bowen Cheek" userId="8fca192e-0677-4b46-9386-7af871cc0c0f" providerId="ADAL" clId="{A7C2DF13-9E9B-41A5-8CD9-30DC2F6668C6}" dt="2026-04-27T16:28:18.937" v="3589"/>
          <ac:inkMkLst>
            <pc:docMk/>
            <pc:sldMk cId="2885189884" sldId="292"/>
            <ac:inkMk id="102" creationId="{D02AFA73-A9B7-CBD0-FDFB-D71DB42DDAA3}"/>
          </ac:inkMkLst>
        </pc:inkChg>
        <pc:inkChg chg="add mod">
          <ac:chgData name="Bowen Cheek" userId="8fca192e-0677-4b46-9386-7af871cc0c0f" providerId="ADAL" clId="{A7C2DF13-9E9B-41A5-8CD9-30DC2F6668C6}" dt="2026-04-27T16:28:29.132" v="3598"/>
          <ac:inkMkLst>
            <pc:docMk/>
            <pc:sldMk cId="2885189884" sldId="292"/>
            <ac:inkMk id="104" creationId="{032674F4-12A7-90CE-71D0-2DAA08B62C27}"/>
          </ac:inkMkLst>
        </pc:inkChg>
        <pc:inkChg chg="add mod">
          <ac:chgData name="Bowen Cheek" userId="8fca192e-0677-4b46-9386-7af871cc0c0f" providerId="ADAL" clId="{A7C2DF13-9E9B-41A5-8CD9-30DC2F6668C6}" dt="2026-04-27T16:28:29.132" v="3598"/>
          <ac:inkMkLst>
            <pc:docMk/>
            <pc:sldMk cId="2885189884" sldId="292"/>
            <ac:inkMk id="105" creationId="{D451D5E1-E1FC-AB14-9C83-E22763B84FFA}"/>
          </ac:inkMkLst>
        </pc:inkChg>
        <pc:inkChg chg="add">
          <ac:chgData name="Bowen Cheek" userId="8fca192e-0677-4b46-9386-7af871cc0c0f" providerId="ADAL" clId="{A7C2DF13-9E9B-41A5-8CD9-30DC2F6668C6}" dt="2026-04-27T16:28:20.782" v="3592" actId="9405"/>
          <ac:inkMkLst>
            <pc:docMk/>
            <pc:sldMk cId="2885189884" sldId="292"/>
            <ac:inkMk id="106" creationId="{4D468701-5436-663F-5ED6-A6F191F3393C}"/>
          </ac:inkMkLst>
        </pc:inkChg>
        <pc:inkChg chg="add mod">
          <ac:chgData name="Bowen Cheek" userId="8fca192e-0677-4b46-9386-7af871cc0c0f" providerId="ADAL" clId="{A7C2DF13-9E9B-41A5-8CD9-30DC2F6668C6}" dt="2026-04-27T16:28:29.132" v="3598"/>
          <ac:inkMkLst>
            <pc:docMk/>
            <pc:sldMk cId="2885189884" sldId="292"/>
            <ac:inkMk id="107" creationId="{42DBE6B0-297C-F15A-D80C-D288BB39B5C0}"/>
          </ac:inkMkLst>
        </pc:inkChg>
        <pc:inkChg chg="add mod">
          <ac:chgData name="Bowen Cheek" userId="8fca192e-0677-4b46-9386-7af871cc0c0f" providerId="ADAL" clId="{A7C2DF13-9E9B-41A5-8CD9-30DC2F6668C6}" dt="2026-04-27T16:28:29.132" v="3598"/>
          <ac:inkMkLst>
            <pc:docMk/>
            <pc:sldMk cId="2885189884" sldId="292"/>
            <ac:inkMk id="108" creationId="{AA2FD5B8-84C9-B69E-44AB-920E1D068718}"/>
          </ac:inkMkLst>
        </pc:inkChg>
        <pc:inkChg chg="add mod">
          <ac:chgData name="Bowen Cheek" userId="8fca192e-0677-4b46-9386-7af871cc0c0f" providerId="ADAL" clId="{A7C2DF13-9E9B-41A5-8CD9-30DC2F6668C6}" dt="2026-04-27T16:28:29.132" v="3598"/>
          <ac:inkMkLst>
            <pc:docMk/>
            <pc:sldMk cId="2885189884" sldId="292"/>
            <ac:inkMk id="109" creationId="{2CB67AFC-081A-5F05-D33A-A635F4BAB556}"/>
          </ac:inkMkLst>
        </pc:inkChg>
        <pc:inkChg chg="add">
          <ac:chgData name="Bowen Cheek" userId="8fca192e-0677-4b46-9386-7af871cc0c0f" providerId="ADAL" clId="{A7C2DF13-9E9B-41A5-8CD9-30DC2F6668C6}" dt="2026-04-27T16:28:24.674" v="3596" actId="9405"/>
          <ac:inkMkLst>
            <pc:docMk/>
            <pc:sldMk cId="2885189884" sldId="292"/>
            <ac:inkMk id="110" creationId="{B335087A-CA8B-76CD-D59A-0317B1DCE3B1}"/>
          </ac:inkMkLst>
        </pc:inkChg>
        <pc:inkChg chg="add">
          <ac:chgData name="Bowen Cheek" userId="8fca192e-0677-4b46-9386-7af871cc0c0f" providerId="ADAL" clId="{A7C2DF13-9E9B-41A5-8CD9-30DC2F6668C6}" dt="2026-04-27T16:28:28.608" v="3597" actId="9405"/>
          <ac:inkMkLst>
            <pc:docMk/>
            <pc:sldMk cId="2885189884" sldId="292"/>
            <ac:inkMk id="111" creationId="{BD9D0822-86A1-8A8C-60E6-DA948C3523A8}"/>
          </ac:inkMkLst>
        </pc:inkChg>
        <pc:inkChg chg="add mod">
          <ac:chgData name="Bowen Cheek" userId="8fca192e-0677-4b46-9386-7af871cc0c0f" providerId="ADAL" clId="{A7C2DF13-9E9B-41A5-8CD9-30DC2F6668C6}" dt="2026-04-27T16:28:40.094" v="3601"/>
          <ac:inkMkLst>
            <pc:docMk/>
            <pc:sldMk cId="2885189884" sldId="292"/>
            <ac:inkMk id="113" creationId="{E5E98D27-3961-5B48-BD78-92973CE285E9}"/>
          </ac:inkMkLst>
        </pc:inkChg>
        <pc:inkChg chg="add mod">
          <ac:chgData name="Bowen Cheek" userId="8fca192e-0677-4b46-9386-7af871cc0c0f" providerId="ADAL" clId="{A7C2DF13-9E9B-41A5-8CD9-30DC2F6668C6}" dt="2026-04-27T16:28:40.094" v="3601"/>
          <ac:inkMkLst>
            <pc:docMk/>
            <pc:sldMk cId="2885189884" sldId="292"/>
            <ac:inkMk id="114" creationId="{5FF57E00-14CC-6C31-F078-37CE29535D27}"/>
          </ac:inkMkLst>
        </pc:inkChg>
        <pc:inkChg chg="add">
          <ac:chgData name="Bowen Cheek" userId="8fca192e-0677-4b46-9386-7af871cc0c0f" providerId="ADAL" clId="{A7C2DF13-9E9B-41A5-8CD9-30DC2F6668C6}" dt="2026-04-27T16:28:46.164" v="3602" actId="9405"/>
          <ac:inkMkLst>
            <pc:docMk/>
            <pc:sldMk cId="2885189884" sldId="292"/>
            <ac:inkMk id="116" creationId="{BC2FA6C8-48E3-5C69-F8A5-6AEA61262DC9}"/>
          </ac:inkMkLst>
        </pc:inkChg>
      </pc:sldChg>
      <pc:sldChg chg="addSp delSp modSp mod">
        <pc:chgData name="Bowen Cheek" userId="8fca192e-0677-4b46-9386-7af871cc0c0f" providerId="ADAL" clId="{A7C2DF13-9E9B-41A5-8CD9-30DC2F6668C6}" dt="2026-04-27T16:31:35.579" v="3660"/>
        <pc:sldMkLst>
          <pc:docMk/>
          <pc:sldMk cId="1848526859" sldId="293"/>
        </pc:sldMkLst>
        <pc:grpChg chg="del mod">
          <ac:chgData name="Bowen Cheek" userId="8fca192e-0677-4b46-9386-7af871cc0c0f" providerId="ADAL" clId="{A7C2DF13-9E9B-41A5-8CD9-30DC2F6668C6}" dt="2026-04-27T13:20:31.081" v="3106"/>
          <ac:grpSpMkLst>
            <pc:docMk/>
            <pc:sldMk cId="1848526859" sldId="293"/>
            <ac:grpSpMk id="9" creationId="{984E200F-D9BB-4191-2372-1BDA8291FFF1}"/>
          </ac:grpSpMkLst>
        </pc:grpChg>
        <pc:grpChg chg="mod">
          <ac:chgData name="Bowen Cheek" userId="8fca192e-0677-4b46-9386-7af871cc0c0f" providerId="ADAL" clId="{A7C2DF13-9E9B-41A5-8CD9-30DC2F6668C6}" dt="2026-04-27T16:29:59.023" v="3611"/>
          <ac:grpSpMkLst>
            <pc:docMk/>
            <pc:sldMk cId="1848526859" sldId="293"/>
            <ac:grpSpMk id="14" creationId="{EE7BF28D-CFF3-9CDC-DCD7-DB43FC9F01CE}"/>
          </ac:grpSpMkLst>
        </pc:grpChg>
        <pc:grpChg chg="mod">
          <ac:chgData name="Bowen Cheek" userId="8fca192e-0677-4b46-9386-7af871cc0c0f" providerId="ADAL" clId="{A7C2DF13-9E9B-41A5-8CD9-30DC2F6668C6}" dt="2026-04-27T13:20:31.081" v="3106"/>
          <ac:grpSpMkLst>
            <pc:docMk/>
            <pc:sldMk cId="1848526859" sldId="293"/>
            <ac:grpSpMk id="22" creationId="{394B4B07-1DB6-EE06-8F1F-A6D50D5A72B3}"/>
          </ac:grpSpMkLst>
        </pc:grpChg>
        <pc:grpChg chg="mod">
          <ac:chgData name="Bowen Cheek" userId="8fca192e-0677-4b46-9386-7af871cc0c0f" providerId="ADAL" clId="{A7C2DF13-9E9B-41A5-8CD9-30DC2F6668C6}" dt="2026-04-27T13:20:31.081" v="3106"/>
          <ac:grpSpMkLst>
            <pc:docMk/>
            <pc:sldMk cId="1848526859" sldId="293"/>
            <ac:grpSpMk id="23" creationId="{30CE80B1-DAF7-E17A-9F3C-9C041B0A956A}"/>
          </ac:grpSpMkLst>
        </pc:grpChg>
        <pc:grpChg chg="mod">
          <ac:chgData name="Bowen Cheek" userId="8fca192e-0677-4b46-9386-7af871cc0c0f" providerId="ADAL" clId="{A7C2DF13-9E9B-41A5-8CD9-30DC2F6668C6}" dt="2026-04-27T13:20:45.074" v="3113"/>
          <ac:grpSpMkLst>
            <pc:docMk/>
            <pc:sldMk cId="1848526859" sldId="293"/>
            <ac:grpSpMk id="30" creationId="{97413270-A576-BA13-DC3F-C40B6524B476}"/>
          </ac:grpSpMkLst>
        </pc:grpChg>
        <pc:grpChg chg="mod">
          <ac:chgData name="Bowen Cheek" userId="8fca192e-0677-4b46-9386-7af871cc0c0f" providerId="ADAL" clId="{A7C2DF13-9E9B-41A5-8CD9-30DC2F6668C6}" dt="2026-04-27T16:30:15.175" v="3628"/>
          <ac:grpSpMkLst>
            <pc:docMk/>
            <pc:sldMk cId="1848526859" sldId="293"/>
            <ac:grpSpMk id="31" creationId="{72A91E52-CF1B-C4F4-AA89-EA4D3E692F82}"/>
          </ac:grpSpMkLst>
        </pc:grpChg>
        <pc:grpChg chg="del mod">
          <ac:chgData name="Bowen Cheek" userId="8fca192e-0677-4b46-9386-7af871cc0c0f" providerId="ADAL" clId="{A7C2DF13-9E9B-41A5-8CD9-30DC2F6668C6}" dt="2026-04-27T16:30:37.097" v="3651"/>
          <ac:grpSpMkLst>
            <pc:docMk/>
            <pc:sldMk cId="1848526859" sldId="293"/>
            <ac:grpSpMk id="41" creationId="{3527DC13-7178-C84C-C83C-C79CDAE85F0F}"/>
          </ac:grpSpMkLst>
        </pc:grpChg>
        <pc:grpChg chg="mod">
          <ac:chgData name="Bowen Cheek" userId="8fca192e-0677-4b46-9386-7af871cc0c0f" providerId="ADAL" clId="{A7C2DF13-9E9B-41A5-8CD9-30DC2F6668C6}" dt="2026-04-27T16:30:30.889" v="3638"/>
          <ac:grpSpMkLst>
            <pc:docMk/>
            <pc:sldMk cId="1848526859" sldId="293"/>
            <ac:grpSpMk id="42" creationId="{C2FF3E06-A525-45DE-B6AE-86AB3B35564D}"/>
          </ac:grpSpMkLst>
        </pc:grpChg>
        <pc:grpChg chg="mod">
          <ac:chgData name="Bowen Cheek" userId="8fca192e-0677-4b46-9386-7af871cc0c0f" providerId="ADAL" clId="{A7C2DF13-9E9B-41A5-8CD9-30DC2F6668C6}" dt="2026-04-27T13:20:55.005" v="3128"/>
          <ac:grpSpMkLst>
            <pc:docMk/>
            <pc:sldMk cId="1848526859" sldId="293"/>
            <ac:grpSpMk id="45" creationId="{E4643D05-45A1-5B61-DFA1-774DF6F9FDED}"/>
          </ac:grpSpMkLst>
        </pc:grpChg>
        <pc:grpChg chg="del mod">
          <ac:chgData name="Bowen Cheek" userId="8fca192e-0677-4b46-9386-7af871cc0c0f" providerId="ADAL" clId="{A7C2DF13-9E9B-41A5-8CD9-30DC2F6668C6}" dt="2026-04-27T13:21:18.394" v="3138"/>
          <ac:grpSpMkLst>
            <pc:docMk/>
            <pc:sldMk cId="1848526859" sldId="293"/>
            <ac:grpSpMk id="52" creationId="{C67F5CE1-3A30-BF47-7EB1-BBE13D207033}"/>
          </ac:grpSpMkLst>
        </pc:grpChg>
        <pc:grpChg chg="mod">
          <ac:chgData name="Bowen Cheek" userId="8fca192e-0677-4b46-9386-7af871cc0c0f" providerId="ADAL" clId="{A7C2DF13-9E9B-41A5-8CD9-30DC2F6668C6}" dt="2026-04-27T16:30:37.097" v="3651"/>
          <ac:grpSpMkLst>
            <pc:docMk/>
            <pc:sldMk cId="1848526859" sldId="293"/>
            <ac:grpSpMk id="55" creationId="{4DE7821F-F394-ACA6-A597-0EBB2C97F48E}"/>
          </ac:grpSpMkLst>
        </pc:grpChg>
        <pc:grpChg chg="mod">
          <ac:chgData name="Bowen Cheek" userId="8fca192e-0677-4b46-9386-7af871cc0c0f" providerId="ADAL" clId="{A7C2DF13-9E9B-41A5-8CD9-30DC2F6668C6}" dt="2026-04-27T13:21:18.394" v="3138"/>
          <ac:grpSpMkLst>
            <pc:docMk/>
            <pc:sldMk cId="1848526859" sldId="293"/>
            <ac:grpSpMk id="55" creationId="{8407CED3-72E4-75E8-DEC9-1DAA9D68FC3E}"/>
          </ac:grpSpMkLst>
        </pc:grpChg>
        <pc:grpChg chg="mod">
          <ac:chgData name="Bowen Cheek" userId="8fca192e-0677-4b46-9386-7af871cc0c0f" providerId="ADAL" clId="{A7C2DF13-9E9B-41A5-8CD9-30DC2F6668C6}" dt="2026-04-27T16:31:35.579" v="3660"/>
          <ac:grpSpMkLst>
            <pc:docMk/>
            <pc:sldMk cId="1848526859" sldId="293"/>
            <ac:grpSpMk id="64" creationId="{1CEE58C8-5B65-BC0E-79A2-F15EBD220372}"/>
          </ac:grpSpMkLst>
        </pc:grpChg>
        <pc:inkChg chg="add">
          <ac:chgData name="Bowen Cheek" userId="8fca192e-0677-4b46-9386-7af871cc0c0f" providerId="ADAL" clId="{A7C2DF13-9E9B-41A5-8CD9-30DC2F6668C6}" dt="2026-04-27T16:29:44.935" v="3603" actId="9405"/>
          <ac:inkMkLst>
            <pc:docMk/>
            <pc:sldMk cId="1848526859" sldId="293"/>
            <ac:inkMk id="6" creationId="{115257EA-23BA-09A8-9BFE-3FF471568A48}"/>
          </ac:inkMkLst>
        </pc:inkChg>
        <pc:inkChg chg="add mod">
          <ac:chgData name="Bowen Cheek" userId="8fca192e-0677-4b46-9386-7af871cc0c0f" providerId="ADAL" clId="{A7C2DF13-9E9B-41A5-8CD9-30DC2F6668C6}" dt="2026-04-27T13:20:31.081" v="3106"/>
          <ac:inkMkLst>
            <pc:docMk/>
            <pc:sldMk cId="1848526859" sldId="293"/>
            <ac:inkMk id="6" creationId="{1F3DB5DA-F371-041C-14EB-66215BB82D69}"/>
          </ac:inkMkLst>
        </pc:inkChg>
        <pc:inkChg chg="add mod">
          <ac:chgData name="Bowen Cheek" userId="8fca192e-0677-4b46-9386-7af871cc0c0f" providerId="ADAL" clId="{A7C2DF13-9E9B-41A5-8CD9-30DC2F6668C6}" dt="2026-04-27T16:29:59.023" v="3611"/>
          <ac:inkMkLst>
            <pc:docMk/>
            <pc:sldMk cId="1848526859" sldId="293"/>
            <ac:inkMk id="7" creationId="{50BB697F-3CB9-11AF-AB17-785401403B13}"/>
          </ac:inkMkLst>
        </pc:inkChg>
        <pc:inkChg chg="add mod">
          <ac:chgData name="Bowen Cheek" userId="8fca192e-0677-4b46-9386-7af871cc0c0f" providerId="ADAL" clId="{A7C2DF13-9E9B-41A5-8CD9-30DC2F6668C6}" dt="2026-04-27T13:20:31.081" v="3106"/>
          <ac:inkMkLst>
            <pc:docMk/>
            <pc:sldMk cId="1848526859" sldId="293"/>
            <ac:inkMk id="7" creationId="{9A6E48F8-E8B5-6E27-07A1-BA002D7E1E0D}"/>
          </ac:inkMkLst>
        </pc:inkChg>
        <pc:inkChg chg="add mod">
          <ac:chgData name="Bowen Cheek" userId="8fca192e-0677-4b46-9386-7af871cc0c0f" providerId="ADAL" clId="{A7C2DF13-9E9B-41A5-8CD9-30DC2F6668C6}" dt="2026-04-27T13:20:31.081" v="3106"/>
          <ac:inkMkLst>
            <pc:docMk/>
            <pc:sldMk cId="1848526859" sldId="293"/>
            <ac:inkMk id="8" creationId="{47B9AD2E-6D2A-8CDC-C3F0-3AF1A1BE84C8}"/>
          </ac:inkMkLst>
        </pc:inkChg>
        <pc:inkChg chg="add mod">
          <ac:chgData name="Bowen Cheek" userId="8fca192e-0677-4b46-9386-7af871cc0c0f" providerId="ADAL" clId="{A7C2DF13-9E9B-41A5-8CD9-30DC2F6668C6}" dt="2026-04-27T16:29:59.023" v="3611"/>
          <ac:inkMkLst>
            <pc:docMk/>
            <pc:sldMk cId="1848526859" sldId="293"/>
            <ac:inkMk id="8" creationId="{67B24EEC-4CB8-2F63-9643-06C07DA49EC6}"/>
          </ac:inkMkLst>
        </pc:inkChg>
        <pc:inkChg chg="add mod">
          <ac:chgData name="Bowen Cheek" userId="8fca192e-0677-4b46-9386-7af871cc0c0f" providerId="ADAL" clId="{A7C2DF13-9E9B-41A5-8CD9-30DC2F6668C6}" dt="2026-04-27T16:29:59.023" v="3611"/>
          <ac:inkMkLst>
            <pc:docMk/>
            <pc:sldMk cId="1848526859" sldId="293"/>
            <ac:inkMk id="9" creationId="{46F4AA9C-2D17-018A-FD39-E4565D63CA68}"/>
          </ac:inkMkLst>
        </pc:inkChg>
        <pc:inkChg chg="add mod">
          <ac:chgData name="Bowen Cheek" userId="8fca192e-0677-4b46-9386-7af871cc0c0f" providerId="ADAL" clId="{A7C2DF13-9E9B-41A5-8CD9-30DC2F6668C6}" dt="2026-04-27T16:29:59.023" v="3611"/>
          <ac:inkMkLst>
            <pc:docMk/>
            <pc:sldMk cId="1848526859" sldId="293"/>
            <ac:inkMk id="10" creationId="{88B378DF-6FF3-658C-62D4-5CFE6DA30C83}"/>
          </ac:inkMkLst>
        </pc:inkChg>
        <pc:inkChg chg="add mod">
          <ac:chgData name="Bowen Cheek" userId="8fca192e-0677-4b46-9386-7af871cc0c0f" providerId="ADAL" clId="{A7C2DF13-9E9B-41A5-8CD9-30DC2F6668C6}" dt="2026-04-27T13:20:31.081" v="3106"/>
          <ac:inkMkLst>
            <pc:docMk/>
            <pc:sldMk cId="1848526859" sldId="293"/>
            <ac:inkMk id="10" creationId="{8BB60656-612C-F2BB-4A50-25DCA0D5C766}"/>
          </ac:inkMkLst>
        </pc:inkChg>
        <pc:inkChg chg="add mod">
          <ac:chgData name="Bowen Cheek" userId="8fca192e-0677-4b46-9386-7af871cc0c0f" providerId="ADAL" clId="{A7C2DF13-9E9B-41A5-8CD9-30DC2F6668C6}" dt="2026-04-27T16:29:59.023" v="3611"/>
          <ac:inkMkLst>
            <pc:docMk/>
            <pc:sldMk cId="1848526859" sldId="293"/>
            <ac:inkMk id="11" creationId="{0AB5D486-08F6-D066-CC10-F0C1F9BD7B97}"/>
          </ac:inkMkLst>
        </pc:inkChg>
        <pc:inkChg chg="add mod">
          <ac:chgData name="Bowen Cheek" userId="8fca192e-0677-4b46-9386-7af871cc0c0f" providerId="ADAL" clId="{A7C2DF13-9E9B-41A5-8CD9-30DC2F6668C6}" dt="2026-04-27T13:20:31.081" v="3106"/>
          <ac:inkMkLst>
            <pc:docMk/>
            <pc:sldMk cId="1848526859" sldId="293"/>
            <ac:inkMk id="11" creationId="{B6520BE6-7D25-04B5-68AB-4D4D06EC3394}"/>
          </ac:inkMkLst>
        </pc:inkChg>
        <pc:inkChg chg="add mod">
          <ac:chgData name="Bowen Cheek" userId="8fca192e-0677-4b46-9386-7af871cc0c0f" providerId="ADAL" clId="{A7C2DF13-9E9B-41A5-8CD9-30DC2F6668C6}" dt="2026-04-27T13:20:31.081" v="3106"/>
          <ac:inkMkLst>
            <pc:docMk/>
            <pc:sldMk cId="1848526859" sldId="293"/>
            <ac:inkMk id="12" creationId="{A3ACAF06-EDAB-5DC9-2EF1-83B37057E953}"/>
          </ac:inkMkLst>
        </pc:inkChg>
        <pc:inkChg chg="add mod">
          <ac:chgData name="Bowen Cheek" userId="8fca192e-0677-4b46-9386-7af871cc0c0f" providerId="ADAL" clId="{A7C2DF13-9E9B-41A5-8CD9-30DC2F6668C6}" dt="2026-04-27T16:29:59.023" v="3611"/>
          <ac:inkMkLst>
            <pc:docMk/>
            <pc:sldMk cId="1848526859" sldId="293"/>
            <ac:inkMk id="12" creationId="{ACDB00BF-EB5C-A1D6-43E1-08B351E5E8CD}"/>
          </ac:inkMkLst>
        </pc:inkChg>
        <pc:inkChg chg="add">
          <ac:chgData name="Bowen Cheek" userId="8fca192e-0677-4b46-9386-7af871cc0c0f" providerId="ADAL" clId="{A7C2DF13-9E9B-41A5-8CD9-30DC2F6668C6}" dt="2026-04-27T13:20:24.890" v="3097" actId="9405"/>
          <ac:inkMkLst>
            <pc:docMk/>
            <pc:sldMk cId="1848526859" sldId="293"/>
            <ac:inkMk id="13" creationId="{47ADF65B-E600-8C01-5A1F-517719EE86FE}"/>
          </ac:inkMkLst>
        </pc:inkChg>
        <pc:inkChg chg="add mod">
          <ac:chgData name="Bowen Cheek" userId="8fca192e-0677-4b46-9386-7af871cc0c0f" providerId="ADAL" clId="{A7C2DF13-9E9B-41A5-8CD9-30DC2F6668C6}" dt="2026-04-27T16:29:59.023" v="3611"/>
          <ac:inkMkLst>
            <pc:docMk/>
            <pc:sldMk cId="1848526859" sldId="293"/>
            <ac:inkMk id="13" creationId="{87E5BB37-6089-FE1F-58D1-E1EFCC00B62E}"/>
          </ac:inkMkLst>
        </pc:inkChg>
        <pc:inkChg chg="add mod">
          <ac:chgData name="Bowen Cheek" userId="8fca192e-0677-4b46-9386-7af871cc0c0f" providerId="ADAL" clId="{A7C2DF13-9E9B-41A5-8CD9-30DC2F6668C6}" dt="2026-04-27T13:20:31.081" v="3106"/>
          <ac:inkMkLst>
            <pc:docMk/>
            <pc:sldMk cId="1848526859" sldId="293"/>
            <ac:inkMk id="14" creationId="{4A5BD7F8-6F20-AF44-EB9F-A6D30CE50C0F}"/>
          </ac:inkMkLst>
        </pc:inkChg>
        <pc:inkChg chg="add">
          <ac:chgData name="Bowen Cheek" userId="8fca192e-0677-4b46-9386-7af871cc0c0f" providerId="ADAL" clId="{A7C2DF13-9E9B-41A5-8CD9-30DC2F6668C6}" dt="2026-04-27T16:30:05.174" v="3612" actId="9405"/>
          <ac:inkMkLst>
            <pc:docMk/>
            <pc:sldMk cId="1848526859" sldId="293"/>
            <ac:inkMk id="15" creationId="{29F4B973-09C8-6587-C32A-CF1FF7743035}"/>
          </ac:inkMkLst>
        </pc:inkChg>
        <pc:inkChg chg="add">
          <ac:chgData name="Bowen Cheek" userId="8fca192e-0677-4b46-9386-7af871cc0c0f" providerId="ADAL" clId="{A7C2DF13-9E9B-41A5-8CD9-30DC2F6668C6}" dt="2026-04-27T13:20:26.656" v="3099" actId="9405"/>
          <ac:inkMkLst>
            <pc:docMk/>
            <pc:sldMk cId="1848526859" sldId="293"/>
            <ac:inkMk id="15" creationId="{EDAAF651-CA33-9523-F7B8-D06703200834}"/>
          </ac:inkMkLst>
        </pc:inkChg>
        <pc:inkChg chg="add">
          <ac:chgData name="Bowen Cheek" userId="8fca192e-0677-4b46-9386-7af871cc0c0f" providerId="ADAL" clId="{A7C2DF13-9E9B-41A5-8CD9-30DC2F6668C6}" dt="2026-04-27T16:30:05.585" v="3613" actId="9405"/>
          <ac:inkMkLst>
            <pc:docMk/>
            <pc:sldMk cId="1848526859" sldId="293"/>
            <ac:inkMk id="16" creationId="{7B41766A-F5C8-EC8D-7B54-E7DAA352AFC0}"/>
          </ac:inkMkLst>
        </pc:inkChg>
        <pc:inkChg chg="add">
          <ac:chgData name="Bowen Cheek" userId="8fca192e-0677-4b46-9386-7af871cc0c0f" providerId="ADAL" clId="{A7C2DF13-9E9B-41A5-8CD9-30DC2F6668C6}" dt="2026-04-27T13:20:27.020" v="3100" actId="9405"/>
          <ac:inkMkLst>
            <pc:docMk/>
            <pc:sldMk cId="1848526859" sldId="293"/>
            <ac:inkMk id="16" creationId="{F80CA6F6-5F71-5916-0BAA-183BC354328F}"/>
          </ac:inkMkLst>
        </pc:inkChg>
        <pc:inkChg chg="add mod">
          <ac:chgData name="Bowen Cheek" userId="8fca192e-0677-4b46-9386-7af871cc0c0f" providerId="ADAL" clId="{A7C2DF13-9E9B-41A5-8CD9-30DC2F6668C6}" dt="2026-04-27T16:30:15.175" v="3628"/>
          <ac:inkMkLst>
            <pc:docMk/>
            <pc:sldMk cId="1848526859" sldId="293"/>
            <ac:inkMk id="17" creationId="{4BE6F036-FE55-43FD-A803-7049B3E231E8}"/>
          </ac:inkMkLst>
        </pc:inkChg>
        <pc:inkChg chg="add">
          <ac:chgData name="Bowen Cheek" userId="8fca192e-0677-4b46-9386-7af871cc0c0f" providerId="ADAL" clId="{A7C2DF13-9E9B-41A5-8CD9-30DC2F6668C6}" dt="2026-04-27T13:20:27.942" v="3101" actId="9405"/>
          <ac:inkMkLst>
            <pc:docMk/>
            <pc:sldMk cId="1848526859" sldId="293"/>
            <ac:inkMk id="17" creationId="{F5EA4374-D7AE-C876-3027-130B47A74500}"/>
          </ac:inkMkLst>
        </pc:inkChg>
        <pc:inkChg chg="add">
          <ac:chgData name="Bowen Cheek" userId="8fca192e-0677-4b46-9386-7af871cc0c0f" providerId="ADAL" clId="{A7C2DF13-9E9B-41A5-8CD9-30DC2F6668C6}" dt="2026-04-27T13:20:28.623" v="3102" actId="9405"/>
          <ac:inkMkLst>
            <pc:docMk/>
            <pc:sldMk cId="1848526859" sldId="293"/>
            <ac:inkMk id="18" creationId="{38924085-2273-4FC1-76AE-64862372F8B6}"/>
          </ac:inkMkLst>
        </pc:inkChg>
        <pc:inkChg chg="add">
          <ac:chgData name="Bowen Cheek" userId="8fca192e-0677-4b46-9386-7af871cc0c0f" providerId="ADAL" clId="{A7C2DF13-9E9B-41A5-8CD9-30DC2F6668C6}" dt="2026-04-27T16:30:06.534" v="3615" actId="9405"/>
          <ac:inkMkLst>
            <pc:docMk/>
            <pc:sldMk cId="1848526859" sldId="293"/>
            <ac:inkMk id="18" creationId="{607820D4-C613-C160-01BA-A86CF4FFC33E}"/>
          </ac:inkMkLst>
        </pc:inkChg>
        <pc:inkChg chg="add">
          <ac:chgData name="Bowen Cheek" userId="8fca192e-0677-4b46-9386-7af871cc0c0f" providerId="ADAL" clId="{A7C2DF13-9E9B-41A5-8CD9-30DC2F6668C6}" dt="2026-04-27T16:30:07.294" v="3616" actId="9405"/>
          <ac:inkMkLst>
            <pc:docMk/>
            <pc:sldMk cId="1848526859" sldId="293"/>
            <ac:inkMk id="19" creationId="{06A700E4-2352-3EE9-2A3D-F090EE1B8765}"/>
          </ac:inkMkLst>
        </pc:inkChg>
        <pc:inkChg chg="add">
          <ac:chgData name="Bowen Cheek" userId="8fca192e-0677-4b46-9386-7af871cc0c0f" providerId="ADAL" clId="{A7C2DF13-9E9B-41A5-8CD9-30DC2F6668C6}" dt="2026-04-27T13:20:29.385" v="3103" actId="9405"/>
          <ac:inkMkLst>
            <pc:docMk/>
            <pc:sldMk cId="1848526859" sldId="293"/>
            <ac:inkMk id="19" creationId="{E800E5BF-CADD-08FB-875E-5E77C562C976}"/>
          </ac:inkMkLst>
        </pc:inkChg>
        <pc:inkChg chg="add mod">
          <ac:chgData name="Bowen Cheek" userId="8fca192e-0677-4b46-9386-7af871cc0c0f" providerId="ADAL" clId="{A7C2DF13-9E9B-41A5-8CD9-30DC2F6668C6}" dt="2026-04-27T16:30:15.175" v="3628"/>
          <ac:inkMkLst>
            <pc:docMk/>
            <pc:sldMk cId="1848526859" sldId="293"/>
            <ac:inkMk id="20" creationId="{A8DF6649-B7A0-780F-7C4A-5260B990F98B}"/>
          </ac:inkMkLst>
        </pc:inkChg>
        <pc:inkChg chg="add">
          <ac:chgData name="Bowen Cheek" userId="8fca192e-0677-4b46-9386-7af871cc0c0f" providerId="ADAL" clId="{A7C2DF13-9E9B-41A5-8CD9-30DC2F6668C6}" dt="2026-04-27T13:20:29.973" v="3104" actId="9405"/>
          <ac:inkMkLst>
            <pc:docMk/>
            <pc:sldMk cId="1848526859" sldId="293"/>
            <ac:inkMk id="20" creationId="{FF976AD0-D0B1-5F49-31A5-A01C2851BF45}"/>
          </ac:inkMkLst>
        </pc:inkChg>
        <pc:inkChg chg="add">
          <ac:chgData name="Bowen Cheek" userId="8fca192e-0677-4b46-9386-7af871cc0c0f" providerId="ADAL" clId="{A7C2DF13-9E9B-41A5-8CD9-30DC2F6668C6}" dt="2026-04-27T16:30:07.959" v="3618" actId="9405"/>
          <ac:inkMkLst>
            <pc:docMk/>
            <pc:sldMk cId="1848526859" sldId="293"/>
            <ac:inkMk id="21" creationId="{00C307A6-87D3-B926-0AA2-1FBE597D3D8C}"/>
          </ac:inkMkLst>
        </pc:inkChg>
        <pc:inkChg chg="add">
          <ac:chgData name="Bowen Cheek" userId="8fca192e-0677-4b46-9386-7af871cc0c0f" providerId="ADAL" clId="{A7C2DF13-9E9B-41A5-8CD9-30DC2F6668C6}" dt="2026-04-27T13:20:30.404" v="3105" actId="9405"/>
          <ac:inkMkLst>
            <pc:docMk/>
            <pc:sldMk cId="1848526859" sldId="293"/>
            <ac:inkMk id="21" creationId="{4E50073E-9DE9-7114-6967-D645DAD10B91}"/>
          </ac:inkMkLst>
        </pc:inkChg>
        <pc:inkChg chg="add mod">
          <ac:chgData name="Bowen Cheek" userId="8fca192e-0677-4b46-9386-7af871cc0c0f" providerId="ADAL" clId="{A7C2DF13-9E9B-41A5-8CD9-30DC2F6668C6}" dt="2026-04-27T16:30:15.175" v="3628"/>
          <ac:inkMkLst>
            <pc:docMk/>
            <pc:sldMk cId="1848526859" sldId="293"/>
            <ac:inkMk id="22" creationId="{FDC1F5C9-A178-0E4A-9FB6-B8A8DE446697}"/>
          </ac:inkMkLst>
        </pc:inkChg>
        <pc:inkChg chg="add mod">
          <ac:chgData name="Bowen Cheek" userId="8fca192e-0677-4b46-9386-7af871cc0c0f" providerId="ADAL" clId="{A7C2DF13-9E9B-41A5-8CD9-30DC2F6668C6}" dt="2026-04-27T16:30:15.175" v="3628"/>
          <ac:inkMkLst>
            <pc:docMk/>
            <pc:sldMk cId="1848526859" sldId="293"/>
            <ac:inkMk id="23" creationId="{194F82AB-2A11-F6B1-4550-975ABF50EB0B}"/>
          </ac:inkMkLst>
        </pc:inkChg>
        <pc:inkChg chg="add mod">
          <ac:chgData name="Bowen Cheek" userId="8fca192e-0677-4b46-9386-7af871cc0c0f" providerId="ADAL" clId="{A7C2DF13-9E9B-41A5-8CD9-30DC2F6668C6}" dt="2026-04-27T16:30:15.175" v="3628"/>
          <ac:inkMkLst>
            <pc:docMk/>
            <pc:sldMk cId="1848526859" sldId="293"/>
            <ac:inkMk id="24" creationId="{44FCE920-BC31-E262-8486-2F67712EB7B9}"/>
          </ac:inkMkLst>
        </pc:inkChg>
        <pc:inkChg chg="add mod">
          <ac:chgData name="Bowen Cheek" userId="8fca192e-0677-4b46-9386-7af871cc0c0f" providerId="ADAL" clId="{A7C2DF13-9E9B-41A5-8CD9-30DC2F6668C6}" dt="2026-04-27T13:20:45.074" v="3113"/>
          <ac:inkMkLst>
            <pc:docMk/>
            <pc:sldMk cId="1848526859" sldId="293"/>
            <ac:inkMk id="24" creationId="{B34A568F-C409-A8C0-91F7-055EF944460E}"/>
          </ac:inkMkLst>
        </pc:inkChg>
        <pc:inkChg chg="add mod">
          <ac:chgData name="Bowen Cheek" userId="8fca192e-0677-4b46-9386-7af871cc0c0f" providerId="ADAL" clId="{A7C2DF13-9E9B-41A5-8CD9-30DC2F6668C6}" dt="2026-04-27T13:20:45.074" v="3113"/>
          <ac:inkMkLst>
            <pc:docMk/>
            <pc:sldMk cId="1848526859" sldId="293"/>
            <ac:inkMk id="25" creationId="{1456B061-17F0-9E1E-752D-C83CC51035B7}"/>
          </ac:inkMkLst>
        </pc:inkChg>
        <pc:inkChg chg="add mod">
          <ac:chgData name="Bowen Cheek" userId="8fca192e-0677-4b46-9386-7af871cc0c0f" providerId="ADAL" clId="{A7C2DF13-9E9B-41A5-8CD9-30DC2F6668C6}" dt="2026-04-27T16:30:15.175" v="3628"/>
          <ac:inkMkLst>
            <pc:docMk/>
            <pc:sldMk cId="1848526859" sldId="293"/>
            <ac:inkMk id="25" creationId="{BD8981B4-5545-C94C-07CA-46B9CCA02FE1}"/>
          </ac:inkMkLst>
        </pc:inkChg>
        <pc:inkChg chg="add mod">
          <ac:chgData name="Bowen Cheek" userId="8fca192e-0677-4b46-9386-7af871cc0c0f" providerId="ADAL" clId="{A7C2DF13-9E9B-41A5-8CD9-30DC2F6668C6}" dt="2026-04-27T13:20:45.074" v="3113"/>
          <ac:inkMkLst>
            <pc:docMk/>
            <pc:sldMk cId="1848526859" sldId="293"/>
            <ac:inkMk id="26" creationId="{7C81E379-2AFF-5743-EF83-775FE44B9ED8}"/>
          </ac:inkMkLst>
        </pc:inkChg>
        <pc:inkChg chg="add mod">
          <ac:chgData name="Bowen Cheek" userId="8fca192e-0677-4b46-9386-7af871cc0c0f" providerId="ADAL" clId="{A7C2DF13-9E9B-41A5-8CD9-30DC2F6668C6}" dt="2026-04-27T16:30:15.175" v="3628"/>
          <ac:inkMkLst>
            <pc:docMk/>
            <pc:sldMk cId="1848526859" sldId="293"/>
            <ac:inkMk id="26" creationId="{D4C99C90-2F27-B3FD-2FE8-DD3858091BFD}"/>
          </ac:inkMkLst>
        </pc:inkChg>
        <pc:inkChg chg="add mod">
          <ac:chgData name="Bowen Cheek" userId="8fca192e-0677-4b46-9386-7af871cc0c0f" providerId="ADAL" clId="{A7C2DF13-9E9B-41A5-8CD9-30DC2F6668C6}" dt="2026-04-27T13:20:45.074" v="3113"/>
          <ac:inkMkLst>
            <pc:docMk/>
            <pc:sldMk cId="1848526859" sldId="293"/>
            <ac:inkMk id="27" creationId="{614EBF41-3151-1732-FB85-F4687F9F8CAF}"/>
          </ac:inkMkLst>
        </pc:inkChg>
        <pc:inkChg chg="add">
          <ac:chgData name="Bowen Cheek" userId="8fca192e-0677-4b46-9386-7af871cc0c0f" providerId="ADAL" clId="{A7C2DF13-9E9B-41A5-8CD9-30DC2F6668C6}" dt="2026-04-27T16:30:13.318" v="3624" actId="9405"/>
          <ac:inkMkLst>
            <pc:docMk/>
            <pc:sldMk cId="1848526859" sldId="293"/>
            <ac:inkMk id="27" creationId="{D5EBF7C4-B5B6-C2F7-953B-BE3D656D48DA}"/>
          </ac:inkMkLst>
        </pc:inkChg>
        <pc:inkChg chg="add mod">
          <ac:chgData name="Bowen Cheek" userId="8fca192e-0677-4b46-9386-7af871cc0c0f" providerId="ADAL" clId="{A7C2DF13-9E9B-41A5-8CD9-30DC2F6668C6}" dt="2026-04-27T16:30:15.175" v="3628"/>
          <ac:inkMkLst>
            <pc:docMk/>
            <pc:sldMk cId="1848526859" sldId="293"/>
            <ac:inkMk id="28" creationId="{A8711B60-6EC3-4408-CB37-C74B9DF105C6}"/>
          </ac:inkMkLst>
        </pc:inkChg>
        <pc:inkChg chg="add mod">
          <ac:chgData name="Bowen Cheek" userId="8fca192e-0677-4b46-9386-7af871cc0c0f" providerId="ADAL" clId="{A7C2DF13-9E9B-41A5-8CD9-30DC2F6668C6}" dt="2026-04-27T13:20:45.074" v="3113"/>
          <ac:inkMkLst>
            <pc:docMk/>
            <pc:sldMk cId="1848526859" sldId="293"/>
            <ac:inkMk id="28" creationId="{ED640CFB-D7CA-527F-6306-FA6DD57E20C8}"/>
          </ac:inkMkLst>
        </pc:inkChg>
        <pc:inkChg chg="add mod">
          <ac:chgData name="Bowen Cheek" userId="8fca192e-0677-4b46-9386-7af871cc0c0f" providerId="ADAL" clId="{A7C2DF13-9E9B-41A5-8CD9-30DC2F6668C6}" dt="2026-04-27T13:20:45.074" v="3113"/>
          <ac:inkMkLst>
            <pc:docMk/>
            <pc:sldMk cId="1848526859" sldId="293"/>
            <ac:inkMk id="29" creationId="{C49B73E0-7DFD-B6A7-DE51-450D3826C773}"/>
          </ac:inkMkLst>
        </pc:inkChg>
        <pc:inkChg chg="add">
          <ac:chgData name="Bowen Cheek" userId="8fca192e-0677-4b46-9386-7af871cc0c0f" providerId="ADAL" clId="{A7C2DF13-9E9B-41A5-8CD9-30DC2F6668C6}" dt="2026-04-27T16:30:14.351" v="3626" actId="9405"/>
          <ac:inkMkLst>
            <pc:docMk/>
            <pc:sldMk cId="1848526859" sldId="293"/>
            <ac:inkMk id="29" creationId="{DC997F04-97FB-CCE6-1B1B-049B1E37B641}"/>
          </ac:inkMkLst>
        </pc:inkChg>
        <pc:inkChg chg="add mod">
          <ac:chgData name="Bowen Cheek" userId="8fca192e-0677-4b46-9386-7af871cc0c0f" providerId="ADAL" clId="{A7C2DF13-9E9B-41A5-8CD9-30DC2F6668C6}" dt="2026-04-27T16:30:15.175" v="3628"/>
          <ac:inkMkLst>
            <pc:docMk/>
            <pc:sldMk cId="1848526859" sldId="293"/>
            <ac:inkMk id="30" creationId="{5288537E-E4EC-5E52-E9F3-CB4EB68A9FEA}"/>
          </ac:inkMkLst>
        </pc:inkChg>
        <pc:inkChg chg="add">
          <ac:chgData name="Bowen Cheek" userId="8fca192e-0677-4b46-9386-7af871cc0c0f" providerId="ADAL" clId="{A7C2DF13-9E9B-41A5-8CD9-30DC2F6668C6}" dt="2026-04-27T13:20:48.042" v="3114" actId="9405"/>
          <ac:inkMkLst>
            <pc:docMk/>
            <pc:sldMk cId="1848526859" sldId="293"/>
            <ac:inkMk id="31" creationId="{30C4294F-F3D1-4DB0-F937-46E91ACE0030}"/>
          </ac:inkMkLst>
        </pc:inkChg>
        <pc:inkChg chg="add mod">
          <ac:chgData name="Bowen Cheek" userId="8fca192e-0677-4b46-9386-7af871cc0c0f" providerId="ADAL" clId="{A7C2DF13-9E9B-41A5-8CD9-30DC2F6668C6}" dt="2026-04-27T16:30:30.889" v="3638"/>
          <ac:inkMkLst>
            <pc:docMk/>
            <pc:sldMk cId="1848526859" sldId="293"/>
            <ac:inkMk id="32" creationId="{BACEA991-9DAB-FB09-C3D9-85CBE4908949}"/>
          </ac:inkMkLst>
        </pc:inkChg>
        <pc:inkChg chg="add mod">
          <ac:chgData name="Bowen Cheek" userId="8fca192e-0677-4b46-9386-7af871cc0c0f" providerId="ADAL" clId="{A7C2DF13-9E9B-41A5-8CD9-30DC2F6668C6}" dt="2026-04-27T13:20:55.005" v="3128"/>
          <ac:inkMkLst>
            <pc:docMk/>
            <pc:sldMk cId="1848526859" sldId="293"/>
            <ac:inkMk id="32" creationId="{D0F63DCB-7EB6-FF58-8AAE-CFBDD259B1F5}"/>
          </ac:inkMkLst>
        </pc:inkChg>
        <pc:inkChg chg="add mod">
          <ac:chgData name="Bowen Cheek" userId="8fca192e-0677-4b46-9386-7af871cc0c0f" providerId="ADAL" clId="{A7C2DF13-9E9B-41A5-8CD9-30DC2F6668C6}" dt="2026-04-27T13:20:55.005" v="3128"/>
          <ac:inkMkLst>
            <pc:docMk/>
            <pc:sldMk cId="1848526859" sldId="293"/>
            <ac:inkMk id="33" creationId="{8B612E74-30B1-4E8E-E7EE-FC63D480F448}"/>
          </ac:inkMkLst>
        </pc:inkChg>
        <pc:inkChg chg="add mod">
          <ac:chgData name="Bowen Cheek" userId="8fca192e-0677-4b46-9386-7af871cc0c0f" providerId="ADAL" clId="{A7C2DF13-9E9B-41A5-8CD9-30DC2F6668C6}" dt="2026-04-27T16:30:30.889" v="3638"/>
          <ac:inkMkLst>
            <pc:docMk/>
            <pc:sldMk cId="1848526859" sldId="293"/>
            <ac:inkMk id="33" creationId="{DB376B40-9EEE-0430-6EB8-2F0F80CCD223}"/>
          </ac:inkMkLst>
        </pc:inkChg>
        <pc:inkChg chg="add">
          <ac:chgData name="Bowen Cheek" userId="8fca192e-0677-4b46-9386-7af871cc0c0f" providerId="ADAL" clId="{A7C2DF13-9E9B-41A5-8CD9-30DC2F6668C6}" dt="2026-04-27T13:20:49.771" v="3117" actId="9405"/>
          <ac:inkMkLst>
            <pc:docMk/>
            <pc:sldMk cId="1848526859" sldId="293"/>
            <ac:inkMk id="34" creationId="{6635DC0D-405E-F119-76AC-2A91556E54FC}"/>
          </ac:inkMkLst>
        </pc:inkChg>
        <pc:inkChg chg="add mod">
          <ac:chgData name="Bowen Cheek" userId="8fca192e-0677-4b46-9386-7af871cc0c0f" providerId="ADAL" clId="{A7C2DF13-9E9B-41A5-8CD9-30DC2F6668C6}" dt="2026-04-27T16:30:30.889" v="3638"/>
          <ac:inkMkLst>
            <pc:docMk/>
            <pc:sldMk cId="1848526859" sldId="293"/>
            <ac:inkMk id="34" creationId="{916BB9F6-1433-6756-6110-311AB50DCA92}"/>
          </ac:inkMkLst>
        </pc:inkChg>
        <pc:inkChg chg="add mod">
          <ac:chgData name="Bowen Cheek" userId="8fca192e-0677-4b46-9386-7af871cc0c0f" providerId="ADAL" clId="{A7C2DF13-9E9B-41A5-8CD9-30DC2F6668C6}" dt="2026-04-27T13:20:55.005" v="3128"/>
          <ac:inkMkLst>
            <pc:docMk/>
            <pc:sldMk cId="1848526859" sldId="293"/>
            <ac:inkMk id="35" creationId="{09B4375C-5938-0C1B-1686-DAFC332D702C}"/>
          </ac:inkMkLst>
        </pc:inkChg>
        <pc:inkChg chg="add mod">
          <ac:chgData name="Bowen Cheek" userId="8fca192e-0677-4b46-9386-7af871cc0c0f" providerId="ADAL" clId="{A7C2DF13-9E9B-41A5-8CD9-30DC2F6668C6}" dt="2026-04-27T16:30:30.889" v="3638"/>
          <ac:inkMkLst>
            <pc:docMk/>
            <pc:sldMk cId="1848526859" sldId="293"/>
            <ac:inkMk id="35" creationId="{AD30F299-0AED-A685-029E-DCAE6F3F347A}"/>
          </ac:inkMkLst>
        </pc:inkChg>
        <pc:inkChg chg="add mod">
          <ac:chgData name="Bowen Cheek" userId="8fca192e-0677-4b46-9386-7af871cc0c0f" providerId="ADAL" clId="{A7C2DF13-9E9B-41A5-8CD9-30DC2F6668C6}" dt="2026-04-27T13:20:55.005" v="3128"/>
          <ac:inkMkLst>
            <pc:docMk/>
            <pc:sldMk cId="1848526859" sldId="293"/>
            <ac:inkMk id="36" creationId="{3C21DA7B-3D64-85BA-6131-FC9ABEE182D0}"/>
          </ac:inkMkLst>
        </pc:inkChg>
        <pc:inkChg chg="add mod">
          <ac:chgData name="Bowen Cheek" userId="8fca192e-0677-4b46-9386-7af871cc0c0f" providerId="ADAL" clId="{A7C2DF13-9E9B-41A5-8CD9-30DC2F6668C6}" dt="2026-04-27T16:30:30.889" v="3638"/>
          <ac:inkMkLst>
            <pc:docMk/>
            <pc:sldMk cId="1848526859" sldId="293"/>
            <ac:inkMk id="36" creationId="{BD9F2C31-9D0B-08CF-13C7-9C44A0413BD5}"/>
          </ac:inkMkLst>
        </pc:inkChg>
        <pc:inkChg chg="add mod">
          <ac:chgData name="Bowen Cheek" userId="8fca192e-0677-4b46-9386-7af871cc0c0f" providerId="ADAL" clId="{A7C2DF13-9E9B-41A5-8CD9-30DC2F6668C6}" dt="2026-04-27T16:30:30.889" v="3638"/>
          <ac:inkMkLst>
            <pc:docMk/>
            <pc:sldMk cId="1848526859" sldId="293"/>
            <ac:inkMk id="37" creationId="{5162A2F7-F99F-8925-ACC5-C55937C95C3D}"/>
          </ac:inkMkLst>
        </pc:inkChg>
        <pc:inkChg chg="add mod">
          <ac:chgData name="Bowen Cheek" userId="8fca192e-0677-4b46-9386-7af871cc0c0f" providerId="ADAL" clId="{A7C2DF13-9E9B-41A5-8CD9-30DC2F6668C6}" dt="2026-04-27T13:20:55.005" v="3128"/>
          <ac:inkMkLst>
            <pc:docMk/>
            <pc:sldMk cId="1848526859" sldId="293"/>
            <ac:inkMk id="37" creationId="{59F6743B-353D-ED4E-EC4B-93597A2E08E9}"/>
          </ac:inkMkLst>
        </pc:inkChg>
        <pc:inkChg chg="add">
          <ac:chgData name="Bowen Cheek" userId="8fca192e-0677-4b46-9386-7af871cc0c0f" providerId="ADAL" clId="{A7C2DF13-9E9B-41A5-8CD9-30DC2F6668C6}" dt="2026-04-27T16:30:29.346" v="3635" actId="9405"/>
          <ac:inkMkLst>
            <pc:docMk/>
            <pc:sldMk cId="1848526859" sldId="293"/>
            <ac:inkMk id="38" creationId="{250EB995-B2C4-564A-4976-D4AA0C4C9751}"/>
          </ac:inkMkLst>
        </pc:inkChg>
        <pc:inkChg chg="add mod">
          <ac:chgData name="Bowen Cheek" userId="8fca192e-0677-4b46-9386-7af871cc0c0f" providerId="ADAL" clId="{A7C2DF13-9E9B-41A5-8CD9-30DC2F6668C6}" dt="2026-04-27T13:20:55.005" v="3128"/>
          <ac:inkMkLst>
            <pc:docMk/>
            <pc:sldMk cId="1848526859" sldId="293"/>
            <ac:inkMk id="38" creationId="{B4FDFE8E-1D5E-7294-46DC-A3F130BFA190}"/>
          </ac:inkMkLst>
        </pc:inkChg>
        <pc:inkChg chg="add mod">
          <ac:chgData name="Bowen Cheek" userId="8fca192e-0677-4b46-9386-7af871cc0c0f" providerId="ADAL" clId="{A7C2DF13-9E9B-41A5-8CD9-30DC2F6668C6}" dt="2026-04-27T13:20:55.005" v="3128"/>
          <ac:inkMkLst>
            <pc:docMk/>
            <pc:sldMk cId="1848526859" sldId="293"/>
            <ac:inkMk id="39" creationId="{4FDB0124-E7CD-05D6-CD28-954E3FFEB752}"/>
          </ac:inkMkLst>
        </pc:inkChg>
        <pc:inkChg chg="add mod">
          <ac:chgData name="Bowen Cheek" userId="8fca192e-0677-4b46-9386-7af871cc0c0f" providerId="ADAL" clId="{A7C2DF13-9E9B-41A5-8CD9-30DC2F6668C6}" dt="2026-04-27T16:30:37.097" v="3651"/>
          <ac:inkMkLst>
            <pc:docMk/>
            <pc:sldMk cId="1848526859" sldId="293"/>
            <ac:inkMk id="39" creationId="{A0BEB75C-59B0-8FFC-4522-D609752E2410}"/>
          </ac:inkMkLst>
        </pc:inkChg>
        <pc:inkChg chg="add mod">
          <ac:chgData name="Bowen Cheek" userId="8fca192e-0677-4b46-9386-7af871cc0c0f" providerId="ADAL" clId="{A7C2DF13-9E9B-41A5-8CD9-30DC2F6668C6}" dt="2026-04-27T16:30:37.097" v="3651"/>
          <ac:inkMkLst>
            <pc:docMk/>
            <pc:sldMk cId="1848526859" sldId="293"/>
            <ac:inkMk id="40" creationId="{2F782454-B350-09AF-691F-020F78B77D25}"/>
          </ac:inkMkLst>
        </pc:inkChg>
        <pc:inkChg chg="add">
          <ac:chgData name="Bowen Cheek" userId="8fca192e-0677-4b46-9386-7af871cc0c0f" providerId="ADAL" clId="{A7C2DF13-9E9B-41A5-8CD9-30DC2F6668C6}" dt="2026-04-27T13:20:53.032" v="3123" actId="9405"/>
          <ac:inkMkLst>
            <pc:docMk/>
            <pc:sldMk cId="1848526859" sldId="293"/>
            <ac:inkMk id="40" creationId="{9CDF15CE-A9EC-BA17-8FE7-A468ADE6A772}"/>
          </ac:inkMkLst>
        </pc:inkChg>
        <pc:inkChg chg="add">
          <ac:chgData name="Bowen Cheek" userId="8fca192e-0677-4b46-9386-7af871cc0c0f" providerId="ADAL" clId="{A7C2DF13-9E9B-41A5-8CD9-30DC2F6668C6}" dt="2026-04-27T13:20:53.493" v="3124" actId="9405"/>
          <ac:inkMkLst>
            <pc:docMk/>
            <pc:sldMk cId="1848526859" sldId="293"/>
            <ac:inkMk id="41" creationId="{9D4F249A-11D0-2B28-ABB4-EE31AAE44F15}"/>
          </ac:inkMkLst>
        </pc:inkChg>
        <pc:inkChg chg="add">
          <ac:chgData name="Bowen Cheek" userId="8fca192e-0677-4b46-9386-7af871cc0c0f" providerId="ADAL" clId="{A7C2DF13-9E9B-41A5-8CD9-30DC2F6668C6}" dt="2026-04-27T13:20:53.748" v="3125" actId="9405"/>
          <ac:inkMkLst>
            <pc:docMk/>
            <pc:sldMk cId="1848526859" sldId="293"/>
            <ac:inkMk id="42" creationId="{DFC3F280-62FF-F822-A0C4-6D0280649666}"/>
          </ac:inkMkLst>
        </pc:inkChg>
        <pc:inkChg chg="add mod">
          <ac:chgData name="Bowen Cheek" userId="8fca192e-0677-4b46-9386-7af871cc0c0f" providerId="ADAL" clId="{A7C2DF13-9E9B-41A5-8CD9-30DC2F6668C6}" dt="2026-04-27T16:30:37.097" v="3651"/>
          <ac:inkMkLst>
            <pc:docMk/>
            <pc:sldMk cId="1848526859" sldId="293"/>
            <ac:inkMk id="43" creationId="{423B8CBD-9B92-B233-0814-2A0BEDDC2ED9}"/>
          </ac:inkMkLst>
        </pc:inkChg>
        <pc:inkChg chg="add mod">
          <ac:chgData name="Bowen Cheek" userId="8fca192e-0677-4b46-9386-7af871cc0c0f" providerId="ADAL" clId="{A7C2DF13-9E9B-41A5-8CD9-30DC2F6668C6}" dt="2026-04-27T13:20:55.005" v="3128"/>
          <ac:inkMkLst>
            <pc:docMk/>
            <pc:sldMk cId="1848526859" sldId="293"/>
            <ac:inkMk id="43" creationId="{D09CF5BF-FE57-4EF2-97B1-F505962C0E2B}"/>
          </ac:inkMkLst>
        </pc:inkChg>
        <pc:inkChg chg="add">
          <ac:chgData name="Bowen Cheek" userId="8fca192e-0677-4b46-9386-7af871cc0c0f" providerId="ADAL" clId="{A7C2DF13-9E9B-41A5-8CD9-30DC2F6668C6}" dt="2026-04-27T16:30:32.450" v="3640" actId="9405"/>
          <ac:inkMkLst>
            <pc:docMk/>
            <pc:sldMk cId="1848526859" sldId="293"/>
            <ac:inkMk id="44" creationId="{92F3A3EC-DE9F-14A0-739D-74DFEF9301B3}"/>
          </ac:inkMkLst>
        </pc:inkChg>
        <pc:inkChg chg="add mod">
          <ac:chgData name="Bowen Cheek" userId="8fca192e-0677-4b46-9386-7af871cc0c0f" providerId="ADAL" clId="{A7C2DF13-9E9B-41A5-8CD9-30DC2F6668C6}" dt="2026-04-27T13:20:55.005" v="3128"/>
          <ac:inkMkLst>
            <pc:docMk/>
            <pc:sldMk cId="1848526859" sldId="293"/>
            <ac:inkMk id="44" creationId="{E0591716-5247-0E79-490D-34882EF9A056}"/>
          </ac:inkMkLst>
        </pc:inkChg>
        <pc:inkChg chg="add">
          <ac:chgData name="Bowen Cheek" userId="8fca192e-0677-4b46-9386-7af871cc0c0f" providerId="ADAL" clId="{A7C2DF13-9E9B-41A5-8CD9-30DC2F6668C6}" dt="2026-04-27T16:30:32.624" v="3641" actId="9405"/>
          <ac:inkMkLst>
            <pc:docMk/>
            <pc:sldMk cId="1848526859" sldId="293"/>
            <ac:inkMk id="45" creationId="{731DAB56-1284-4ED9-62F7-BB080F2505AD}"/>
          </ac:inkMkLst>
        </pc:inkChg>
        <pc:inkChg chg="add mod">
          <ac:chgData name="Bowen Cheek" userId="8fca192e-0677-4b46-9386-7af871cc0c0f" providerId="ADAL" clId="{A7C2DF13-9E9B-41A5-8CD9-30DC2F6668C6}" dt="2026-04-27T16:30:37.097" v="3651"/>
          <ac:inkMkLst>
            <pc:docMk/>
            <pc:sldMk cId="1848526859" sldId="293"/>
            <ac:inkMk id="46" creationId="{AF6147AC-5EF8-C505-DA05-298FC06D1DF0}"/>
          </ac:inkMkLst>
        </pc:inkChg>
        <pc:inkChg chg="add">
          <ac:chgData name="Bowen Cheek" userId="8fca192e-0677-4b46-9386-7af871cc0c0f" providerId="ADAL" clId="{A7C2DF13-9E9B-41A5-8CD9-30DC2F6668C6}" dt="2026-04-27T13:21:02.266" v="3129" actId="9405"/>
          <ac:inkMkLst>
            <pc:docMk/>
            <pc:sldMk cId="1848526859" sldId="293"/>
            <ac:inkMk id="46" creationId="{F32B06F4-BF73-0169-802D-AC381902B2EB}"/>
          </ac:inkMkLst>
        </pc:inkChg>
        <pc:inkChg chg="add mod">
          <ac:chgData name="Bowen Cheek" userId="8fca192e-0677-4b46-9386-7af871cc0c0f" providerId="ADAL" clId="{A7C2DF13-9E9B-41A5-8CD9-30DC2F6668C6}" dt="2026-04-27T16:30:37.097" v="3651"/>
          <ac:inkMkLst>
            <pc:docMk/>
            <pc:sldMk cId="1848526859" sldId="293"/>
            <ac:inkMk id="47" creationId="{47552ECB-E3BC-984F-5701-86F680E58E1F}"/>
          </ac:inkMkLst>
        </pc:inkChg>
        <pc:inkChg chg="add mod">
          <ac:chgData name="Bowen Cheek" userId="8fca192e-0677-4b46-9386-7af871cc0c0f" providerId="ADAL" clId="{A7C2DF13-9E9B-41A5-8CD9-30DC2F6668C6}" dt="2026-04-27T13:21:18.394" v="3138"/>
          <ac:inkMkLst>
            <pc:docMk/>
            <pc:sldMk cId="1848526859" sldId="293"/>
            <ac:inkMk id="47" creationId="{54591880-978A-1A98-D004-53C342193592}"/>
          </ac:inkMkLst>
        </pc:inkChg>
        <pc:inkChg chg="add">
          <ac:chgData name="Bowen Cheek" userId="8fca192e-0677-4b46-9386-7af871cc0c0f" providerId="ADAL" clId="{A7C2DF13-9E9B-41A5-8CD9-30DC2F6668C6}" dt="2026-04-27T16:30:34.438" v="3644" actId="9405"/>
          <ac:inkMkLst>
            <pc:docMk/>
            <pc:sldMk cId="1848526859" sldId="293"/>
            <ac:inkMk id="48" creationId="{4E983D79-DDAF-0341-871F-76FD4D85ADA3}"/>
          </ac:inkMkLst>
        </pc:inkChg>
        <pc:inkChg chg="add mod">
          <ac:chgData name="Bowen Cheek" userId="8fca192e-0677-4b46-9386-7af871cc0c0f" providerId="ADAL" clId="{A7C2DF13-9E9B-41A5-8CD9-30DC2F6668C6}" dt="2026-04-27T13:21:18.394" v="3138"/>
          <ac:inkMkLst>
            <pc:docMk/>
            <pc:sldMk cId="1848526859" sldId="293"/>
            <ac:inkMk id="48" creationId="{5F893BDF-F671-5816-2EF7-0CB6F67DA99B}"/>
          </ac:inkMkLst>
        </pc:inkChg>
        <pc:inkChg chg="add mod">
          <ac:chgData name="Bowen Cheek" userId="8fca192e-0677-4b46-9386-7af871cc0c0f" providerId="ADAL" clId="{A7C2DF13-9E9B-41A5-8CD9-30DC2F6668C6}" dt="2026-04-27T16:30:37.097" v="3651"/>
          <ac:inkMkLst>
            <pc:docMk/>
            <pc:sldMk cId="1848526859" sldId="293"/>
            <ac:inkMk id="49" creationId="{2A9EE5D2-385E-A2D3-C929-F7B82A1DB609}"/>
          </ac:inkMkLst>
        </pc:inkChg>
        <pc:inkChg chg="add mod">
          <ac:chgData name="Bowen Cheek" userId="8fca192e-0677-4b46-9386-7af871cc0c0f" providerId="ADAL" clId="{A7C2DF13-9E9B-41A5-8CD9-30DC2F6668C6}" dt="2026-04-27T13:21:18.394" v="3138"/>
          <ac:inkMkLst>
            <pc:docMk/>
            <pc:sldMk cId="1848526859" sldId="293"/>
            <ac:inkMk id="49" creationId="{CAB5FED6-9490-F347-DFCF-975F460E1483}"/>
          </ac:inkMkLst>
        </pc:inkChg>
        <pc:inkChg chg="add mod">
          <ac:chgData name="Bowen Cheek" userId="8fca192e-0677-4b46-9386-7af871cc0c0f" providerId="ADAL" clId="{A7C2DF13-9E9B-41A5-8CD9-30DC2F6668C6}" dt="2026-04-27T16:30:37.097" v="3651"/>
          <ac:inkMkLst>
            <pc:docMk/>
            <pc:sldMk cId="1848526859" sldId="293"/>
            <ac:inkMk id="50" creationId="{24168A99-2C45-3976-AAB7-C4A7AEBF71E9}"/>
          </ac:inkMkLst>
        </pc:inkChg>
        <pc:inkChg chg="add mod">
          <ac:chgData name="Bowen Cheek" userId="8fca192e-0677-4b46-9386-7af871cc0c0f" providerId="ADAL" clId="{A7C2DF13-9E9B-41A5-8CD9-30DC2F6668C6}" dt="2026-04-27T13:21:18.394" v="3138"/>
          <ac:inkMkLst>
            <pc:docMk/>
            <pc:sldMk cId="1848526859" sldId="293"/>
            <ac:inkMk id="50" creationId="{5AC9C534-279E-61AD-A77C-795F7F0AD279}"/>
          </ac:inkMkLst>
        </pc:inkChg>
        <pc:inkChg chg="add mod">
          <ac:chgData name="Bowen Cheek" userId="8fca192e-0677-4b46-9386-7af871cc0c0f" providerId="ADAL" clId="{A7C2DF13-9E9B-41A5-8CD9-30DC2F6668C6}" dt="2026-04-27T13:21:18.394" v="3138"/>
          <ac:inkMkLst>
            <pc:docMk/>
            <pc:sldMk cId="1848526859" sldId="293"/>
            <ac:inkMk id="51" creationId="{37B28608-0A81-2B9F-1C0D-479E215CFBD4}"/>
          </ac:inkMkLst>
        </pc:inkChg>
        <pc:inkChg chg="add">
          <ac:chgData name="Bowen Cheek" userId="8fca192e-0677-4b46-9386-7af871cc0c0f" providerId="ADAL" clId="{A7C2DF13-9E9B-41A5-8CD9-30DC2F6668C6}" dt="2026-04-27T16:30:35.346" v="3647" actId="9405"/>
          <ac:inkMkLst>
            <pc:docMk/>
            <pc:sldMk cId="1848526859" sldId="293"/>
            <ac:inkMk id="51" creationId="{DE078259-CF0D-D800-D7FE-94B8B25B9721}"/>
          </ac:inkMkLst>
        </pc:inkChg>
        <pc:inkChg chg="add">
          <ac:chgData name="Bowen Cheek" userId="8fca192e-0677-4b46-9386-7af871cc0c0f" providerId="ADAL" clId="{A7C2DF13-9E9B-41A5-8CD9-30DC2F6668C6}" dt="2026-04-27T16:30:35.522" v="3648" actId="9405"/>
          <ac:inkMkLst>
            <pc:docMk/>
            <pc:sldMk cId="1848526859" sldId="293"/>
            <ac:inkMk id="52" creationId="{7B1EFFFB-DCB1-6689-F7D4-378788263957}"/>
          </ac:inkMkLst>
        </pc:inkChg>
        <pc:inkChg chg="add">
          <ac:chgData name="Bowen Cheek" userId="8fca192e-0677-4b46-9386-7af871cc0c0f" providerId="ADAL" clId="{A7C2DF13-9E9B-41A5-8CD9-30DC2F6668C6}" dt="2026-04-27T16:30:36.028" v="3649" actId="9405"/>
          <ac:inkMkLst>
            <pc:docMk/>
            <pc:sldMk cId="1848526859" sldId="293"/>
            <ac:inkMk id="53" creationId="{0932260F-9EE1-A240-3151-0F2BFD7A04AB}"/>
          </ac:inkMkLst>
        </pc:inkChg>
        <pc:inkChg chg="add mod">
          <ac:chgData name="Bowen Cheek" userId="8fca192e-0677-4b46-9386-7af871cc0c0f" providerId="ADAL" clId="{A7C2DF13-9E9B-41A5-8CD9-30DC2F6668C6}" dt="2026-04-27T13:21:18.394" v="3138"/>
          <ac:inkMkLst>
            <pc:docMk/>
            <pc:sldMk cId="1848526859" sldId="293"/>
            <ac:inkMk id="53" creationId="{9E78D64D-70D3-E53F-BF82-4D5C8D99A5AA}"/>
          </ac:inkMkLst>
        </pc:inkChg>
        <pc:inkChg chg="add mod">
          <ac:chgData name="Bowen Cheek" userId="8fca192e-0677-4b46-9386-7af871cc0c0f" providerId="ADAL" clId="{A7C2DF13-9E9B-41A5-8CD9-30DC2F6668C6}" dt="2026-04-27T16:30:37.097" v="3651"/>
          <ac:inkMkLst>
            <pc:docMk/>
            <pc:sldMk cId="1848526859" sldId="293"/>
            <ac:inkMk id="54" creationId="{945C8659-18A3-3883-FA19-1D3C78416DBA}"/>
          </ac:inkMkLst>
        </pc:inkChg>
        <pc:inkChg chg="add mod">
          <ac:chgData name="Bowen Cheek" userId="8fca192e-0677-4b46-9386-7af871cc0c0f" providerId="ADAL" clId="{A7C2DF13-9E9B-41A5-8CD9-30DC2F6668C6}" dt="2026-04-27T13:21:18.394" v="3138"/>
          <ac:inkMkLst>
            <pc:docMk/>
            <pc:sldMk cId="1848526859" sldId="293"/>
            <ac:inkMk id="54" creationId="{B9ED2D4F-EF7B-C1AF-4DDF-576A255D6B26}"/>
          </ac:inkMkLst>
        </pc:inkChg>
        <pc:inkChg chg="add mod">
          <ac:chgData name="Bowen Cheek" userId="8fca192e-0677-4b46-9386-7af871cc0c0f" providerId="ADAL" clId="{A7C2DF13-9E9B-41A5-8CD9-30DC2F6668C6}" dt="2026-04-27T16:31:35.579" v="3660"/>
          <ac:inkMkLst>
            <pc:docMk/>
            <pc:sldMk cId="1848526859" sldId="293"/>
            <ac:inkMk id="56" creationId="{92BAF2CF-57A8-33EE-CCD0-EDC4B562489B}"/>
          </ac:inkMkLst>
        </pc:inkChg>
        <pc:inkChg chg="add mod">
          <ac:chgData name="Bowen Cheek" userId="8fca192e-0677-4b46-9386-7af871cc0c0f" providerId="ADAL" clId="{A7C2DF13-9E9B-41A5-8CD9-30DC2F6668C6}" dt="2026-04-27T16:31:35.579" v="3660"/>
          <ac:inkMkLst>
            <pc:docMk/>
            <pc:sldMk cId="1848526859" sldId="293"/>
            <ac:inkMk id="57" creationId="{CB4A5024-86B7-372F-B91F-7D659976FA9A}"/>
          </ac:inkMkLst>
        </pc:inkChg>
        <pc:inkChg chg="add mod">
          <ac:chgData name="Bowen Cheek" userId="8fca192e-0677-4b46-9386-7af871cc0c0f" providerId="ADAL" clId="{A7C2DF13-9E9B-41A5-8CD9-30DC2F6668C6}" dt="2026-04-27T16:31:35.579" v="3660"/>
          <ac:inkMkLst>
            <pc:docMk/>
            <pc:sldMk cId="1848526859" sldId="293"/>
            <ac:inkMk id="58" creationId="{2E8BCB38-68BC-029F-E0FC-9A8F8F0B2FDA}"/>
          </ac:inkMkLst>
        </pc:inkChg>
        <pc:inkChg chg="add mod">
          <ac:chgData name="Bowen Cheek" userId="8fca192e-0677-4b46-9386-7af871cc0c0f" providerId="ADAL" clId="{A7C2DF13-9E9B-41A5-8CD9-30DC2F6668C6}" dt="2026-04-27T16:31:35.579" v="3660"/>
          <ac:inkMkLst>
            <pc:docMk/>
            <pc:sldMk cId="1848526859" sldId="293"/>
            <ac:inkMk id="59" creationId="{C68A4586-7D64-083B-F9B5-3E0C9438E914}"/>
          </ac:inkMkLst>
        </pc:inkChg>
        <pc:inkChg chg="add mod">
          <ac:chgData name="Bowen Cheek" userId="8fca192e-0677-4b46-9386-7af871cc0c0f" providerId="ADAL" clId="{A7C2DF13-9E9B-41A5-8CD9-30DC2F6668C6}" dt="2026-04-27T16:31:35.579" v="3660"/>
          <ac:inkMkLst>
            <pc:docMk/>
            <pc:sldMk cId="1848526859" sldId="293"/>
            <ac:inkMk id="60" creationId="{8ACD5B8D-9E7C-A9B8-C5B8-0103A82C5889}"/>
          </ac:inkMkLst>
        </pc:inkChg>
        <pc:inkChg chg="add mod">
          <ac:chgData name="Bowen Cheek" userId="8fca192e-0677-4b46-9386-7af871cc0c0f" providerId="ADAL" clId="{A7C2DF13-9E9B-41A5-8CD9-30DC2F6668C6}" dt="2026-04-27T16:31:35.579" v="3660"/>
          <ac:inkMkLst>
            <pc:docMk/>
            <pc:sldMk cId="1848526859" sldId="293"/>
            <ac:inkMk id="61" creationId="{D12EC5E6-90A1-CF8D-1CBE-D39A689E914B}"/>
          </ac:inkMkLst>
        </pc:inkChg>
        <pc:inkChg chg="add mod">
          <ac:chgData name="Bowen Cheek" userId="8fca192e-0677-4b46-9386-7af871cc0c0f" providerId="ADAL" clId="{A7C2DF13-9E9B-41A5-8CD9-30DC2F6668C6}" dt="2026-04-27T16:31:35.579" v="3660"/>
          <ac:inkMkLst>
            <pc:docMk/>
            <pc:sldMk cId="1848526859" sldId="293"/>
            <ac:inkMk id="62" creationId="{0A888AA1-24E3-67B7-CB1A-9496EABE69FE}"/>
          </ac:inkMkLst>
        </pc:inkChg>
        <pc:inkChg chg="add mod">
          <ac:chgData name="Bowen Cheek" userId="8fca192e-0677-4b46-9386-7af871cc0c0f" providerId="ADAL" clId="{A7C2DF13-9E9B-41A5-8CD9-30DC2F6668C6}" dt="2026-04-27T16:31:35.579" v="3660"/>
          <ac:inkMkLst>
            <pc:docMk/>
            <pc:sldMk cId="1848526859" sldId="293"/>
            <ac:inkMk id="63" creationId="{3CCDA015-997D-AD25-3489-27B761AECEF4}"/>
          </ac:inkMkLst>
        </pc:inkChg>
      </pc:sldChg>
      <pc:sldChg chg="addSp delSp modSp mod">
        <pc:chgData name="Bowen Cheek" userId="8fca192e-0677-4b46-9386-7af871cc0c0f" providerId="ADAL" clId="{A7C2DF13-9E9B-41A5-8CD9-30DC2F6668C6}" dt="2026-04-27T16:40:54.836" v="3848"/>
        <pc:sldMkLst>
          <pc:docMk/>
          <pc:sldMk cId="3753382229" sldId="294"/>
        </pc:sldMkLst>
        <pc:grpChg chg="del mod">
          <ac:chgData name="Bowen Cheek" userId="8fca192e-0677-4b46-9386-7af871cc0c0f" providerId="ADAL" clId="{A7C2DF13-9E9B-41A5-8CD9-30DC2F6668C6}" dt="2026-04-27T13:23:33.196" v="3148"/>
          <ac:grpSpMkLst>
            <pc:docMk/>
            <pc:sldMk cId="3753382229" sldId="294"/>
            <ac:grpSpMk id="12" creationId="{00EE54FA-AF29-557D-05C6-E7F6A5E32FDC}"/>
          </ac:grpSpMkLst>
        </pc:grpChg>
        <pc:grpChg chg="mod">
          <ac:chgData name="Bowen Cheek" userId="8fca192e-0677-4b46-9386-7af871cc0c0f" providerId="ADAL" clId="{A7C2DF13-9E9B-41A5-8CD9-30DC2F6668C6}" dt="2026-04-27T13:23:33.196" v="3148"/>
          <ac:grpSpMkLst>
            <pc:docMk/>
            <pc:sldMk cId="3753382229" sldId="294"/>
            <ac:grpSpMk id="15" creationId="{46575BA1-01C5-6EB9-A192-4C35B3F69CFD}"/>
          </ac:grpSpMkLst>
        </pc:grpChg>
        <pc:grpChg chg="del mod">
          <ac:chgData name="Bowen Cheek" userId="8fca192e-0677-4b46-9386-7af871cc0c0f" providerId="ADAL" clId="{A7C2DF13-9E9B-41A5-8CD9-30DC2F6668C6}" dt="2026-04-27T16:35:26.025" v="3740"/>
          <ac:grpSpMkLst>
            <pc:docMk/>
            <pc:sldMk cId="3753382229" sldId="294"/>
            <ac:grpSpMk id="18" creationId="{214FAD46-AD90-E8B2-1AD4-72DE947A04EC}"/>
          </ac:grpSpMkLst>
        </pc:grpChg>
        <pc:grpChg chg="del mod">
          <ac:chgData name="Bowen Cheek" userId="8fca192e-0677-4b46-9386-7af871cc0c0f" providerId="ADAL" clId="{A7C2DF13-9E9B-41A5-8CD9-30DC2F6668C6}" dt="2026-04-27T16:35:26.025" v="3740"/>
          <ac:grpSpMkLst>
            <pc:docMk/>
            <pc:sldMk cId="3753382229" sldId="294"/>
            <ac:grpSpMk id="26" creationId="{E6561CFE-14E3-F732-0630-ABE734E57B37}"/>
          </ac:grpSpMkLst>
        </pc:grpChg>
        <pc:grpChg chg="mod">
          <ac:chgData name="Bowen Cheek" userId="8fca192e-0677-4b46-9386-7af871cc0c0f" providerId="ADAL" clId="{A7C2DF13-9E9B-41A5-8CD9-30DC2F6668C6}" dt="2026-04-27T13:24:01.180" v="3162"/>
          <ac:grpSpMkLst>
            <pc:docMk/>
            <pc:sldMk cId="3753382229" sldId="294"/>
            <ac:grpSpMk id="29" creationId="{D8C0AE5E-3DD6-C645-6F39-AC2A905147C2}"/>
          </ac:grpSpMkLst>
        </pc:grpChg>
        <pc:grpChg chg="mod">
          <ac:chgData name="Bowen Cheek" userId="8fca192e-0677-4b46-9386-7af871cc0c0f" providerId="ADAL" clId="{A7C2DF13-9E9B-41A5-8CD9-30DC2F6668C6}" dt="2026-04-27T13:24:01.180" v="3162"/>
          <ac:grpSpMkLst>
            <pc:docMk/>
            <pc:sldMk cId="3753382229" sldId="294"/>
            <ac:grpSpMk id="30" creationId="{147F0CBE-1C3D-5961-A36D-4A6D804732C5}"/>
          </ac:grpSpMkLst>
        </pc:grpChg>
        <pc:grpChg chg="del mod">
          <ac:chgData name="Bowen Cheek" userId="8fca192e-0677-4b46-9386-7af871cc0c0f" providerId="ADAL" clId="{A7C2DF13-9E9B-41A5-8CD9-30DC2F6668C6}" dt="2026-04-27T16:35:26.025" v="3740"/>
          <ac:grpSpMkLst>
            <pc:docMk/>
            <pc:sldMk cId="3753382229" sldId="294"/>
            <ac:grpSpMk id="44" creationId="{1128ACB4-2960-B8B5-6596-C9A47C1B4BBD}"/>
          </ac:grpSpMkLst>
        </pc:grpChg>
        <pc:grpChg chg="mod">
          <ac:chgData name="Bowen Cheek" userId="8fca192e-0677-4b46-9386-7af871cc0c0f" providerId="ADAL" clId="{A7C2DF13-9E9B-41A5-8CD9-30DC2F6668C6}" dt="2026-04-27T13:24:12.245" v="3180"/>
          <ac:grpSpMkLst>
            <pc:docMk/>
            <pc:sldMk cId="3753382229" sldId="294"/>
            <ac:grpSpMk id="48" creationId="{43EEC150-00AC-4F61-A1B8-3C42B882D86E}"/>
          </ac:grpSpMkLst>
        </pc:grpChg>
        <pc:grpChg chg="mod">
          <ac:chgData name="Bowen Cheek" userId="8fca192e-0677-4b46-9386-7af871cc0c0f" providerId="ADAL" clId="{A7C2DF13-9E9B-41A5-8CD9-30DC2F6668C6}" dt="2026-04-27T13:24:12.245" v="3180"/>
          <ac:grpSpMkLst>
            <pc:docMk/>
            <pc:sldMk cId="3753382229" sldId="294"/>
            <ac:grpSpMk id="49" creationId="{D968CA76-80C6-D87D-F556-BE2AD0EED24C}"/>
          </ac:grpSpMkLst>
        </pc:grpChg>
        <pc:grpChg chg="mod">
          <ac:chgData name="Bowen Cheek" userId="8fca192e-0677-4b46-9386-7af871cc0c0f" providerId="ADAL" clId="{A7C2DF13-9E9B-41A5-8CD9-30DC2F6668C6}" dt="2026-04-27T13:24:12.245" v="3180"/>
          <ac:grpSpMkLst>
            <pc:docMk/>
            <pc:sldMk cId="3753382229" sldId="294"/>
            <ac:grpSpMk id="50" creationId="{52B75FB5-E984-5090-F2F2-D1A38076EA6C}"/>
          </ac:grpSpMkLst>
        </pc:grpChg>
        <pc:grpChg chg="del mod">
          <ac:chgData name="Bowen Cheek" userId="8fca192e-0677-4b46-9386-7af871cc0c0f" providerId="ADAL" clId="{A7C2DF13-9E9B-41A5-8CD9-30DC2F6668C6}" dt="2026-04-27T16:35:18.650" v="3734"/>
          <ac:grpSpMkLst>
            <pc:docMk/>
            <pc:sldMk cId="3753382229" sldId="294"/>
            <ac:grpSpMk id="58" creationId="{14E3D1F7-1CA3-8156-9468-63DD7E9623FA}"/>
          </ac:grpSpMkLst>
        </pc:grpChg>
        <pc:grpChg chg="del mod">
          <ac:chgData name="Bowen Cheek" userId="8fca192e-0677-4b46-9386-7af871cc0c0f" providerId="ADAL" clId="{A7C2DF13-9E9B-41A5-8CD9-30DC2F6668C6}" dt="2026-04-27T16:35:18.650" v="3734"/>
          <ac:grpSpMkLst>
            <pc:docMk/>
            <pc:sldMk cId="3753382229" sldId="294"/>
            <ac:grpSpMk id="59" creationId="{B2366FAA-1CE7-10A6-5620-899E1CD7492A}"/>
          </ac:grpSpMkLst>
        </pc:grpChg>
        <pc:grpChg chg="del mod">
          <ac:chgData name="Bowen Cheek" userId="8fca192e-0677-4b46-9386-7af871cc0c0f" providerId="ADAL" clId="{A7C2DF13-9E9B-41A5-8CD9-30DC2F6668C6}" dt="2026-04-27T16:35:26.025" v="3740"/>
          <ac:grpSpMkLst>
            <pc:docMk/>
            <pc:sldMk cId="3753382229" sldId="294"/>
            <ac:grpSpMk id="69" creationId="{36B3A53A-3612-4279-2E24-BB56ED97B388}"/>
          </ac:grpSpMkLst>
        </pc:grpChg>
        <pc:grpChg chg="del mod">
          <ac:chgData name="Bowen Cheek" userId="8fca192e-0677-4b46-9386-7af871cc0c0f" providerId="ADAL" clId="{A7C2DF13-9E9B-41A5-8CD9-30DC2F6668C6}" dt="2026-04-27T13:25:02.085" v="3199"/>
          <ac:grpSpMkLst>
            <pc:docMk/>
            <pc:sldMk cId="3753382229" sldId="294"/>
            <ac:grpSpMk id="69" creationId="{AC6693BF-C569-0939-BDDB-170EEBA9806B}"/>
          </ac:grpSpMkLst>
        </pc:grpChg>
        <pc:grpChg chg="mod">
          <ac:chgData name="Bowen Cheek" userId="8fca192e-0677-4b46-9386-7af871cc0c0f" providerId="ADAL" clId="{A7C2DF13-9E9B-41A5-8CD9-30DC2F6668C6}" dt="2026-04-27T13:25:02.085" v="3199"/>
          <ac:grpSpMkLst>
            <pc:docMk/>
            <pc:sldMk cId="3753382229" sldId="294"/>
            <ac:grpSpMk id="70" creationId="{DD9DAF8A-9510-9216-6960-9121E9285B87}"/>
          </ac:grpSpMkLst>
        </pc:grpChg>
        <pc:grpChg chg="del mod">
          <ac:chgData name="Bowen Cheek" userId="8fca192e-0677-4b46-9386-7af871cc0c0f" providerId="ADAL" clId="{A7C2DF13-9E9B-41A5-8CD9-30DC2F6668C6}" dt="2026-04-27T16:35:26.025" v="3740"/>
          <ac:grpSpMkLst>
            <pc:docMk/>
            <pc:sldMk cId="3753382229" sldId="294"/>
            <ac:grpSpMk id="70" creationId="{EB2B56A6-E8C8-35AF-8504-EFEB288030E8}"/>
          </ac:grpSpMkLst>
        </pc:grpChg>
        <pc:grpChg chg="mod">
          <ac:chgData name="Bowen Cheek" userId="8fca192e-0677-4b46-9386-7af871cc0c0f" providerId="ADAL" clId="{A7C2DF13-9E9B-41A5-8CD9-30DC2F6668C6}" dt="2026-04-27T13:25:10.077" v="3207"/>
          <ac:grpSpMkLst>
            <pc:docMk/>
            <pc:sldMk cId="3753382229" sldId="294"/>
            <ac:grpSpMk id="78" creationId="{6F47E29C-405E-7FEC-9BAD-E569BC1686D0}"/>
          </ac:grpSpMkLst>
        </pc:grpChg>
        <pc:grpChg chg="del mod">
          <ac:chgData name="Bowen Cheek" userId="8fca192e-0677-4b46-9386-7af871cc0c0f" providerId="ADAL" clId="{A7C2DF13-9E9B-41A5-8CD9-30DC2F6668C6}" dt="2026-04-27T16:35:26.025" v="3740"/>
          <ac:grpSpMkLst>
            <pc:docMk/>
            <pc:sldMk cId="3753382229" sldId="294"/>
            <ac:grpSpMk id="79" creationId="{4123097E-25DF-E19E-A1CD-C97CC2A2C717}"/>
          </ac:grpSpMkLst>
        </pc:grpChg>
        <pc:grpChg chg="del mod">
          <ac:chgData name="Bowen Cheek" userId="8fca192e-0677-4b46-9386-7af871cc0c0f" providerId="ADAL" clId="{A7C2DF13-9E9B-41A5-8CD9-30DC2F6668C6}" dt="2026-04-27T16:35:26.025" v="3740"/>
          <ac:grpSpMkLst>
            <pc:docMk/>
            <pc:sldMk cId="3753382229" sldId="294"/>
            <ac:grpSpMk id="80" creationId="{0E98D1C6-60F6-6575-02B3-020BD607DAEB}"/>
          </ac:grpSpMkLst>
        </pc:grpChg>
        <pc:grpChg chg="del mod">
          <ac:chgData name="Bowen Cheek" userId="8fca192e-0677-4b46-9386-7af871cc0c0f" providerId="ADAL" clId="{A7C2DF13-9E9B-41A5-8CD9-30DC2F6668C6}" dt="2026-04-27T16:35:26.025" v="3740"/>
          <ac:grpSpMkLst>
            <pc:docMk/>
            <pc:sldMk cId="3753382229" sldId="294"/>
            <ac:grpSpMk id="82" creationId="{76E6142F-2540-3C69-EEE7-B932448699CE}"/>
          </ac:grpSpMkLst>
        </pc:grpChg>
        <pc:grpChg chg="del mod">
          <ac:chgData name="Bowen Cheek" userId="8fca192e-0677-4b46-9386-7af871cc0c0f" providerId="ADAL" clId="{A7C2DF13-9E9B-41A5-8CD9-30DC2F6668C6}" dt="2026-04-27T16:35:29.179" v="3747"/>
          <ac:grpSpMkLst>
            <pc:docMk/>
            <pc:sldMk cId="3753382229" sldId="294"/>
            <ac:grpSpMk id="88" creationId="{BB96B2B4-E0F6-1F92-1B38-BBEDA89971DB}"/>
          </ac:grpSpMkLst>
        </pc:grpChg>
        <pc:grpChg chg="mod">
          <ac:chgData name="Bowen Cheek" userId="8fca192e-0677-4b46-9386-7af871cc0c0f" providerId="ADAL" clId="{A7C2DF13-9E9B-41A5-8CD9-30DC2F6668C6}" dt="2026-04-27T13:28:03.182" v="3218"/>
          <ac:grpSpMkLst>
            <pc:docMk/>
            <pc:sldMk cId="3753382229" sldId="294"/>
            <ac:grpSpMk id="89" creationId="{2CFA53F1-C17C-6B3C-E550-9C50F7AAFA45}"/>
          </ac:grpSpMkLst>
        </pc:grpChg>
        <pc:grpChg chg="del mod">
          <ac:chgData name="Bowen Cheek" userId="8fca192e-0677-4b46-9386-7af871cc0c0f" providerId="ADAL" clId="{A7C2DF13-9E9B-41A5-8CD9-30DC2F6668C6}" dt="2026-04-27T16:36:06.361" v="3761"/>
          <ac:grpSpMkLst>
            <pc:docMk/>
            <pc:sldMk cId="3753382229" sldId="294"/>
            <ac:grpSpMk id="95" creationId="{37A15F96-262D-BC59-4504-548945C9AFD2}"/>
          </ac:grpSpMkLst>
        </pc:grpChg>
        <pc:grpChg chg="mod">
          <ac:chgData name="Bowen Cheek" userId="8fca192e-0677-4b46-9386-7af871cc0c0f" providerId="ADAL" clId="{A7C2DF13-9E9B-41A5-8CD9-30DC2F6668C6}" dt="2026-04-27T13:28:09.428" v="3224"/>
          <ac:grpSpMkLst>
            <pc:docMk/>
            <pc:sldMk cId="3753382229" sldId="294"/>
            <ac:grpSpMk id="95" creationId="{90EE2E60-7D4B-64C3-B417-66813653FCB2}"/>
          </ac:grpSpMkLst>
        </pc:grpChg>
        <pc:grpChg chg="mod">
          <ac:chgData name="Bowen Cheek" userId="8fca192e-0677-4b46-9386-7af871cc0c0f" providerId="ADAL" clId="{A7C2DF13-9E9B-41A5-8CD9-30DC2F6668C6}" dt="2026-04-27T13:29:01.873" v="3231"/>
          <ac:grpSpMkLst>
            <pc:docMk/>
            <pc:sldMk cId="3753382229" sldId="294"/>
            <ac:grpSpMk id="102" creationId="{840BA5D9-1447-A0F3-50D3-2C442A1128DD}"/>
          </ac:grpSpMkLst>
        </pc:grpChg>
        <pc:grpChg chg="mod">
          <ac:chgData name="Bowen Cheek" userId="8fca192e-0677-4b46-9386-7af871cc0c0f" providerId="ADAL" clId="{A7C2DF13-9E9B-41A5-8CD9-30DC2F6668C6}" dt="2026-04-27T16:36:06.361" v="3761"/>
          <ac:grpSpMkLst>
            <pc:docMk/>
            <pc:sldMk cId="3753382229" sldId="294"/>
            <ac:grpSpMk id="109" creationId="{46EF71B8-D9BF-45D4-35D3-1CFF0F1094BE}"/>
          </ac:grpSpMkLst>
        </pc:grpChg>
        <pc:grpChg chg="del mod">
          <ac:chgData name="Bowen Cheek" userId="8fca192e-0677-4b46-9386-7af871cc0c0f" providerId="ADAL" clId="{A7C2DF13-9E9B-41A5-8CD9-30DC2F6668C6}" dt="2026-04-27T16:37:57.412" v="3769"/>
          <ac:grpSpMkLst>
            <pc:docMk/>
            <pc:sldMk cId="3753382229" sldId="294"/>
            <ac:grpSpMk id="115" creationId="{76E84104-2F0A-99CD-EBDA-111992E24931}"/>
          </ac:grpSpMkLst>
        </pc:grpChg>
        <pc:grpChg chg="mod">
          <ac:chgData name="Bowen Cheek" userId="8fca192e-0677-4b46-9386-7af871cc0c0f" providerId="ADAL" clId="{A7C2DF13-9E9B-41A5-8CD9-30DC2F6668C6}" dt="2026-04-27T13:30:21.320" v="3244"/>
          <ac:grpSpMkLst>
            <pc:docMk/>
            <pc:sldMk cId="3753382229" sldId="294"/>
            <ac:grpSpMk id="115" creationId="{83757777-31DF-88B7-B8B6-732A4DDF3D1A}"/>
          </ac:grpSpMkLst>
        </pc:grpChg>
        <pc:grpChg chg="mod">
          <ac:chgData name="Bowen Cheek" userId="8fca192e-0677-4b46-9386-7af871cc0c0f" providerId="ADAL" clId="{A7C2DF13-9E9B-41A5-8CD9-30DC2F6668C6}" dt="2026-04-27T13:30:21.320" v="3244"/>
          <ac:grpSpMkLst>
            <pc:docMk/>
            <pc:sldMk cId="3753382229" sldId="294"/>
            <ac:grpSpMk id="116" creationId="{411DD2EA-446C-6BD6-203F-1600E9B3B66E}"/>
          </ac:grpSpMkLst>
        </pc:grpChg>
        <pc:grpChg chg="mod">
          <ac:chgData name="Bowen Cheek" userId="8fca192e-0677-4b46-9386-7af871cc0c0f" providerId="ADAL" clId="{A7C2DF13-9E9B-41A5-8CD9-30DC2F6668C6}" dt="2026-04-27T16:37:59.253" v="3770"/>
          <ac:grpSpMkLst>
            <pc:docMk/>
            <pc:sldMk cId="3753382229" sldId="294"/>
            <ac:grpSpMk id="117" creationId="{7BEB100B-A057-41A2-26C1-0125F17FE6CF}"/>
          </ac:grpSpMkLst>
        </pc:grpChg>
        <pc:grpChg chg="mod">
          <ac:chgData name="Bowen Cheek" userId="8fca192e-0677-4b46-9386-7af871cc0c0f" providerId="ADAL" clId="{A7C2DF13-9E9B-41A5-8CD9-30DC2F6668C6}" dt="2026-04-27T16:38:04.240" v="3777"/>
          <ac:grpSpMkLst>
            <pc:docMk/>
            <pc:sldMk cId="3753382229" sldId="294"/>
            <ac:grpSpMk id="124" creationId="{CCB52358-0F83-1EF1-3269-BF47816671AD}"/>
          </ac:grpSpMkLst>
        </pc:grpChg>
        <pc:grpChg chg="mod">
          <ac:chgData name="Bowen Cheek" userId="8fca192e-0677-4b46-9386-7af871cc0c0f" providerId="ADAL" clId="{A7C2DF13-9E9B-41A5-8CD9-30DC2F6668C6}" dt="2026-04-27T13:30:41.893" v="3257"/>
          <ac:grpSpMkLst>
            <pc:docMk/>
            <pc:sldMk cId="3753382229" sldId="294"/>
            <ac:grpSpMk id="129" creationId="{8DFE5A4E-0A41-C227-5409-17B436D57D39}"/>
          </ac:grpSpMkLst>
        </pc:grpChg>
        <pc:grpChg chg="mod">
          <ac:chgData name="Bowen Cheek" userId="8fca192e-0677-4b46-9386-7af871cc0c0f" providerId="ADAL" clId="{A7C2DF13-9E9B-41A5-8CD9-30DC2F6668C6}" dt="2026-04-27T16:38:09.452" v="3783"/>
          <ac:grpSpMkLst>
            <pc:docMk/>
            <pc:sldMk cId="3753382229" sldId="294"/>
            <ac:grpSpMk id="130" creationId="{881FF039-AD96-5F87-3EE9-FEA0376344DC}"/>
          </ac:grpSpMkLst>
        </pc:grpChg>
        <pc:grpChg chg="mod">
          <ac:chgData name="Bowen Cheek" userId="8fca192e-0677-4b46-9386-7af871cc0c0f" providerId="ADAL" clId="{A7C2DF13-9E9B-41A5-8CD9-30DC2F6668C6}" dt="2026-04-27T13:30:41.893" v="3257"/>
          <ac:grpSpMkLst>
            <pc:docMk/>
            <pc:sldMk cId="3753382229" sldId="294"/>
            <ac:grpSpMk id="130" creationId="{AB29CED9-CD3C-DA50-4106-D132B261BE1D}"/>
          </ac:grpSpMkLst>
        </pc:grpChg>
        <pc:grpChg chg="del mod">
          <ac:chgData name="Bowen Cheek" userId="8fca192e-0677-4b46-9386-7af871cc0c0f" providerId="ADAL" clId="{A7C2DF13-9E9B-41A5-8CD9-30DC2F6668C6}" dt="2026-04-27T16:38:23.250" v="3789"/>
          <ac:grpSpMkLst>
            <pc:docMk/>
            <pc:sldMk cId="3753382229" sldId="294"/>
            <ac:grpSpMk id="134" creationId="{9AA0A3E5-8057-63A2-AFB0-382F93CD40AA}"/>
          </ac:grpSpMkLst>
        </pc:grpChg>
        <pc:grpChg chg="del mod">
          <ac:chgData name="Bowen Cheek" userId="8fca192e-0677-4b46-9386-7af871cc0c0f" providerId="ADAL" clId="{A7C2DF13-9E9B-41A5-8CD9-30DC2F6668C6}" dt="2026-04-27T13:31:15.136" v="3268"/>
          <ac:grpSpMkLst>
            <pc:docMk/>
            <pc:sldMk cId="3753382229" sldId="294"/>
            <ac:grpSpMk id="135" creationId="{CCB87E56-6FF7-7717-2B1D-EA1F2932FBE3}"/>
          </ac:grpSpMkLst>
        </pc:grpChg>
        <pc:grpChg chg="mod">
          <ac:chgData name="Bowen Cheek" userId="8fca192e-0677-4b46-9386-7af871cc0c0f" providerId="ADAL" clId="{A7C2DF13-9E9B-41A5-8CD9-30DC2F6668C6}" dt="2026-04-27T16:38:23.250" v="3789"/>
          <ac:grpSpMkLst>
            <pc:docMk/>
            <pc:sldMk cId="3753382229" sldId="294"/>
            <ac:grpSpMk id="136" creationId="{EE014E19-4F9C-37E6-93CB-7E004F475B42}"/>
          </ac:grpSpMkLst>
        </pc:grpChg>
        <pc:grpChg chg="mod">
          <ac:chgData name="Bowen Cheek" userId="8fca192e-0677-4b46-9386-7af871cc0c0f" providerId="ADAL" clId="{A7C2DF13-9E9B-41A5-8CD9-30DC2F6668C6}" dt="2026-04-27T13:31:15.136" v="3268"/>
          <ac:grpSpMkLst>
            <pc:docMk/>
            <pc:sldMk cId="3753382229" sldId="294"/>
            <ac:grpSpMk id="141" creationId="{C0AB3FD6-D654-C9E0-1329-C232733696DE}"/>
          </ac:grpSpMkLst>
        </pc:grpChg>
        <pc:grpChg chg="mod">
          <ac:chgData name="Bowen Cheek" userId="8fca192e-0677-4b46-9386-7af871cc0c0f" providerId="ADAL" clId="{A7C2DF13-9E9B-41A5-8CD9-30DC2F6668C6}" dt="2026-04-27T16:39:43.538" v="3804"/>
          <ac:grpSpMkLst>
            <pc:docMk/>
            <pc:sldMk cId="3753382229" sldId="294"/>
            <ac:grpSpMk id="151" creationId="{20581B61-4094-3C87-496C-0150C5D9A474}"/>
          </ac:grpSpMkLst>
        </pc:grpChg>
        <pc:grpChg chg="mod">
          <ac:chgData name="Bowen Cheek" userId="8fca192e-0677-4b46-9386-7af871cc0c0f" providerId="ADAL" clId="{A7C2DF13-9E9B-41A5-8CD9-30DC2F6668C6}" dt="2026-04-27T16:39:43.538" v="3804"/>
          <ac:grpSpMkLst>
            <pc:docMk/>
            <pc:sldMk cId="3753382229" sldId="294"/>
            <ac:grpSpMk id="152" creationId="{7CE0A6B6-3BFA-FD0B-0EF1-684D6FFA5F5B}"/>
          </ac:grpSpMkLst>
        </pc:grpChg>
        <pc:grpChg chg="mod">
          <ac:chgData name="Bowen Cheek" userId="8fca192e-0677-4b46-9386-7af871cc0c0f" providerId="ADAL" clId="{A7C2DF13-9E9B-41A5-8CD9-30DC2F6668C6}" dt="2026-04-27T16:40:08.428" v="3814"/>
          <ac:grpSpMkLst>
            <pc:docMk/>
            <pc:sldMk cId="3753382229" sldId="294"/>
            <ac:grpSpMk id="162" creationId="{4FEDD2A4-364A-C703-9152-EC6467B86065}"/>
          </ac:grpSpMkLst>
        </pc:grpChg>
        <pc:grpChg chg="del mod">
          <ac:chgData name="Bowen Cheek" userId="8fca192e-0677-4b46-9386-7af871cc0c0f" providerId="ADAL" clId="{A7C2DF13-9E9B-41A5-8CD9-30DC2F6668C6}" dt="2026-04-27T16:40:54.836" v="3848"/>
          <ac:grpSpMkLst>
            <pc:docMk/>
            <pc:sldMk cId="3753382229" sldId="294"/>
            <ac:grpSpMk id="171" creationId="{FC2C6237-8E0C-45AE-A0AA-E03FD9B57E4A}"/>
          </ac:grpSpMkLst>
        </pc:grpChg>
        <pc:grpChg chg="del mod">
          <ac:chgData name="Bowen Cheek" userId="8fca192e-0677-4b46-9386-7af871cc0c0f" providerId="ADAL" clId="{A7C2DF13-9E9B-41A5-8CD9-30DC2F6668C6}" dt="2026-04-27T16:40:54.836" v="3848"/>
          <ac:grpSpMkLst>
            <pc:docMk/>
            <pc:sldMk cId="3753382229" sldId="294"/>
            <ac:grpSpMk id="194" creationId="{D1475A4E-EB66-55F7-F5E0-6DD3876B7346}"/>
          </ac:grpSpMkLst>
        </pc:grpChg>
        <pc:grpChg chg="del mod">
          <ac:chgData name="Bowen Cheek" userId="8fca192e-0677-4b46-9386-7af871cc0c0f" providerId="ADAL" clId="{A7C2DF13-9E9B-41A5-8CD9-30DC2F6668C6}" dt="2026-04-27T16:40:54.836" v="3848"/>
          <ac:grpSpMkLst>
            <pc:docMk/>
            <pc:sldMk cId="3753382229" sldId="294"/>
            <ac:grpSpMk id="195" creationId="{6146E192-4361-BC3D-EE2E-A2ECF9D3BDD0}"/>
          </ac:grpSpMkLst>
        </pc:grpChg>
        <pc:grpChg chg="mod">
          <ac:chgData name="Bowen Cheek" userId="8fca192e-0677-4b46-9386-7af871cc0c0f" providerId="ADAL" clId="{A7C2DF13-9E9B-41A5-8CD9-30DC2F6668C6}" dt="2026-04-27T16:40:54.836" v="3848"/>
          <ac:grpSpMkLst>
            <pc:docMk/>
            <pc:sldMk cId="3753382229" sldId="294"/>
            <ac:grpSpMk id="197" creationId="{FD80EE2A-F29A-5058-8E51-BE284C31156E}"/>
          </ac:grpSpMkLst>
        </pc:grpChg>
        <pc:inkChg chg="add">
          <ac:chgData name="Bowen Cheek" userId="8fca192e-0677-4b46-9386-7af871cc0c0f" providerId="ADAL" clId="{A7C2DF13-9E9B-41A5-8CD9-30DC2F6668C6}" dt="2026-04-27T13:23:09.023" v="3139" actId="9405"/>
          <ac:inkMkLst>
            <pc:docMk/>
            <pc:sldMk cId="3753382229" sldId="294"/>
            <ac:inkMk id="6" creationId="{A997A73C-B6D4-14B4-F7F7-5B184E7A446E}"/>
          </ac:inkMkLst>
        </pc:inkChg>
        <pc:inkChg chg="add">
          <ac:chgData name="Bowen Cheek" userId="8fca192e-0677-4b46-9386-7af871cc0c0f" providerId="ADAL" clId="{A7C2DF13-9E9B-41A5-8CD9-30DC2F6668C6}" dt="2026-04-27T16:32:21.642" v="3661" actId="9405"/>
          <ac:inkMkLst>
            <pc:docMk/>
            <pc:sldMk cId="3753382229" sldId="294"/>
            <ac:inkMk id="6" creationId="{EED94AF9-6CCB-B15D-592A-290E18875AF1}"/>
          </ac:inkMkLst>
        </pc:inkChg>
        <pc:inkChg chg="add">
          <ac:chgData name="Bowen Cheek" userId="8fca192e-0677-4b46-9386-7af871cc0c0f" providerId="ADAL" clId="{A7C2DF13-9E9B-41A5-8CD9-30DC2F6668C6}" dt="2026-04-27T16:32:23.119" v="3662" actId="9405"/>
          <ac:inkMkLst>
            <pc:docMk/>
            <pc:sldMk cId="3753382229" sldId="294"/>
            <ac:inkMk id="7" creationId="{2538EA81-7CA8-58BA-A36E-8B83AE3A0857}"/>
          </ac:inkMkLst>
        </pc:inkChg>
        <pc:inkChg chg="add">
          <ac:chgData name="Bowen Cheek" userId="8fca192e-0677-4b46-9386-7af871cc0c0f" providerId="ADAL" clId="{A7C2DF13-9E9B-41A5-8CD9-30DC2F6668C6}" dt="2026-04-27T13:23:27.995" v="3140" actId="9405"/>
          <ac:inkMkLst>
            <pc:docMk/>
            <pc:sldMk cId="3753382229" sldId="294"/>
            <ac:inkMk id="7" creationId="{EC03FF1E-E0D7-2F19-1583-562178AF83C4}"/>
          </ac:inkMkLst>
        </pc:inkChg>
        <pc:inkChg chg="add mod">
          <ac:chgData name="Bowen Cheek" userId="8fca192e-0677-4b46-9386-7af871cc0c0f" providerId="ADAL" clId="{A7C2DF13-9E9B-41A5-8CD9-30DC2F6668C6}" dt="2026-04-27T13:23:33.196" v="3148"/>
          <ac:inkMkLst>
            <pc:docMk/>
            <pc:sldMk cId="3753382229" sldId="294"/>
            <ac:inkMk id="8" creationId="{7036213B-CB3E-1000-CB63-A7F336DA8297}"/>
          </ac:inkMkLst>
        </pc:inkChg>
        <pc:inkChg chg="add">
          <ac:chgData name="Bowen Cheek" userId="8fca192e-0677-4b46-9386-7af871cc0c0f" providerId="ADAL" clId="{A7C2DF13-9E9B-41A5-8CD9-30DC2F6668C6}" dt="2026-04-27T16:32:40.220" v="3663" actId="9405"/>
          <ac:inkMkLst>
            <pc:docMk/>
            <pc:sldMk cId="3753382229" sldId="294"/>
            <ac:inkMk id="8" creationId="{80BF4C10-4EA1-09F9-B5AC-DCE0AF6AABC7}"/>
          </ac:inkMkLst>
        </pc:inkChg>
        <pc:inkChg chg="add mod">
          <ac:chgData name="Bowen Cheek" userId="8fca192e-0677-4b46-9386-7af871cc0c0f" providerId="ADAL" clId="{A7C2DF13-9E9B-41A5-8CD9-30DC2F6668C6}" dt="2026-04-27T16:33:17.469" v="3673"/>
          <ac:inkMkLst>
            <pc:docMk/>
            <pc:sldMk cId="3753382229" sldId="294"/>
            <ac:inkMk id="9" creationId="{5234F3B2-3195-0283-386D-5DFCCB06D5B4}"/>
          </ac:inkMkLst>
        </pc:inkChg>
        <pc:inkChg chg="add mod">
          <ac:chgData name="Bowen Cheek" userId="8fca192e-0677-4b46-9386-7af871cc0c0f" providerId="ADAL" clId="{A7C2DF13-9E9B-41A5-8CD9-30DC2F6668C6}" dt="2026-04-27T13:23:33.196" v="3148"/>
          <ac:inkMkLst>
            <pc:docMk/>
            <pc:sldMk cId="3753382229" sldId="294"/>
            <ac:inkMk id="9" creationId="{62C84846-0B0B-E635-C37B-68F72214D820}"/>
          </ac:inkMkLst>
        </pc:inkChg>
        <pc:inkChg chg="add mod">
          <ac:chgData name="Bowen Cheek" userId="8fca192e-0677-4b46-9386-7af871cc0c0f" providerId="ADAL" clId="{A7C2DF13-9E9B-41A5-8CD9-30DC2F6668C6}" dt="2026-04-27T13:23:33.196" v="3148"/>
          <ac:inkMkLst>
            <pc:docMk/>
            <pc:sldMk cId="3753382229" sldId="294"/>
            <ac:inkMk id="10" creationId="{84DFDAD4-72EE-B795-3375-DAE48859293A}"/>
          </ac:inkMkLst>
        </pc:inkChg>
        <pc:inkChg chg="add mod">
          <ac:chgData name="Bowen Cheek" userId="8fca192e-0677-4b46-9386-7af871cc0c0f" providerId="ADAL" clId="{A7C2DF13-9E9B-41A5-8CD9-30DC2F6668C6}" dt="2026-04-27T16:33:17.469" v="3673"/>
          <ac:inkMkLst>
            <pc:docMk/>
            <pc:sldMk cId="3753382229" sldId="294"/>
            <ac:inkMk id="10" creationId="{A399680F-C50F-583F-8C7E-841B2AA9B0F5}"/>
          </ac:inkMkLst>
        </pc:inkChg>
        <pc:inkChg chg="add mod">
          <ac:chgData name="Bowen Cheek" userId="8fca192e-0677-4b46-9386-7af871cc0c0f" providerId="ADAL" clId="{A7C2DF13-9E9B-41A5-8CD9-30DC2F6668C6}" dt="2026-04-27T13:23:33.196" v="3148"/>
          <ac:inkMkLst>
            <pc:docMk/>
            <pc:sldMk cId="3753382229" sldId="294"/>
            <ac:inkMk id="11" creationId="{59B045F9-4BBC-96CD-3919-ED1263D2D1CF}"/>
          </ac:inkMkLst>
        </pc:inkChg>
        <pc:inkChg chg="add mod">
          <ac:chgData name="Bowen Cheek" userId="8fca192e-0677-4b46-9386-7af871cc0c0f" providerId="ADAL" clId="{A7C2DF13-9E9B-41A5-8CD9-30DC2F6668C6}" dt="2026-04-27T16:33:17.469" v="3673"/>
          <ac:inkMkLst>
            <pc:docMk/>
            <pc:sldMk cId="3753382229" sldId="294"/>
            <ac:inkMk id="11" creationId="{E8F594E2-3451-E103-B61C-493D7A797C42}"/>
          </ac:inkMkLst>
        </pc:inkChg>
        <pc:inkChg chg="add mod">
          <ac:chgData name="Bowen Cheek" userId="8fca192e-0677-4b46-9386-7af871cc0c0f" providerId="ADAL" clId="{A7C2DF13-9E9B-41A5-8CD9-30DC2F6668C6}" dt="2026-04-27T16:33:17.469" v="3673"/>
          <ac:inkMkLst>
            <pc:docMk/>
            <pc:sldMk cId="3753382229" sldId="294"/>
            <ac:inkMk id="12" creationId="{EBB678D1-1296-C06C-D7CD-21E3997A9483}"/>
          </ac:inkMkLst>
        </pc:inkChg>
        <pc:inkChg chg="add mod">
          <ac:chgData name="Bowen Cheek" userId="8fca192e-0677-4b46-9386-7af871cc0c0f" providerId="ADAL" clId="{A7C2DF13-9E9B-41A5-8CD9-30DC2F6668C6}" dt="2026-04-27T13:23:33.196" v="3148"/>
          <ac:inkMkLst>
            <pc:docMk/>
            <pc:sldMk cId="3753382229" sldId="294"/>
            <ac:inkMk id="13" creationId="{2D7CF867-3D12-89D8-89E5-7449C4AA3F60}"/>
          </ac:inkMkLst>
        </pc:inkChg>
        <pc:inkChg chg="add mod">
          <ac:chgData name="Bowen Cheek" userId="8fca192e-0677-4b46-9386-7af871cc0c0f" providerId="ADAL" clId="{A7C2DF13-9E9B-41A5-8CD9-30DC2F6668C6}" dt="2026-04-27T16:33:17.469" v="3673"/>
          <ac:inkMkLst>
            <pc:docMk/>
            <pc:sldMk cId="3753382229" sldId="294"/>
            <ac:inkMk id="13" creationId="{FD0A35D5-BFC1-C8D6-E846-DF8DA0415225}"/>
          </ac:inkMkLst>
        </pc:inkChg>
        <pc:inkChg chg="add mod">
          <ac:chgData name="Bowen Cheek" userId="8fca192e-0677-4b46-9386-7af871cc0c0f" providerId="ADAL" clId="{A7C2DF13-9E9B-41A5-8CD9-30DC2F6668C6}" dt="2026-04-27T13:23:33.196" v="3148"/>
          <ac:inkMkLst>
            <pc:docMk/>
            <pc:sldMk cId="3753382229" sldId="294"/>
            <ac:inkMk id="14" creationId="{12C3E952-2149-7D1B-7B53-BE64D133F10E}"/>
          </ac:inkMkLst>
        </pc:inkChg>
        <pc:inkChg chg="add mod">
          <ac:chgData name="Bowen Cheek" userId="8fca192e-0677-4b46-9386-7af871cc0c0f" providerId="ADAL" clId="{A7C2DF13-9E9B-41A5-8CD9-30DC2F6668C6}" dt="2026-04-27T16:33:17.469" v="3673"/>
          <ac:inkMkLst>
            <pc:docMk/>
            <pc:sldMk cId="3753382229" sldId="294"/>
            <ac:inkMk id="14" creationId="{52E9FD63-0138-53A2-E31C-936BA46D2465}"/>
          </ac:inkMkLst>
        </pc:inkChg>
        <pc:inkChg chg="add mod">
          <ac:chgData name="Bowen Cheek" userId="8fca192e-0677-4b46-9386-7af871cc0c0f" providerId="ADAL" clId="{A7C2DF13-9E9B-41A5-8CD9-30DC2F6668C6}" dt="2026-04-27T16:33:17.469" v="3673"/>
          <ac:inkMkLst>
            <pc:docMk/>
            <pc:sldMk cId="3753382229" sldId="294"/>
            <ac:inkMk id="15" creationId="{CAEAC141-E9FF-0390-DDBA-E1952857DEE9}"/>
          </ac:inkMkLst>
        </pc:inkChg>
        <pc:inkChg chg="add">
          <ac:chgData name="Bowen Cheek" userId="8fca192e-0677-4b46-9386-7af871cc0c0f" providerId="ADAL" clId="{A7C2DF13-9E9B-41A5-8CD9-30DC2F6668C6}" dt="2026-04-27T13:23:56.725" v="3149" actId="9405"/>
          <ac:inkMkLst>
            <pc:docMk/>
            <pc:sldMk cId="3753382229" sldId="294"/>
            <ac:inkMk id="16" creationId="{81C9F2C1-4DB3-DEEC-045A-E77ACE22AF9C}"/>
          </ac:inkMkLst>
        </pc:inkChg>
        <pc:inkChg chg="add mod">
          <ac:chgData name="Bowen Cheek" userId="8fca192e-0677-4b46-9386-7af871cc0c0f" providerId="ADAL" clId="{A7C2DF13-9E9B-41A5-8CD9-30DC2F6668C6}" dt="2026-04-27T16:33:17.469" v="3673"/>
          <ac:inkMkLst>
            <pc:docMk/>
            <pc:sldMk cId="3753382229" sldId="294"/>
            <ac:inkMk id="16" creationId="{B89F44EE-B36A-ACC9-2EF7-7ADFA7D97701}"/>
          </ac:inkMkLst>
        </pc:inkChg>
        <pc:inkChg chg="add mod">
          <ac:chgData name="Bowen Cheek" userId="8fca192e-0677-4b46-9386-7af871cc0c0f" providerId="ADAL" clId="{A7C2DF13-9E9B-41A5-8CD9-30DC2F6668C6}" dt="2026-04-27T13:24:01.180" v="3162"/>
          <ac:inkMkLst>
            <pc:docMk/>
            <pc:sldMk cId="3753382229" sldId="294"/>
            <ac:inkMk id="17" creationId="{76138921-DB4A-41B2-F521-43F9677E6DB3}"/>
          </ac:inkMkLst>
        </pc:inkChg>
        <pc:inkChg chg="add mod">
          <ac:chgData name="Bowen Cheek" userId="8fca192e-0677-4b46-9386-7af871cc0c0f" providerId="ADAL" clId="{A7C2DF13-9E9B-41A5-8CD9-30DC2F6668C6}" dt="2026-04-27T16:33:17.469" v="3673"/>
          <ac:inkMkLst>
            <pc:docMk/>
            <pc:sldMk cId="3753382229" sldId="294"/>
            <ac:inkMk id="17" creationId="{CD5FEB00-0B95-5BFA-2B45-E0F7219EAA18}"/>
          </ac:inkMkLst>
        </pc:inkChg>
        <pc:inkChg chg="add mod">
          <ac:chgData name="Bowen Cheek" userId="8fca192e-0677-4b46-9386-7af871cc0c0f" providerId="ADAL" clId="{A7C2DF13-9E9B-41A5-8CD9-30DC2F6668C6}" dt="2026-04-27T13:24:01.180" v="3162"/>
          <ac:inkMkLst>
            <pc:docMk/>
            <pc:sldMk cId="3753382229" sldId="294"/>
            <ac:inkMk id="18" creationId="{E00BBC89-A780-0218-15D8-B45D13AB296C}"/>
          </ac:inkMkLst>
        </pc:inkChg>
        <pc:inkChg chg="add mod">
          <ac:chgData name="Bowen Cheek" userId="8fca192e-0677-4b46-9386-7af871cc0c0f" providerId="ADAL" clId="{A7C2DF13-9E9B-41A5-8CD9-30DC2F6668C6}" dt="2026-04-27T16:33:33.074" v="3681"/>
          <ac:inkMkLst>
            <pc:docMk/>
            <pc:sldMk cId="3753382229" sldId="294"/>
            <ac:inkMk id="19" creationId="{0464595C-FDF2-8109-73A1-02A780770DE8}"/>
          </ac:inkMkLst>
        </pc:inkChg>
        <pc:inkChg chg="add mod">
          <ac:chgData name="Bowen Cheek" userId="8fca192e-0677-4b46-9386-7af871cc0c0f" providerId="ADAL" clId="{A7C2DF13-9E9B-41A5-8CD9-30DC2F6668C6}" dt="2026-04-27T13:24:01.180" v="3162"/>
          <ac:inkMkLst>
            <pc:docMk/>
            <pc:sldMk cId="3753382229" sldId="294"/>
            <ac:inkMk id="19" creationId="{342BC85E-CFF9-C9EB-91C9-6134514317CB}"/>
          </ac:inkMkLst>
        </pc:inkChg>
        <pc:inkChg chg="add mod">
          <ac:chgData name="Bowen Cheek" userId="8fca192e-0677-4b46-9386-7af871cc0c0f" providerId="ADAL" clId="{A7C2DF13-9E9B-41A5-8CD9-30DC2F6668C6}" dt="2026-04-27T13:24:01.180" v="3162"/>
          <ac:inkMkLst>
            <pc:docMk/>
            <pc:sldMk cId="3753382229" sldId="294"/>
            <ac:inkMk id="20" creationId="{41ADA150-C367-5340-29EF-5785ACD72E58}"/>
          </ac:inkMkLst>
        </pc:inkChg>
        <pc:inkChg chg="add mod">
          <ac:chgData name="Bowen Cheek" userId="8fca192e-0677-4b46-9386-7af871cc0c0f" providerId="ADAL" clId="{A7C2DF13-9E9B-41A5-8CD9-30DC2F6668C6}" dt="2026-04-27T16:33:33.074" v="3681"/>
          <ac:inkMkLst>
            <pc:docMk/>
            <pc:sldMk cId="3753382229" sldId="294"/>
            <ac:inkMk id="20" creationId="{8E382149-C771-82D6-CC0F-BE6D92106C85}"/>
          </ac:inkMkLst>
        </pc:inkChg>
        <pc:inkChg chg="add mod">
          <ac:chgData name="Bowen Cheek" userId="8fca192e-0677-4b46-9386-7af871cc0c0f" providerId="ADAL" clId="{A7C2DF13-9E9B-41A5-8CD9-30DC2F6668C6}" dt="2026-04-27T16:36:06.361" v="3761"/>
          <ac:inkMkLst>
            <pc:docMk/>
            <pc:sldMk cId="3753382229" sldId="294"/>
            <ac:inkMk id="21" creationId="{09674D78-4F48-06DE-DAE1-D1EE2076F8FA}"/>
          </ac:inkMkLst>
        </pc:inkChg>
        <pc:inkChg chg="add mod">
          <ac:chgData name="Bowen Cheek" userId="8fca192e-0677-4b46-9386-7af871cc0c0f" providerId="ADAL" clId="{A7C2DF13-9E9B-41A5-8CD9-30DC2F6668C6}" dt="2026-04-27T13:24:01.180" v="3162"/>
          <ac:inkMkLst>
            <pc:docMk/>
            <pc:sldMk cId="3753382229" sldId="294"/>
            <ac:inkMk id="21" creationId="{E453BE1A-76E0-0209-137D-A133718585BA}"/>
          </ac:inkMkLst>
        </pc:inkChg>
        <pc:inkChg chg="add mod">
          <ac:chgData name="Bowen Cheek" userId="8fca192e-0677-4b46-9386-7af871cc0c0f" providerId="ADAL" clId="{A7C2DF13-9E9B-41A5-8CD9-30DC2F6668C6}" dt="2026-04-27T16:33:33.074" v="3681"/>
          <ac:inkMkLst>
            <pc:docMk/>
            <pc:sldMk cId="3753382229" sldId="294"/>
            <ac:inkMk id="22" creationId="{7DD176B6-D174-CC43-420C-DA73208288D6}"/>
          </ac:inkMkLst>
        </pc:inkChg>
        <pc:inkChg chg="add">
          <ac:chgData name="Bowen Cheek" userId="8fca192e-0677-4b46-9386-7af871cc0c0f" providerId="ADAL" clId="{A7C2DF13-9E9B-41A5-8CD9-30DC2F6668C6}" dt="2026-04-27T13:23:58.931" v="3155" actId="9405"/>
          <ac:inkMkLst>
            <pc:docMk/>
            <pc:sldMk cId="3753382229" sldId="294"/>
            <ac:inkMk id="22" creationId="{E9049C4B-B0C7-AA3D-6A2E-9E251759FC53}"/>
          </ac:inkMkLst>
        </pc:inkChg>
        <pc:inkChg chg="add">
          <ac:chgData name="Bowen Cheek" userId="8fca192e-0677-4b46-9386-7af871cc0c0f" providerId="ADAL" clId="{A7C2DF13-9E9B-41A5-8CD9-30DC2F6668C6}" dt="2026-04-27T13:23:59.233" v="3156" actId="9405"/>
          <ac:inkMkLst>
            <pc:docMk/>
            <pc:sldMk cId="3753382229" sldId="294"/>
            <ac:inkMk id="23" creationId="{A1B4F494-E461-BA2C-7968-E03B9734A394}"/>
          </ac:inkMkLst>
        </pc:inkChg>
        <pc:inkChg chg="add mod">
          <ac:chgData name="Bowen Cheek" userId="8fca192e-0677-4b46-9386-7af871cc0c0f" providerId="ADAL" clId="{A7C2DF13-9E9B-41A5-8CD9-30DC2F6668C6}" dt="2026-04-27T16:33:33.074" v="3681"/>
          <ac:inkMkLst>
            <pc:docMk/>
            <pc:sldMk cId="3753382229" sldId="294"/>
            <ac:inkMk id="23" creationId="{D789FE3F-22EE-1FCA-CD88-73F85702E107}"/>
          </ac:inkMkLst>
        </pc:inkChg>
        <pc:inkChg chg="add mod">
          <ac:chgData name="Bowen Cheek" userId="8fca192e-0677-4b46-9386-7af871cc0c0f" providerId="ADAL" clId="{A7C2DF13-9E9B-41A5-8CD9-30DC2F6668C6}" dt="2026-04-27T13:24:01.180" v="3162"/>
          <ac:inkMkLst>
            <pc:docMk/>
            <pc:sldMk cId="3753382229" sldId="294"/>
            <ac:inkMk id="24" creationId="{5A777750-B5B8-4983-4D46-9DF094A01149}"/>
          </ac:inkMkLst>
        </pc:inkChg>
        <pc:inkChg chg="add mod">
          <ac:chgData name="Bowen Cheek" userId="8fca192e-0677-4b46-9386-7af871cc0c0f" providerId="ADAL" clId="{A7C2DF13-9E9B-41A5-8CD9-30DC2F6668C6}" dt="2026-04-27T16:33:33.074" v="3681"/>
          <ac:inkMkLst>
            <pc:docMk/>
            <pc:sldMk cId="3753382229" sldId="294"/>
            <ac:inkMk id="24" creationId="{D5856288-7EDC-06B4-17F3-21893086B909}"/>
          </ac:inkMkLst>
        </pc:inkChg>
        <pc:inkChg chg="add mod">
          <ac:chgData name="Bowen Cheek" userId="8fca192e-0677-4b46-9386-7af871cc0c0f" providerId="ADAL" clId="{A7C2DF13-9E9B-41A5-8CD9-30DC2F6668C6}" dt="2026-04-27T13:24:01.180" v="3162"/>
          <ac:inkMkLst>
            <pc:docMk/>
            <pc:sldMk cId="3753382229" sldId="294"/>
            <ac:inkMk id="25" creationId="{4E20609C-4782-9E8C-6160-8E40EB2009C8}"/>
          </ac:inkMkLst>
        </pc:inkChg>
        <pc:inkChg chg="add mod">
          <ac:chgData name="Bowen Cheek" userId="8fca192e-0677-4b46-9386-7af871cc0c0f" providerId="ADAL" clId="{A7C2DF13-9E9B-41A5-8CD9-30DC2F6668C6}" dt="2026-04-27T16:33:33.074" v="3681"/>
          <ac:inkMkLst>
            <pc:docMk/>
            <pc:sldMk cId="3753382229" sldId="294"/>
            <ac:inkMk id="25" creationId="{F688904A-A046-2AD5-96A7-E51C11F7616E}"/>
          </ac:inkMkLst>
        </pc:inkChg>
        <pc:inkChg chg="add">
          <ac:chgData name="Bowen Cheek" userId="8fca192e-0677-4b46-9386-7af871cc0c0f" providerId="ADAL" clId="{A7C2DF13-9E9B-41A5-8CD9-30DC2F6668C6}" dt="2026-04-27T13:24:00.091" v="3159" actId="9405"/>
          <ac:inkMkLst>
            <pc:docMk/>
            <pc:sldMk cId="3753382229" sldId="294"/>
            <ac:inkMk id="26" creationId="{5A628C6C-DF11-5237-68C6-39EA43C88A2F}"/>
          </ac:inkMkLst>
        </pc:inkChg>
        <pc:inkChg chg="add mod">
          <ac:chgData name="Bowen Cheek" userId="8fca192e-0677-4b46-9386-7af871cc0c0f" providerId="ADAL" clId="{A7C2DF13-9E9B-41A5-8CD9-30DC2F6668C6}" dt="2026-04-27T13:24:01.180" v="3162"/>
          <ac:inkMkLst>
            <pc:docMk/>
            <pc:sldMk cId="3753382229" sldId="294"/>
            <ac:inkMk id="27" creationId="{954E1A15-68A0-E69F-D231-CCA7DA71677C}"/>
          </ac:inkMkLst>
        </pc:inkChg>
        <pc:inkChg chg="add">
          <ac:chgData name="Bowen Cheek" userId="8fca192e-0677-4b46-9386-7af871cc0c0f" providerId="ADAL" clId="{A7C2DF13-9E9B-41A5-8CD9-30DC2F6668C6}" dt="2026-04-27T16:33:34.459" v="3682" actId="9405"/>
          <ac:inkMkLst>
            <pc:docMk/>
            <pc:sldMk cId="3753382229" sldId="294"/>
            <ac:inkMk id="27" creationId="{D5D0C687-A4A2-8064-1F38-50D540211171}"/>
          </ac:inkMkLst>
        </pc:inkChg>
        <pc:inkChg chg="add">
          <ac:chgData name="Bowen Cheek" userId="8fca192e-0677-4b46-9386-7af871cc0c0f" providerId="ADAL" clId="{A7C2DF13-9E9B-41A5-8CD9-30DC2F6668C6}" dt="2026-04-27T13:24:00.569" v="3161" actId="9405"/>
          <ac:inkMkLst>
            <pc:docMk/>
            <pc:sldMk cId="3753382229" sldId="294"/>
            <ac:inkMk id="28" creationId="{5252901D-266C-806D-494B-3E2D0AFA189B}"/>
          </ac:inkMkLst>
        </pc:inkChg>
        <pc:inkChg chg="add mod">
          <ac:chgData name="Bowen Cheek" userId="8fca192e-0677-4b46-9386-7af871cc0c0f" providerId="ADAL" clId="{A7C2DF13-9E9B-41A5-8CD9-30DC2F6668C6}" dt="2026-04-27T16:36:06.361" v="3761"/>
          <ac:inkMkLst>
            <pc:docMk/>
            <pc:sldMk cId="3753382229" sldId="294"/>
            <ac:inkMk id="28" creationId="{E8A5E6FD-9DE0-D969-E0DA-32D8DED1123D}"/>
          </ac:inkMkLst>
        </pc:inkChg>
        <pc:inkChg chg="add mod">
          <ac:chgData name="Bowen Cheek" userId="8fca192e-0677-4b46-9386-7af871cc0c0f" providerId="ADAL" clId="{A7C2DF13-9E9B-41A5-8CD9-30DC2F6668C6}" dt="2026-04-27T16:33:41.548" v="3699"/>
          <ac:inkMkLst>
            <pc:docMk/>
            <pc:sldMk cId="3753382229" sldId="294"/>
            <ac:inkMk id="29" creationId="{1477BC1A-59B3-644E-2230-19A1558368C0}"/>
          </ac:inkMkLst>
        </pc:inkChg>
        <pc:inkChg chg="add">
          <ac:chgData name="Bowen Cheek" userId="8fca192e-0677-4b46-9386-7af871cc0c0f" providerId="ADAL" clId="{A7C2DF13-9E9B-41A5-8CD9-30DC2F6668C6}" dt="2026-04-27T16:33:35.739" v="3685" actId="9405"/>
          <ac:inkMkLst>
            <pc:docMk/>
            <pc:sldMk cId="3753382229" sldId="294"/>
            <ac:inkMk id="30" creationId="{855D18E0-78F6-09CC-1D56-735541D771E7}"/>
          </ac:inkMkLst>
        </pc:inkChg>
        <pc:inkChg chg="add">
          <ac:chgData name="Bowen Cheek" userId="8fca192e-0677-4b46-9386-7af871cc0c0f" providerId="ADAL" clId="{A7C2DF13-9E9B-41A5-8CD9-30DC2F6668C6}" dt="2026-04-27T13:24:02.718" v="3163" actId="9405"/>
          <ac:inkMkLst>
            <pc:docMk/>
            <pc:sldMk cId="3753382229" sldId="294"/>
            <ac:inkMk id="31" creationId="{2E0C5143-8194-1392-F2D6-477C7436FE49}"/>
          </ac:inkMkLst>
        </pc:inkChg>
        <pc:inkChg chg="add mod">
          <ac:chgData name="Bowen Cheek" userId="8fca192e-0677-4b46-9386-7af871cc0c0f" providerId="ADAL" clId="{A7C2DF13-9E9B-41A5-8CD9-30DC2F6668C6}" dt="2026-04-27T16:33:41.548" v="3699"/>
          <ac:inkMkLst>
            <pc:docMk/>
            <pc:sldMk cId="3753382229" sldId="294"/>
            <ac:inkMk id="31" creationId="{D7EB85A6-2E12-C761-9D93-135C60DE401D}"/>
          </ac:inkMkLst>
        </pc:inkChg>
        <pc:inkChg chg="add">
          <ac:chgData name="Bowen Cheek" userId="8fca192e-0677-4b46-9386-7af871cc0c0f" providerId="ADAL" clId="{A7C2DF13-9E9B-41A5-8CD9-30DC2F6668C6}" dt="2026-04-27T13:24:03.114" v="3164" actId="9405"/>
          <ac:inkMkLst>
            <pc:docMk/>
            <pc:sldMk cId="3753382229" sldId="294"/>
            <ac:inkMk id="32" creationId="{664DEDA1-C5EA-600D-70E2-CDC76B13A5A4}"/>
          </ac:inkMkLst>
        </pc:inkChg>
        <pc:inkChg chg="add">
          <ac:chgData name="Bowen Cheek" userId="8fca192e-0677-4b46-9386-7af871cc0c0f" providerId="ADAL" clId="{A7C2DF13-9E9B-41A5-8CD9-30DC2F6668C6}" dt="2026-04-27T16:33:36.295" v="3687" actId="9405"/>
          <ac:inkMkLst>
            <pc:docMk/>
            <pc:sldMk cId="3753382229" sldId="294"/>
            <ac:inkMk id="32" creationId="{C37952E1-5445-ED15-50B6-9F9C4F9C51FB}"/>
          </ac:inkMkLst>
        </pc:inkChg>
        <pc:inkChg chg="add">
          <ac:chgData name="Bowen Cheek" userId="8fca192e-0677-4b46-9386-7af871cc0c0f" providerId="ADAL" clId="{A7C2DF13-9E9B-41A5-8CD9-30DC2F6668C6}" dt="2026-04-27T16:33:36.533" v="3688" actId="9405"/>
          <ac:inkMkLst>
            <pc:docMk/>
            <pc:sldMk cId="3753382229" sldId="294"/>
            <ac:inkMk id="33" creationId="{120A8D1E-AB0E-206A-E09C-DB44BBAF6FE6}"/>
          </ac:inkMkLst>
        </pc:inkChg>
        <pc:inkChg chg="add">
          <ac:chgData name="Bowen Cheek" userId="8fca192e-0677-4b46-9386-7af871cc0c0f" providerId="ADAL" clId="{A7C2DF13-9E9B-41A5-8CD9-30DC2F6668C6}" dt="2026-04-27T13:24:03.336" v="3165" actId="9405"/>
          <ac:inkMkLst>
            <pc:docMk/>
            <pc:sldMk cId="3753382229" sldId="294"/>
            <ac:inkMk id="33" creationId="{32926C7B-1460-CC29-E8CC-A5B4479120A3}"/>
          </ac:inkMkLst>
        </pc:inkChg>
        <pc:inkChg chg="add mod">
          <ac:chgData name="Bowen Cheek" userId="8fca192e-0677-4b46-9386-7af871cc0c0f" providerId="ADAL" clId="{A7C2DF13-9E9B-41A5-8CD9-30DC2F6668C6}" dt="2026-04-27T16:33:41.548" v="3699"/>
          <ac:inkMkLst>
            <pc:docMk/>
            <pc:sldMk cId="3753382229" sldId="294"/>
            <ac:inkMk id="34" creationId="{6FCF75C9-5390-E753-F06A-0E12DC8A7320}"/>
          </ac:inkMkLst>
        </pc:inkChg>
        <pc:inkChg chg="add">
          <ac:chgData name="Bowen Cheek" userId="8fca192e-0677-4b46-9386-7af871cc0c0f" providerId="ADAL" clId="{A7C2DF13-9E9B-41A5-8CD9-30DC2F6668C6}" dt="2026-04-27T13:24:04.433" v="3166" actId="9405"/>
          <ac:inkMkLst>
            <pc:docMk/>
            <pc:sldMk cId="3753382229" sldId="294"/>
            <ac:inkMk id="34" creationId="{FAF718D2-4584-2DC7-5950-93EEEC19DFDF}"/>
          </ac:inkMkLst>
        </pc:inkChg>
        <pc:inkChg chg="add mod">
          <ac:chgData name="Bowen Cheek" userId="8fca192e-0677-4b46-9386-7af871cc0c0f" providerId="ADAL" clId="{A7C2DF13-9E9B-41A5-8CD9-30DC2F6668C6}" dt="2026-04-27T13:24:12.245" v="3180"/>
          <ac:inkMkLst>
            <pc:docMk/>
            <pc:sldMk cId="3753382229" sldId="294"/>
            <ac:inkMk id="35" creationId="{008D5D42-F948-050D-098F-B3CB724AB9C2}"/>
          </ac:inkMkLst>
        </pc:inkChg>
        <pc:inkChg chg="add mod">
          <ac:chgData name="Bowen Cheek" userId="8fca192e-0677-4b46-9386-7af871cc0c0f" providerId="ADAL" clId="{A7C2DF13-9E9B-41A5-8CD9-30DC2F6668C6}" dt="2026-04-27T16:33:41.548" v="3699"/>
          <ac:inkMkLst>
            <pc:docMk/>
            <pc:sldMk cId="3753382229" sldId="294"/>
            <ac:inkMk id="35" creationId="{5A7B6420-0AF6-555A-3F17-B0400279B30D}"/>
          </ac:inkMkLst>
        </pc:inkChg>
        <pc:inkChg chg="add">
          <ac:chgData name="Bowen Cheek" userId="8fca192e-0677-4b46-9386-7af871cc0c0f" providerId="ADAL" clId="{A7C2DF13-9E9B-41A5-8CD9-30DC2F6668C6}" dt="2026-04-27T16:33:37.356" v="3691" actId="9405"/>
          <ac:inkMkLst>
            <pc:docMk/>
            <pc:sldMk cId="3753382229" sldId="294"/>
            <ac:inkMk id="36" creationId="{2E3DCEA2-255D-87AF-F961-28D3E67441E1}"/>
          </ac:inkMkLst>
        </pc:inkChg>
        <pc:inkChg chg="add">
          <ac:chgData name="Bowen Cheek" userId="8fca192e-0677-4b46-9386-7af871cc0c0f" providerId="ADAL" clId="{A7C2DF13-9E9B-41A5-8CD9-30DC2F6668C6}" dt="2026-04-27T13:24:05.271" v="3168" actId="9405"/>
          <ac:inkMkLst>
            <pc:docMk/>
            <pc:sldMk cId="3753382229" sldId="294"/>
            <ac:inkMk id="36" creationId="{F2E4AC2E-B8B9-1320-71F4-ECE08F378B2C}"/>
          </ac:inkMkLst>
        </pc:inkChg>
        <pc:inkChg chg="add">
          <ac:chgData name="Bowen Cheek" userId="8fca192e-0677-4b46-9386-7af871cc0c0f" providerId="ADAL" clId="{A7C2DF13-9E9B-41A5-8CD9-30DC2F6668C6}" dt="2026-04-27T16:33:37.991" v="3692" actId="9405"/>
          <ac:inkMkLst>
            <pc:docMk/>
            <pc:sldMk cId="3753382229" sldId="294"/>
            <ac:inkMk id="37" creationId="{9BF3D230-5BC7-E9FD-3562-AAA4EE5EE390}"/>
          </ac:inkMkLst>
        </pc:inkChg>
        <pc:inkChg chg="add mod">
          <ac:chgData name="Bowen Cheek" userId="8fca192e-0677-4b46-9386-7af871cc0c0f" providerId="ADAL" clId="{A7C2DF13-9E9B-41A5-8CD9-30DC2F6668C6}" dt="2026-04-27T13:24:12.245" v="3180"/>
          <ac:inkMkLst>
            <pc:docMk/>
            <pc:sldMk cId="3753382229" sldId="294"/>
            <ac:inkMk id="37" creationId="{E463CA47-C05B-1CB5-93C7-32DEC2881F9B}"/>
          </ac:inkMkLst>
        </pc:inkChg>
        <pc:inkChg chg="add">
          <ac:chgData name="Bowen Cheek" userId="8fca192e-0677-4b46-9386-7af871cc0c0f" providerId="ADAL" clId="{A7C2DF13-9E9B-41A5-8CD9-30DC2F6668C6}" dt="2026-04-27T13:24:05.908" v="3170" actId="9405"/>
          <ac:inkMkLst>
            <pc:docMk/>
            <pc:sldMk cId="3753382229" sldId="294"/>
            <ac:inkMk id="38" creationId="{06E1DE18-9A43-A54B-1421-30791284C139}"/>
          </ac:inkMkLst>
        </pc:inkChg>
        <pc:inkChg chg="add mod">
          <ac:chgData name="Bowen Cheek" userId="8fca192e-0677-4b46-9386-7af871cc0c0f" providerId="ADAL" clId="{A7C2DF13-9E9B-41A5-8CD9-30DC2F6668C6}" dt="2026-04-27T16:36:06.361" v="3761"/>
          <ac:inkMkLst>
            <pc:docMk/>
            <pc:sldMk cId="3753382229" sldId="294"/>
            <ac:inkMk id="38" creationId="{7A2C1393-CD4A-87DF-A10F-0B5B4AFAE5E1}"/>
          </ac:inkMkLst>
        </pc:inkChg>
        <pc:inkChg chg="add mod">
          <ac:chgData name="Bowen Cheek" userId="8fca192e-0677-4b46-9386-7af871cc0c0f" providerId="ADAL" clId="{A7C2DF13-9E9B-41A5-8CD9-30DC2F6668C6}" dt="2026-04-27T16:33:41.548" v="3699"/>
          <ac:inkMkLst>
            <pc:docMk/>
            <pc:sldMk cId="3753382229" sldId="294"/>
            <ac:inkMk id="39" creationId="{B1B07ECC-F1F6-B9F8-1A4A-E45B7F0450D5}"/>
          </ac:inkMkLst>
        </pc:inkChg>
        <pc:inkChg chg="add">
          <ac:chgData name="Bowen Cheek" userId="8fca192e-0677-4b46-9386-7af871cc0c0f" providerId="ADAL" clId="{A7C2DF13-9E9B-41A5-8CD9-30DC2F6668C6}" dt="2026-04-27T13:24:06.817" v="3171" actId="9405"/>
          <ac:inkMkLst>
            <pc:docMk/>
            <pc:sldMk cId="3753382229" sldId="294"/>
            <ac:inkMk id="39" creationId="{B5412BB6-733E-0321-5401-6B5D45426BF7}"/>
          </ac:inkMkLst>
        </pc:inkChg>
        <pc:inkChg chg="add mod">
          <ac:chgData name="Bowen Cheek" userId="8fca192e-0677-4b46-9386-7af871cc0c0f" providerId="ADAL" clId="{A7C2DF13-9E9B-41A5-8CD9-30DC2F6668C6}" dt="2026-04-27T13:24:12.245" v="3180"/>
          <ac:inkMkLst>
            <pc:docMk/>
            <pc:sldMk cId="3753382229" sldId="294"/>
            <ac:inkMk id="40" creationId="{77E54469-93F8-B702-7573-FBE52D4CECDE}"/>
          </ac:inkMkLst>
        </pc:inkChg>
        <pc:inkChg chg="add mod">
          <ac:chgData name="Bowen Cheek" userId="8fca192e-0677-4b46-9386-7af871cc0c0f" providerId="ADAL" clId="{A7C2DF13-9E9B-41A5-8CD9-30DC2F6668C6}" dt="2026-04-27T16:33:41.548" v="3699"/>
          <ac:inkMkLst>
            <pc:docMk/>
            <pc:sldMk cId="3753382229" sldId="294"/>
            <ac:inkMk id="40" creationId="{F3792B88-D604-4EAD-977B-7AF5C1777927}"/>
          </ac:inkMkLst>
        </pc:inkChg>
        <pc:inkChg chg="add mod">
          <ac:chgData name="Bowen Cheek" userId="8fca192e-0677-4b46-9386-7af871cc0c0f" providerId="ADAL" clId="{A7C2DF13-9E9B-41A5-8CD9-30DC2F6668C6}" dt="2026-04-27T13:24:12.245" v="3180"/>
          <ac:inkMkLst>
            <pc:docMk/>
            <pc:sldMk cId="3753382229" sldId="294"/>
            <ac:inkMk id="41" creationId="{C8DD6D3A-8D22-023F-C9F9-BAD7FB0A37DA}"/>
          </ac:inkMkLst>
        </pc:inkChg>
        <pc:inkChg chg="add">
          <ac:chgData name="Bowen Cheek" userId="8fca192e-0677-4b46-9386-7af871cc0c0f" providerId="ADAL" clId="{A7C2DF13-9E9B-41A5-8CD9-30DC2F6668C6}" dt="2026-04-27T16:33:39.847" v="3696" actId="9405"/>
          <ac:inkMkLst>
            <pc:docMk/>
            <pc:sldMk cId="3753382229" sldId="294"/>
            <ac:inkMk id="41" creationId="{EA355B9F-8C81-1708-E82A-D8C110DF12E3}"/>
          </ac:inkMkLst>
        </pc:inkChg>
        <pc:inkChg chg="add">
          <ac:chgData name="Bowen Cheek" userId="8fca192e-0677-4b46-9386-7af871cc0c0f" providerId="ADAL" clId="{A7C2DF13-9E9B-41A5-8CD9-30DC2F6668C6}" dt="2026-04-27T16:33:40.228" v="3697" actId="9405"/>
          <ac:inkMkLst>
            <pc:docMk/>
            <pc:sldMk cId="3753382229" sldId="294"/>
            <ac:inkMk id="42" creationId="{32C9C687-1460-91E5-3594-A4F1C78510E0}"/>
          </ac:inkMkLst>
        </pc:inkChg>
        <pc:inkChg chg="add">
          <ac:chgData name="Bowen Cheek" userId="8fca192e-0677-4b46-9386-7af871cc0c0f" providerId="ADAL" clId="{A7C2DF13-9E9B-41A5-8CD9-30DC2F6668C6}" dt="2026-04-27T13:24:09.390" v="3174" actId="9405"/>
          <ac:inkMkLst>
            <pc:docMk/>
            <pc:sldMk cId="3753382229" sldId="294"/>
            <ac:inkMk id="42" creationId="{4F0CEBD6-397C-61C1-DF25-DE597BF36E70}"/>
          </ac:inkMkLst>
        </pc:inkChg>
        <pc:inkChg chg="add mod">
          <ac:chgData name="Bowen Cheek" userId="8fca192e-0677-4b46-9386-7af871cc0c0f" providerId="ADAL" clId="{A7C2DF13-9E9B-41A5-8CD9-30DC2F6668C6}" dt="2026-04-27T16:33:41.548" v="3699"/>
          <ac:inkMkLst>
            <pc:docMk/>
            <pc:sldMk cId="3753382229" sldId="294"/>
            <ac:inkMk id="43" creationId="{5A581DFC-98B2-989A-C94A-9D843487EC96}"/>
          </ac:inkMkLst>
        </pc:inkChg>
        <pc:inkChg chg="add mod">
          <ac:chgData name="Bowen Cheek" userId="8fca192e-0677-4b46-9386-7af871cc0c0f" providerId="ADAL" clId="{A7C2DF13-9E9B-41A5-8CD9-30DC2F6668C6}" dt="2026-04-27T13:24:12.245" v="3180"/>
          <ac:inkMkLst>
            <pc:docMk/>
            <pc:sldMk cId="3753382229" sldId="294"/>
            <ac:inkMk id="43" creationId="{C863CE43-D623-0416-96DB-B5BA4FC9AB77}"/>
          </ac:inkMkLst>
        </pc:inkChg>
        <pc:inkChg chg="add mod">
          <ac:chgData name="Bowen Cheek" userId="8fca192e-0677-4b46-9386-7af871cc0c0f" providerId="ADAL" clId="{A7C2DF13-9E9B-41A5-8CD9-30DC2F6668C6}" dt="2026-04-27T13:24:12.245" v="3180"/>
          <ac:inkMkLst>
            <pc:docMk/>
            <pc:sldMk cId="3753382229" sldId="294"/>
            <ac:inkMk id="44" creationId="{1A3B1BCA-B54D-083B-63CC-B2DE81CF3F99}"/>
          </ac:inkMkLst>
        </pc:inkChg>
        <pc:inkChg chg="add mod">
          <ac:chgData name="Bowen Cheek" userId="8fca192e-0677-4b46-9386-7af871cc0c0f" providerId="ADAL" clId="{A7C2DF13-9E9B-41A5-8CD9-30DC2F6668C6}" dt="2026-04-27T16:36:06.361" v="3761"/>
          <ac:inkMkLst>
            <pc:docMk/>
            <pc:sldMk cId="3753382229" sldId="294"/>
            <ac:inkMk id="45" creationId="{125C50BD-2726-AA7D-2338-4ADD7313C990}"/>
          </ac:inkMkLst>
        </pc:inkChg>
        <pc:inkChg chg="add mod">
          <ac:chgData name="Bowen Cheek" userId="8fca192e-0677-4b46-9386-7af871cc0c0f" providerId="ADAL" clId="{A7C2DF13-9E9B-41A5-8CD9-30DC2F6668C6}" dt="2026-04-27T13:24:12.245" v="3180"/>
          <ac:inkMkLst>
            <pc:docMk/>
            <pc:sldMk cId="3753382229" sldId="294"/>
            <ac:inkMk id="45" creationId="{F36BF443-710D-7AD6-381A-50FC6E93735C}"/>
          </ac:inkMkLst>
        </pc:inkChg>
        <pc:inkChg chg="add">
          <ac:chgData name="Bowen Cheek" userId="8fca192e-0677-4b46-9386-7af871cc0c0f" providerId="ADAL" clId="{A7C2DF13-9E9B-41A5-8CD9-30DC2F6668C6}" dt="2026-04-27T13:24:10.581" v="3178" actId="9405"/>
          <ac:inkMkLst>
            <pc:docMk/>
            <pc:sldMk cId="3753382229" sldId="294"/>
            <ac:inkMk id="46" creationId="{485609C9-4148-4158-C7F8-FB9E661016F4}"/>
          </ac:inkMkLst>
        </pc:inkChg>
        <pc:inkChg chg="add mod">
          <ac:chgData name="Bowen Cheek" userId="8fca192e-0677-4b46-9386-7af871cc0c0f" providerId="ADAL" clId="{A7C2DF13-9E9B-41A5-8CD9-30DC2F6668C6}" dt="2026-04-27T16:35:18.650" v="3734"/>
          <ac:inkMkLst>
            <pc:docMk/>
            <pc:sldMk cId="3753382229" sldId="294"/>
            <ac:inkMk id="46" creationId="{4CAC94A1-FF49-6834-F870-56992EF3D599}"/>
          </ac:inkMkLst>
        </pc:inkChg>
        <pc:inkChg chg="add">
          <ac:chgData name="Bowen Cheek" userId="8fca192e-0677-4b46-9386-7af871cc0c0f" providerId="ADAL" clId="{A7C2DF13-9E9B-41A5-8CD9-30DC2F6668C6}" dt="2026-04-27T13:24:11.327" v="3179" actId="9405"/>
          <ac:inkMkLst>
            <pc:docMk/>
            <pc:sldMk cId="3753382229" sldId="294"/>
            <ac:inkMk id="47" creationId="{1D89D7ED-148A-C638-D8CA-9E94053D8C33}"/>
          </ac:inkMkLst>
        </pc:inkChg>
        <pc:inkChg chg="add mod">
          <ac:chgData name="Bowen Cheek" userId="8fca192e-0677-4b46-9386-7af871cc0c0f" providerId="ADAL" clId="{A7C2DF13-9E9B-41A5-8CD9-30DC2F6668C6}" dt="2026-04-27T16:33:51.513" v="3713"/>
          <ac:inkMkLst>
            <pc:docMk/>
            <pc:sldMk cId="3753382229" sldId="294"/>
            <ac:inkMk id="47" creationId="{6375EDA3-9EBE-14AE-45A0-5FC53AF3D6AC}"/>
          </ac:inkMkLst>
        </pc:inkChg>
        <pc:inkChg chg="add">
          <ac:chgData name="Bowen Cheek" userId="8fca192e-0677-4b46-9386-7af871cc0c0f" providerId="ADAL" clId="{A7C2DF13-9E9B-41A5-8CD9-30DC2F6668C6}" dt="2026-04-27T16:33:48.060" v="3703" actId="9405"/>
          <ac:inkMkLst>
            <pc:docMk/>
            <pc:sldMk cId="3753382229" sldId="294"/>
            <ac:inkMk id="48" creationId="{294DBB50-4423-9FD4-1DB9-B84DA8C15269}"/>
          </ac:inkMkLst>
        </pc:inkChg>
        <pc:inkChg chg="add">
          <ac:chgData name="Bowen Cheek" userId="8fca192e-0677-4b46-9386-7af871cc0c0f" providerId="ADAL" clId="{A7C2DF13-9E9B-41A5-8CD9-30DC2F6668C6}" dt="2026-04-27T16:33:48.282" v="3704" actId="9405"/>
          <ac:inkMkLst>
            <pc:docMk/>
            <pc:sldMk cId="3753382229" sldId="294"/>
            <ac:inkMk id="49" creationId="{6235EE6D-4379-522B-B187-25E91748C882}"/>
          </ac:inkMkLst>
        </pc:inkChg>
        <pc:inkChg chg="add mod">
          <ac:chgData name="Bowen Cheek" userId="8fca192e-0677-4b46-9386-7af871cc0c0f" providerId="ADAL" clId="{A7C2DF13-9E9B-41A5-8CD9-30DC2F6668C6}" dt="2026-04-27T16:35:18.650" v="3734"/>
          <ac:inkMkLst>
            <pc:docMk/>
            <pc:sldMk cId="3753382229" sldId="294"/>
            <ac:inkMk id="50" creationId="{CA2B6750-0F14-F48D-4A2F-96AF880C1870}"/>
          </ac:inkMkLst>
        </pc:inkChg>
        <pc:inkChg chg="add mod">
          <ac:chgData name="Bowen Cheek" userId="8fca192e-0677-4b46-9386-7af871cc0c0f" providerId="ADAL" clId="{A7C2DF13-9E9B-41A5-8CD9-30DC2F6668C6}" dt="2026-04-27T16:35:18.650" v="3734"/>
          <ac:inkMkLst>
            <pc:docMk/>
            <pc:sldMk cId="3753382229" sldId="294"/>
            <ac:inkMk id="51" creationId="{0932FDB4-DE04-FE81-4D50-B6AE6F24120A}"/>
          </ac:inkMkLst>
        </pc:inkChg>
        <pc:inkChg chg="add">
          <ac:chgData name="Bowen Cheek" userId="8fca192e-0677-4b46-9386-7af871cc0c0f" providerId="ADAL" clId="{A7C2DF13-9E9B-41A5-8CD9-30DC2F6668C6}" dt="2026-04-27T13:24:51.946" v="3181" actId="9405"/>
          <ac:inkMkLst>
            <pc:docMk/>
            <pc:sldMk cId="3753382229" sldId="294"/>
            <ac:inkMk id="51" creationId="{45FF49F9-EC5A-BA5B-A95B-2C816DEE5551}"/>
          </ac:inkMkLst>
        </pc:inkChg>
        <pc:inkChg chg="add">
          <ac:chgData name="Bowen Cheek" userId="8fca192e-0677-4b46-9386-7af871cc0c0f" providerId="ADAL" clId="{A7C2DF13-9E9B-41A5-8CD9-30DC2F6668C6}" dt="2026-04-27T16:33:49.442" v="3707" actId="9405"/>
          <ac:inkMkLst>
            <pc:docMk/>
            <pc:sldMk cId="3753382229" sldId="294"/>
            <ac:inkMk id="52" creationId="{5A37C980-8392-EABA-2742-89B460566E44}"/>
          </ac:inkMkLst>
        </pc:inkChg>
        <pc:inkChg chg="add mod">
          <ac:chgData name="Bowen Cheek" userId="8fca192e-0677-4b46-9386-7af871cc0c0f" providerId="ADAL" clId="{A7C2DF13-9E9B-41A5-8CD9-30DC2F6668C6}" dt="2026-04-27T13:25:02.085" v="3199"/>
          <ac:inkMkLst>
            <pc:docMk/>
            <pc:sldMk cId="3753382229" sldId="294"/>
            <ac:inkMk id="52" creationId="{C1B51624-FD7C-0565-40BB-A96592FBE3C8}"/>
          </ac:inkMkLst>
        </pc:inkChg>
        <pc:inkChg chg="add mod">
          <ac:chgData name="Bowen Cheek" userId="8fca192e-0677-4b46-9386-7af871cc0c0f" providerId="ADAL" clId="{A7C2DF13-9E9B-41A5-8CD9-30DC2F6668C6}" dt="2026-04-27T13:25:02.085" v="3199"/>
          <ac:inkMkLst>
            <pc:docMk/>
            <pc:sldMk cId="3753382229" sldId="294"/>
            <ac:inkMk id="53" creationId="{2ED0D644-387F-AE6E-D1B7-4ED75607F0A0}"/>
          </ac:inkMkLst>
        </pc:inkChg>
        <pc:inkChg chg="add mod">
          <ac:chgData name="Bowen Cheek" userId="8fca192e-0677-4b46-9386-7af871cc0c0f" providerId="ADAL" clId="{A7C2DF13-9E9B-41A5-8CD9-30DC2F6668C6}" dt="2026-04-27T16:36:06.361" v="3761"/>
          <ac:inkMkLst>
            <pc:docMk/>
            <pc:sldMk cId="3753382229" sldId="294"/>
            <ac:inkMk id="53" creationId="{98CBC473-BD2B-4B91-AE1B-704400F6BDA5}"/>
          </ac:inkMkLst>
        </pc:inkChg>
        <pc:inkChg chg="add mod">
          <ac:chgData name="Bowen Cheek" userId="8fca192e-0677-4b46-9386-7af871cc0c0f" providerId="ADAL" clId="{A7C2DF13-9E9B-41A5-8CD9-30DC2F6668C6}" dt="2026-04-27T16:35:18.650" v="3734"/>
          <ac:inkMkLst>
            <pc:docMk/>
            <pc:sldMk cId="3753382229" sldId="294"/>
            <ac:inkMk id="54" creationId="{C944CE39-42CB-8A51-996D-6387DF6DB73B}"/>
          </ac:inkMkLst>
        </pc:inkChg>
        <pc:inkChg chg="add">
          <ac:chgData name="Bowen Cheek" userId="8fca192e-0677-4b46-9386-7af871cc0c0f" providerId="ADAL" clId="{A7C2DF13-9E9B-41A5-8CD9-30DC2F6668C6}" dt="2026-04-27T13:24:53.087" v="3184" actId="9405"/>
          <ac:inkMkLst>
            <pc:docMk/>
            <pc:sldMk cId="3753382229" sldId="294"/>
            <ac:inkMk id="54" creationId="{D6081DC0-0100-7F25-6651-8DA4522BD895}"/>
          </ac:inkMkLst>
        </pc:inkChg>
        <pc:inkChg chg="add mod">
          <ac:chgData name="Bowen Cheek" userId="8fca192e-0677-4b46-9386-7af871cc0c0f" providerId="ADAL" clId="{A7C2DF13-9E9B-41A5-8CD9-30DC2F6668C6}" dt="2026-04-27T13:25:02.085" v="3199"/>
          <ac:inkMkLst>
            <pc:docMk/>
            <pc:sldMk cId="3753382229" sldId="294"/>
            <ac:inkMk id="55" creationId="{01060A93-7F21-03CE-D398-FE1653B2650A}"/>
          </ac:inkMkLst>
        </pc:inkChg>
        <pc:inkChg chg="add mod">
          <ac:chgData name="Bowen Cheek" userId="8fca192e-0677-4b46-9386-7af871cc0c0f" providerId="ADAL" clId="{A7C2DF13-9E9B-41A5-8CD9-30DC2F6668C6}" dt="2026-04-27T16:33:51.513" v="3713"/>
          <ac:inkMkLst>
            <pc:docMk/>
            <pc:sldMk cId="3753382229" sldId="294"/>
            <ac:inkMk id="55" creationId="{33066381-E178-4892-5280-D7EDC9E340F6}"/>
          </ac:inkMkLst>
        </pc:inkChg>
        <pc:inkChg chg="add mod">
          <ac:chgData name="Bowen Cheek" userId="8fca192e-0677-4b46-9386-7af871cc0c0f" providerId="ADAL" clId="{A7C2DF13-9E9B-41A5-8CD9-30DC2F6668C6}" dt="2026-04-27T16:36:06.361" v="3761"/>
          <ac:inkMkLst>
            <pc:docMk/>
            <pc:sldMk cId="3753382229" sldId="294"/>
            <ac:inkMk id="56" creationId="{D6E941A3-0EC5-3E13-EDE6-8139EA2DC623}"/>
          </ac:inkMkLst>
        </pc:inkChg>
        <pc:inkChg chg="add">
          <ac:chgData name="Bowen Cheek" userId="8fca192e-0677-4b46-9386-7af871cc0c0f" providerId="ADAL" clId="{A7C2DF13-9E9B-41A5-8CD9-30DC2F6668C6}" dt="2026-04-27T13:24:54.850" v="3186" actId="9405"/>
          <ac:inkMkLst>
            <pc:docMk/>
            <pc:sldMk cId="3753382229" sldId="294"/>
            <ac:inkMk id="56" creationId="{D90CF381-ED80-029F-E7E0-38180CB10AC4}"/>
          </ac:inkMkLst>
        </pc:inkChg>
        <pc:inkChg chg="add mod">
          <ac:chgData name="Bowen Cheek" userId="8fca192e-0677-4b46-9386-7af871cc0c0f" providerId="ADAL" clId="{A7C2DF13-9E9B-41A5-8CD9-30DC2F6668C6}" dt="2026-04-27T13:25:02.085" v="3199"/>
          <ac:inkMkLst>
            <pc:docMk/>
            <pc:sldMk cId="3753382229" sldId="294"/>
            <ac:inkMk id="57" creationId="{1A1E4DB5-07D3-AEE3-E28F-7E67E2BB555F}"/>
          </ac:inkMkLst>
        </pc:inkChg>
        <pc:inkChg chg="add mod">
          <ac:chgData name="Bowen Cheek" userId="8fca192e-0677-4b46-9386-7af871cc0c0f" providerId="ADAL" clId="{A7C2DF13-9E9B-41A5-8CD9-30DC2F6668C6}" dt="2026-04-27T16:35:18.650" v="3734"/>
          <ac:inkMkLst>
            <pc:docMk/>
            <pc:sldMk cId="3753382229" sldId="294"/>
            <ac:inkMk id="57" creationId="{B619D35A-0D03-DB14-14CD-27A3F1D34ABA}"/>
          </ac:inkMkLst>
        </pc:inkChg>
        <pc:inkChg chg="add mod">
          <ac:chgData name="Bowen Cheek" userId="8fca192e-0677-4b46-9386-7af871cc0c0f" providerId="ADAL" clId="{A7C2DF13-9E9B-41A5-8CD9-30DC2F6668C6}" dt="2026-04-27T13:25:02.085" v="3199"/>
          <ac:inkMkLst>
            <pc:docMk/>
            <pc:sldMk cId="3753382229" sldId="294"/>
            <ac:inkMk id="58" creationId="{8FE1C7E4-57C5-EE9C-5F96-5E8C0D3EEB67}"/>
          </ac:inkMkLst>
        </pc:inkChg>
        <pc:inkChg chg="add">
          <ac:chgData name="Bowen Cheek" userId="8fca192e-0677-4b46-9386-7af871cc0c0f" providerId="ADAL" clId="{A7C2DF13-9E9B-41A5-8CD9-30DC2F6668C6}" dt="2026-04-27T13:24:57.283" v="3189" actId="9405"/>
          <ac:inkMkLst>
            <pc:docMk/>
            <pc:sldMk cId="3753382229" sldId="294"/>
            <ac:inkMk id="59" creationId="{65AC3466-71D7-AE27-26A8-8B9EB7F2657B}"/>
          </ac:inkMkLst>
        </pc:inkChg>
        <pc:inkChg chg="add mod">
          <ac:chgData name="Bowen Cheek" userId="8fca192e-0677-4b46-9386-7af871cc0c0f" providerId="ADAL" clId="{A7C2DF13-9E9B-41A5-8CD9-30DC2F6668C6}" dt="2026-04-27T16:34:21.640" v="3723"/>
          <ac:inkMkLst>
            <pc:docMk/>
            <pc:sldMk cId="3753382229" sldId="294"/>
            <ac:inkMk id="60" creationId="{56B7E278-894C-4D3E-1C5A-B03D42E1B7DF}"/>
          </ac:inkMkLst>
        </pc:inkChg>
        <pc:inkChg chg="add">
          <ac:chgData name="Bowen Cheek" userId="8fca192e-0677-4b46-9386-7af871cc0c0f" providerId="ADAL" clId="{A7C2DF13-9E9B-41A5-8CD9-30DC2F6668C6}" dt="2026-04-27T13:24:57.617" v="3190" actId="9405"/>
          <ac:inkMkLst>
            <pc:docMk/>
            <pc:sldMk cId="3753382229" sldId="294"/>
            <ac:inkMk id="60" creationId="{7A282663-0E67-5D1F-ADF0-0C8D82B9A45E}"/>
          </ac:inkMkLst>
        </pc:inkChg>
        <pc:inkChg chg="add mod">
          <ac:chgData name="Bowen Cheek" userId="8fca192e-0677-4b46-9386-7af871cc0c0f" providerId="ADAL" clId="{A7C2DF13-9E9B-41A5-8CD9-30DC2F6668C6}" dt="2026-04-27T16:34:21.640" v="3723"/>
          <ac:inkMkLst>
            <pc:docMk/>
            <pc:sldMk cId="3753382229" sldId="294"/>
            <ac:inkMk id="61" creationId="{AF4BBA95-1EE2-DDE2-72FB-EE2041CBCA6E}"/>
          </ac:inkMkLst>
        </pc:inkChg>
        <pc:inkChg chg="add">
          <ac:chgData name="Bowen Cheek" userId="8fca192e-0677-4b46-9386-7af871cc0c0f" providerId="ADAL" clId="{A7C2DF13-9E9B-41A5-8CD9-30DC2F6668C6}" dt="2026-04-27T13:24:57.824" v="3191" actId="9405"/>
          <ac:inkMkLst>
            <pc:docMk/>
            <pc:sldMk cId="3753382229" sldId="294"/>
            <ac:inkMk id="61" creationId="{F5E8FF77-5272-26DD-9CD8-99300CBAB3BF}"/>
          </ac:inkMkLst>
        </pc:inkChg>
        <pc:inkChg chg="add mod">
          <ac:chgData name="Bowen Cheek" userId="8fca192e-0677-4b46-9386-7af871cc0c0f" providerId="ADAL" clId="{A7C2DF13-9E9B-41A5-8CD9-30DC2F6668C6}" dt="2026-04-27T13:25:02.085" v="3199"/>
          <ac:inkMkLst>
            <pc:docMk/>
            <pc:sldMk cId="3753382229" sldId="294"/>
            <ac:inkMk id="62" creationId="{56DCC45D-9CF1-E595-9746-EC827B699401}"/>
          </ac:inkMkLst>
        </pc:inkChg>
        <pc:inkChg chg="add mod">
          <ac:chgData name="Bowen Cheek" userId="8fca192e-0677-4b46-9386-7af871cc0c0f" providerId="ADAL" clId="{A7C2DF13-9E9B-41A5-8CD9-30DC2F6668C6}" dt="2026-04-27T16:34:21.640" v="3723"/>
          <ac:inkMkLst>
            <pc:docMk/>
            <pc:sldMk cId="3753382229" sldId="294"/>
            <ac:inkMk id="62" creationId="{6E8883E9-99E2-1C00-D886-D208E8330F02}"/>
          </ac:inkMkLst>
        </pc:inkChg>
        <pc:inkChg chg="add mod">
          <ac:chgData name="Bowen Cheek" userId="8fca192e-0677-4b46-9386-7af871cc0c0f" providerId="ADAL" clId="{A7C2DF13-9E9B-41A5-8CD9-30DC2F6668C6}" dt="2026-04-27T16:34:21.640" v="3723"/>
          <ac:inkMkLst>
            <pc:docMk/>
            <pc:sldMk cId="3753382229" sldId="294"/>
            <ac:inkMk id="63" creationId="{005979A4-82CE-B681-19EB-C3E528144450}"/>
          </ac:inkMkLst>
        </pc:inkChg>
        <pc:inkChg chg="add mod">
          <ac:chgData name="Bowen Cheek" userId="8fca192e-0677-4b46-9386-7af871cc0c0f" providerId="ADAL" clId="{A7C2DF13-9E9B-41A5-8CD9-30DC2F6668C6}" dt="2026-04-27T13:25:02.085" v="3199"/>
          <ac:inkMkLst>
            <pc:docMk/>
            <pc:sldMk cId="3753382229" sldId="294"/>
            <ac:inkMk id="63" creationId="{80DE10BC-4240-5D46-B1E9-1CCC34CE5D84}"/>
          </ac:inkMkLst>
        </pc:inkChg>
        <pc:inkChg chg="add">
          <ac:chgData name="Bowen Cheek" userId="8fca192e-0677-4b46-9386-7af871cc0c0f" providerId="ADAL" clId="{A7C2DF13-9E9B-41A5-8CD9-30DC2F6668C6}" dt="2026-04-27T13:24:59.778" v="3194" actId="9405"/>
          <ac:inkMkLst>
            <pc:docMk/>
            <pc:sldMk cId="3753382229" sldId="294"/>
            <ac:inkMk id="64" creationId="{965F6664-163B-81E8-99F0-5C6DB843ED99}"/>
          </ac:inkMkLst>
        </pc:inkChg>
        <pc:inkChg chg="add mod">
          <ac:chgData name="Bowen Cheek" userId="8fca192e-0677-4b46-9386-7af871cc0c0f" providerId="ADAL" clId="{A7C2DF13-9E9B-41A5-8CD9-30DC2F6668C6}" dt="2026-04-27T16:34:21.640" v="3723"/>
          <ac:inkMkLst>
            <pc:docMk/>
            <pc:sldMk cId="3753382229" sldId="294"/>
            <ac:inkMk id="64" creationId="{E7CEFEEC-1DD2-D34C-D9D5-4CD48DED8C3C}"/>
          </ac:inkMkLst>
        </pc:inkChg>
        <pc:inkChg chg="add mod">
          <ac:chgData name="Bowen Cheek" userId="8fca192e-0677-4b46-9386-7af871cc0c0f" providerId="ADAL" clId="{A7C2DF13-9E9B-41A5-8CD9-30DC2F6668C6}" dt="2026-04-27T16:35:29.179" v="3747"/>
          <ac:inkMkLst>
            <pc:docMk/>
            <pc:sldMk cId="3753382229" sldId="294"/>
            <ac:inkMk id="65" creationId="{6E1AFA57-D873-59F7-AC16-FC59373E382F}"/>
          </ac:inkMkLst>
        </pc:inkChg>
        <pc:inkChg chg="add">
          <ac:chgData name="Bowen Cheek" userId="8fca192e-0677-4b46-9386-7af871cc0c0f" providerId="ADAL" clId="{A7C2DF13-9E9B-41A5-8CD9-30DC2F6668C6}" dt="2026-04-27T13:25:00.034" v="3195" actId="9405"/>
          <ac:inkMkLst>
            <pc:docMk/>
            <pc:sldMk cId="3753382229" sldId="294"/>
            <ac:inkMk id="65" creationId="{E9B6E931-B046-C2DB-C35A-8C8F19BB4F8B}"/>
          </ac:inkMkLst>
        </pc:inkChg>
        <pc:inkChg chg="add">
          <ac:chgData name="Bowen Cheek" userId="8fca192e-0677-4b46-9386-7af871cc0c0f" providerId="ADAL" clId="{A7C2DF13-9E9B-41A5-8CD9-30DC2F6668C6}" dt="2026-04-27T16:34:19.845" v="3720" actId="9405"/>
          <ac:inkMkLst>
            <pc:docMk/>
            <pc:sldMk cId="3753382229" sldId="294"/>
            <ac:inkMk id="66" creationId="{14DCBFE0-6B0B-FE6F-DADE-415A3E1B4B7A}"/>
          </ac:inkMkLst>
        </pc:inkChg>
        <pc:inkChg chg="add">
          <ac:chgData name="Bowen Cheek" userId="8fca192e-0677-4b46-9386-7af871cc0c0f" providerId="ADAL" clId="{A7C2DF13-9E9B-41A5-8CD9-30DC2F6668C6}" dt="2026-04-27T13:25:00.495" v="3196" actId="9405"/>
          <ac:inkMkLst>
            <pc:docMk/>
            <pc:sldMk cId="3753382229" sldId="294"/>
            <ac:inkMk id="66" creationId="{17C55C0C-B184-7F3E-45DA-D33327AE0850}"/>
          </ac:inkMkLst>
        </pc:inkChg>
        <pc:inkChg chg="add mod">
          <ac:chgData name="Bowen Cheek" userId="8fca192e-0677-4b46-9386-7af871cc0c0f" providerId="ADAL" clId="{A7C2DF13-9E9B-41A5-8CD9-30DC2F6668C6}" dt="2026-04-27T16:34:21.640" v="3723"/>
          <ac:inkMkLst>
            <pc:docMk/>
            <pc:sldMk cId="3753382229" sldId="294"/>
            <ac:inkMk id="67" creationId="{17BEBD29-4F7C-9303-72F7-362EF5729BF8}"/>
          </ac:inkMkLst>
        </pc:inkChg>
        <pc:inkChg chg="add">
          <ac:chgData name="Bowen Cheek" userId="8fca192e-0677-4b46-9386-7af871cc0c0f" providerId="ADAL" clId="{A7C2DF13-9E9B-41A5-8CD9-30DC2F6668C6}" dt="2026-04-27T13:25:00.905" v="3197" actId="9405"/>
          <ac:inkMkLst>
            <pc:docMk/>
            <pc:sldMk cId="3753382229" sldId="294"/>
            <ac:inkMk id="67" creationId="{E11395BC-F57E-F46F-80D2-1EE5E0CBF200}"/>
          </ac:inkMkLst>
        </pc:inkChg>
        <pc:inkChg chg="add mod">
          <ac:chgData name="Bowen Cheek" userId="8fca192e-0677-4b46-9386-7af871cc0c0f" providerId="ADAL" clId="{A7C2DF13-9E9B-41A5-8CD9-30DC2F6668C6}" dt="2026-04-27T16:34:21.640" v="3723"/>
          <ac:inkMkLst>
            <pc:docMk/>
            <pc:sldMk cId="3753382229" sldId="294"/>
            <ac:inkMk id="68" creationId="{560178EB-1DCC-9F12-C57A-86AF3830E2D9}"/>
          </ac:inkMkLst>
        </pc:inkChg>
        <pc:inkChg chg="add mod">
          <ac:chgData name="Bowen Cheek" userId="8fca192e-0677-4b46-9386-7af871cc0c0f" providerId="ADAL" clId="{A7C2DF13-9E9B-41A5-8CD9-30DC2F6668C6}" dt="2026-04-27T13:25:02.085" v="3199"/>
          <ac:inkMkLst>
            <pc:docMk/>
            <pc:sldMk cId="3753382229" sldId="294"/>
            <ac:inkMk id="68" creationId="{AAD57A7E-3FCB-8258-9919-0B83EC15DB8D}"/>
          </ac:inkMkLst>
        </pc:inkChg>
        <pc:inkChg chg="add mod">
          <ac:chgData name="Bowen Cheek" userId="8fca192e-0677-4b46-9386-7af871cc0c0f" providerId="ADAL" clId="{A7C2DF13-9E9B-41A5-8CD9-30DC2F6668C6}" dt="2026-04-27T16:34:43.001" v="3732"/>
          <ac:inkMkLst>
            <pc:docMk/>
            <pc:sldMk cId="3753382229" sldId="294"/>
            <ac:inkMk id="71" creationId="{C83C2B97-A951-EC7E-F48F-389D4B7E45A9}"/>
          </ac:inkMkLst>
        </pc:inkChg>
        <pc:inkChg chg="add mod">
          <ac:chgData name="Bowen Cheek" userId="8fca192e-0677-4b46-9386-7af871cc0c0f" providerId="ADAL" clId="{A7C2DF13-9E9B-41A5-8CD9-30DC2F6668C6}" dt="2026-04-27T13:25:10.077" v="3207"/>
          <ac:inkMkLst>
            <pc:docMk/>
            <pc:sldMk cId="3753382229" sldId="294"/>
            <ac:inkMk id="71" creationId="{E4670E97-C2D6-6C6F-B19D-D10A1E004F0C}"/>
          </ac:inkMkLst>
        </pc:inkChg>
        <pc:inkChg chg="add mod">
          <ac:chgData name="Bowen Cheek" userId="8fca192e-0677-4b46-9386-7af871cc0c0f" providerId="ADAL" clId="{A7C2DF13-9E9B-41A5-8CD9-30DC2F6668C6}" dt="2026-04-27T16:34:43.001" v="3732"/>
          <ac:inkMkLst>
            <pc:docMk/>
            <pc:sldMk cId="3753382229" sldId="294"/>
            <ac:inkMk id="72" creationId="{293818AC-0683-98C3-978A-B57FEFC0195E}"/>
          </ac:inkMkLst>
        </pc:inkChg>
        <pc:inkChg chg="add mod">
          <ac:chgData name="Bowen Cheek" userId="8fca192e-0677-4b46-9386-7af871cc0c0f" providerId="ADAL" clId="{A7C2DF13-9E9B-41A5-8CD9-30DC2F6668C6}" dt="2026-04-27T13:25:10.077" v="3207"/>
          <ac:inkMkLst>
            <pc:docMk/>
            <pc:sldMk cId="3753382229" sldId="294"/>
            <ac:inkMk id="72" creationId="{9AA88732-D52E-349E-A0E0-B56F46809BDC}"/>
          </ac:inkMkLst>
        </pc:inkChg>
        <pc:inkChg chg="add mod">
          <ac:chgData name="Bowen Cheek" userId="8fca192e-0677-4b46-9386-7af871cc0c0f" providerId="ADAL" clId="{A7C2DF13-9E9B-41A5-8CD9-30DC2F6668C6}" dt="2026-04-27T13:25:10.077" v="3207"/>
          <ac:inkMkLst>
            <pc:docMk/>
            <pc:sldMk cId="3753382229" sldId="294"/>
            <ac:inkMk id="73" creationId="{A351AE1E-EEC9-8535-5672-05729B9B0621}"/>
          </ac:inkMkLst>
        </pc:inkChg>
        <pc:inkChg chg="add mod">
          <ac:chgData name="Bowen Cheek" userId="8fca192e-0677-4b46-9386-7af871cc0c0f" providerId="ADAL" clId="{A7C2DF13-9E9B-41A5-8CD9-30DC2F6668C6}" dt="2026-04-27T16:34:43.001" v="3732"/>
          <ac:inkMkLst>
            <pc:docMk/>
            <pc:sldMk cId="3753382229" sldId="294"/>
            <ac:inkMk id="73" creationId="{F94345EF-F21F-EF7B-A2C5-71A4E8CF348C}"/>
          </ac:inkMkLst>
        </pc:inkChg>
        <pc:inkChg chg="add mod">
          <ac:chgData name="Bowen Cheek" userId="8fca192e-0677-4b46-9386-7af871cc0c0f" providerId="ADAL" clId="{A7C2DF13-9E9B-41A5-8CD9-30DC2F6668C6}" dt="2026-04-27T13:25:10.077" v="3207"/>
          <ac:inkMkLst>
            <pc:docMk/>
            <pc:sldMk cId="3753382229" sldId="294"/>
            <ac:inkMk id="74" creationId="{64B45A7F-A666-89C6-72F5-8AD0DBB76905}"/>
          </ac:inkMkLst>
        </pc:inkChg>
        <pc:inkChg chg="add mod">
          <ac:chgData name="Bowen Cheek" userId="8fca192e-0677-4b46-9386-7af871cc0c0f" providerId="ADAL" clId="{A7C2DF13-9E9B-41A5-8CD9-30DC2F6668C6}" dt="2026-04-27T16:34:43.001" v="3732"/>
          <ac:inkMkLst>
            <pc:docMk/>
            <pc:sldMk cId="3753382229" sldId="294"/>
            <ac:inkMk id="74" creationId="{AE5505D1-C9BF-EB45-F400-83E3FAED5050}"/>
          </ac:inkMkLst>
        </pc:inkChg>
        <pc:inkChg chg="add mod">
          <ac:chgData name="Bowen Cheek" userId="8fca192e-0677-4b46-9386-7af871cc0c0f" providerId="ADAL" clId="{A7C2DF13-9E9B-41A5-8CD9-30DC2F6668C6}" dt="2026-04-27T16:34:43.001" v="3732"/>
          <ac:inkMkLst>
            <pc:docMk/>
            <pc:sldMk cId="3753382229" sldId="294"/>
            <ac:inkMk id="75" creationId="{24699AB5-D7CD-02A4-2FDE-46FFCE8B604F}"/>
          </ac:inkMkLst>
        </pc:inkChg>
        <pc:inkChg chg="add mod">
          <ac:chgData name="Bowen Cheek" userId="8fca192e-0677-4b46-9386-7af871cc0c0f" providerId="ADAL" clId="{A7C2DF13-9E9B-41A5-8CD9-30DC2F6668C6}" dt="2026-04-27T13:25:10.077" v="3207"/>
          <ac:inkMkLst>
            <pc:docMk/>
            <pc:sldMk cId="3753382229" sldId="294"/>
            <ac:inkMk id="75" creationId="{339E1E24-0233-775F-C4AE-59BC489C7BA0}"/>
          </ac:inkMkLst>
        </pc:inkChg>
        <pc:inkChg chg="add mod">
          <ac:chgData name="Bowen Cheek" userId="8fca192e-0677-4b46-9386-7af871cc0c0f" providerId="ADAL" clId="{A7C2DF13-9E9B-41A5-8CD9-30DC2F6668C6}" dt="2026-04-27T16:34:43.001" v="3732"/>
          <ac:inkMkLst>
            <pc:docMk/>
            <pc:sldMk cId="3753382229" sldId="294"/>
            <ac:inkMk id="76" creationId="{197D5011-A55F-AD34-D8C5-F3B2511D39B2}"/>
          </ac:inkMkLst>
        </pc:inkChg>
        <pc:inkChg chg="add mod">
          <ac:chgData name="Bowen Cheek" userId="8fca192e-0677-4b46-9386-7af871cc0c0f" providerId="ADAL" clId="{A7C2DF13-9E9B-41A5-8CD9-30DC2F6668C6}" dt="2026-04-27T13:25:10.077" v="3207"/>
          <ac:inkMkLst>
            <pc:docMk/>
            <pc:sldMk cId="3753382229" sldId="294"/>
            <ac:inkMk id="76" creationId="{BC9F3922-3CD1-FC87-05C8-54BD5C46EEEE}"/>
          </ac:inkMkLst>
        </pc:inkChg>
        <pc:inkChg chg="add mod">
          <ac:chgData name="Bowen Cheek" userId="8fca192e-0677-4b46-9386-7af871cc0c0f" providerId="ADAL" clId="{A7C2DF13-9E9B-41A5-8CD9-30DC2F6668C6}" dt="2026-04-27T16:34:43.001" v="3732"/>
          <ac:inkMkLst>
            <pc:docMk/>
            <pc:sldMk cId="3753382229" sldId="294"/>
            <ac:inkMk id="77" creationId="{D1D46B2F-3AD5-3319-B093-6E8C1CDFFC34}"/>
          </ac:inkMkLst>
        </pc:inkChg>
        <pc:inkChg chg="add mod">
          <ac:chgData name="Bowen Cheek" userId="8fca192e-0677-4b46-9386-7af871cc0c0f" providerId="ADAL" clId="{A7C2DF13-9E9B-41A5-8CD9-30DC2F6668C6}" dt="2026-04-27T13:25:10.077" v="3207"/>
          <ac:inkMkLst>
            <pc:docMk/>
            <pc:sldMk cId="3753382229" sldId="294"/>
            <ac:inkMk id="77" creationId="{F73F900C-1225-F406-C150-D03E35630D6C}"/>
          </ac:inkMkLst>
        </pc:inkChg>
        <pc:inkChg chg="add mod">
          <ac:chgData name="Bowen Cheek" userId="8fca192e-0677-4b46-9386-7af871cc0c0f" providerId="ADAL" clId="{A7C2DF13-9E9B-41A5-8CD9-30DC2F6668C6}" dt="2026-04-27T16:34:43.001" v="3732"/>
          <ac:inkMkLst>
            <pc:docMk/>
            <pc:sldMk cId="3753382229" sldId="294"/>
            <ac:inkMk id="78" creationId="{FCA046EE-0395-0BCC-78FC-6FB74242A757}"/>
          </ac:inkMkLst>
        </pc:inkChg>
        <pc:inkChg chg="add mod">
          <ac:chgData name="Bowen Cheek" userId="8fca192e-0677-4b46-9386-7af871cc0c0f" providerId="ADAL" clId="{A7C2DF13-9E9B-41A5-8CD9-30DC2F6668C6}" dt="2026-04-27T13:28:03.182" v="3218"/>
          <ac:inkMkLst>
            <pc:docMk/>
            <pc:sldMk cId="3753382229" sldId="294"/>
            <ac:inkMk id="79" creationId="{AB3FF59E-565D-F68E-4686-26338DC20AAF}"/>
          </ac:inkMkLst>
        </pc:inkChg>
        <pc:inkChg chg="add mod">
          <ac:chgData name="Bowen Cheek" userId="8fca192e-0677-4b46-9386-7af871cc0c0f" providerId="ADAL" clId="{A7C2DF13-9E9B-41A5-8CD9-30DC2F6668C6}" dt="2026-04-27T13:28:03.182" v="3218"/>
          <ac:inkMkLst>
            <pc:docMk/>
            <pc:sldMk cId="3753382229" sldId="294"/>
            <ac:inkMk id="80" creationId="{108161F5-7404-721F-1195-A1379ABDC646}"/>
          </ac:inkMkLst>
        </pc:inkChg>
        <pc:inkChg chg="add mod">
          <ac:chgData name="Bowen Cheek" userId="8fca192e-0677-4b46-9386-7af871cc0c0f" providerId="ADAL" clId="{A7C2DF13-9E9B-41A5-8CD9-30DC2F6668C6}" dt="2026-04-27T16:35:18.650" v="3734"/>
          <ac:inkMkLst>
            <pc:docMk/>
            <pc:sldMk cId="3753382229" sldId="294"/>
            <ac:inkMk id="81" creationId="{6A3FA595-9BF7-92B1-5880-71694DCD5E4D}"/>
          </ac:inkMkLst>
        </pc:inkChg>
        <pc:inkChg chg="add">
          <ac:chgData name="Bowen Cheek" userId="8fca192e-0677-4b46-9386-7af871cc0c0f" providerId="ADAL" clId="{A7C2DF13-9E9B-41A5-8CD9-30DC2F6668C6}" dt="2026-04-27T13:27:58.892" v="3210" actId="9405"/>
          <ac:inkMkLst>
            <pc:docMk/>
            <pc:sldMk cId="3753382229" sldId="294"/>
            <ac:inkMk id="81" creationId="{9BF31904-B805-B775-5791-2A0D4E634944}"/>
          </ac:inkMkLst>
        </pc:inkChg>
        <pc:inkChg chg="add mod">
          <ac:chgData name="Bowen Cheek" userId="8fca192e-0677-4b46-9386-7af871cc0c0f" providerId="ADAL" clId="{A7C2DF13-9E9B-41A5-8CD9-30DC2F6668C6}" dt="2026-04-27T13:28:03.182" v="3218"/>
          <ac:inkMkLst>
            <pc:docMk/>
            <pc:sldMk cId="3753382229" sldId="294"/>
            <ac:inkMk id="82" creationId="{9EACBCAC-CB8C-1010-C166-E949C9614A5F}"/>
          </ac:inkMkLst>
        </pc:inkChg>
        <pc:inkChg chg="add mod">
          <ac:chgData name="Bowen Cheek" userId="8fca192e-0677-4b46-9386-7af871cc0c0f" providerId="ADAL" clId="{A7C2DF13-9E9B-41A5-8CD9-30DC2F6668C6}" dt="2026-04-27T13:28:03.182" v="3218"/>
          <ac:inkMkLst>
            <pc:docMk/>
            <pc:sldMk cId="3753382229" sldId="294"/>
            <ac:inkMk id="83" creationId="{11121084-E18C-C04D-557F-2E1BCA0706AC}"/>
          </ac:inkMkLst>
        </pc:inkChg>
        <pc:inkChg chg="add">
          <ac:chgData name="Bowen Cheek" userId="8fca192e-0677-4b46-9386-7af871cc0c0f" providerId="ADAL" clId="{A7C2DF13-9E9B-41A5-8CD9-30DC2F6668C6}" dt="2026-04-27T16:35:19.948" v="3735" actId="9405"/>
          <ac:inkMkLst>
            <pc:docMk/>
            <pc:sldMk cId="3753382229" sldId="294"/>
            <ac:inkMk id="83" creationId="{C0051A1D-44DE-BBDC-053F-54BC6E1636DA}"/>
          </ac:inkMkLst>
        </pc:inkChg>
        <pc:inkChg chg="add mod">
          <ac:chgData name="Bowen Cheek" userId="8fca192e-0677-4b46-9386-7af871cc0c0f" providerId="ADAL" clId="{A7C2DF13-9E9B-41A5-8CD9-30DC2F6668C6}" dt="2026-04-27T13:28:03.182" v="3218"/>
          <ac:inkMkLst>
            <pc:docMk/>
            <pc:sldMk cId="3753382229" sldId="294"/>
            <ac:inkMk id="84" creationId="{93D59CDA-88F7-CAE5-2350-096AFE683A52}"/>
          </ac:inkMkLst>
        </pc:inkChg>
        <pc:inkChg chg="add">
          <ac:chgData name="Bowen Cheek" userId="8fca192e-0677-4b46-9386-7af871cc0c0f" providerId="ADAL" clId="{A7C2DF13-9E9B-41A5-8CD9-30DC2F6668C6}" dt="2026-04-27T16:35:20.469" v="3736" actId="9405"/>
          <ac:inkMkLst>
            <pc:docMk/>
            <pc:sldMk cId="3753382229" sldId="294"/>
            <ac:inkMk id="84" creationId="{E2FEF333-0CEF-99E6-BEC6-B96DB2B1C671}"/>
          </ac:inkMkLst>
        </pc:inkChg>
        <pc:inkChg chg="add mod">
          <ac:chgData name="Bowen Cheek" userId="8fca192e-0677-4b46-9386-7af871cc0c0f" providerId="ADAL" clId="{A7C2DF13-9E9B-41A5-8CD9-30DC2F6668C6}" dt="2026-04-27T13:28:03.182" v="3218"/>
          <ac:inkMkLst>
            <pc:docMk/>
            <pc:sldMk cId="3753382229" sldId="294"/>
            <ac:inkMk id="85" creationId="{20ADF4CB-6E74-3104-B8FD-C75B0D48CBC0}"/>
          </ac:inkMkLst>
        </pc:inkChg>
        <pc:inkChg chg="add">
          <ac:chgData name="Bowen Cheek" userId="8fca192e-0677-4b46-9386-7af871cc0c0f" providerId="ADAL" clId="{A7C2DF13-9E9B-41A5-8CD9-30DC2F6668C6}" dt="2026-04-27T16:35:21.782" v="3737" actId="9405"/>
          <ac:inkMkLst>
            <pc:docMk/>
            <pc:sldMk cId="3753382229" sldId="294"/>
            <ac:inkMk id="85" creationId="{EB1680B2-BA07-18B1-BBFF-7596F2067126}"/>
          </ac:inkMkLst>
        </pc:inkChg>
        <pc:inkChg chg="add mod">
          <ac:chgData name="Bowen Cheek" userId="8fca192e-0677-4b46-9386-7af871cc0c0f" providerId="ADAL" clId="{A7C2DF13-9E9B-41A5-8CD9-30DC2F6668C6}" dt="2026-04-27T16:36:06.361" v="3761"/>
          <ac:inkMkLst>
            <pc:docMk/>
            <pc:sldMk cId="3753382229" sldId="294"/>
            <ac:inkMk id="86" creationId="{23E97AF3-0420-A97D-CAA1-042EAB5F6BEA}"/>
          </ac:inkMkLst>
        </pc:inkChg>
        <pc:inkChg chg="add mod">
          <ac:chgData name="Bowen Cheek" userId="8fca192e-0677-4b46-9386-7af871cc0c0f" providerId="ADAL" clId="{A7C2DF13-9E9B-41A5-8CD9-30DC2F6668C6}" dt="2026-04-27T13:28:03.182" v="3218"/>
          <ac:inkMkLst>
            <pc:docMk/>
            <pc:sldMk cId="3753382229" sldId="294"/>
            <ac:inkMk id="86" creationId="{D0521CF9-B49E-E78C-A321-6F093155C671}"/>
          </ac:inkMkLst>
        </pc:inkChg>
        <pc:inkChg chg="add">
          <ac:chgData name="Bowen Cheek" userId="8fca192e-0677-4b46-9386-7af871cc0c0f" providerId="ADAL" clId="{A7C2DF13-9E9B-41A5-8CD9-30DC2F6668C6}" dt="2026-04-27T16:35:25.154" v="3739" actId="9405"/>
          <ac:inkMkLst>
            <pc:docMk/>
            <pc:sldMk cId="3753382229" sldId="294"/>
            <ac:inkMk id="87" creationId="{4D41ED46-10AC-10EF-3CE7-F567AF91E2B3}"/>
          </ac:inkMkLst>
        </pc:inkChg>
        <pc:inkChg chg="add mod">
          <ac:chgData name="Bowen Cheek" userId="8fca192e-0677-4b46-9386-7af871cc0c0f" providerId="ADAL" clId="{A7C2DF13-9E9B-41A5-8CD9-30DC2F6668C6}" dt="2026-04-27T13:28:03.182" v="3218"/>
          <ac:inkMkLst>
            <pc:docMk/>
            <pc:sldMk cId="3753382229" sldId="294"/>
            <ac:inkMk id="87" creationId="{AC5E908E-DCAF-019F-793E-A8E05180594F}"/>
          </ac:inkMkLst>
        </pc:inkChg>
        <pc:inkChg chg="add mod">
          <ac:chgData name="Bowen Cheek" userId="8fca192e-0677-4b46-9386-7af871cc0c0f" providerId="ADAL" clId="{A7C2DF13-9E9B-41A5-8CD9-30DC2F6668C6}" dt="2026-04-27T13:28:03.182" v="3218"/>
          <ac:inkMkLst>
            <pc:docMk/>
            <pc:sldMk cId="3753382229" sldId="294"/>
            <ac:inkMk id="88" creationId="{2131608E-F254-4517-A912-9C7F063D0BF3}"/>
          </ac:inkMkLst>
        </pc:inkChg>
        <pc:inkChg chg="add">
          <ac:chgData name="Bowen Cheek" userId="8fca192e-0677-4b46-9386-7af871cc0c0f" providerId="ADAL" clId="{A7C2DF13-9E9B-41A5-8CD9-30DC2F6668C6}" dt="2026-04-27T16:35:26.610" v="3741" actId="9405"/>
          <ac:inkMkLst>
            <pc:docMk/>
            <pc:sldMk cId="3753382229" sldId="294"/>
            <ac:inkMk id="89" creationId="{AB26265A-01A5-4CC4-3142-1051C109958D}"/>
          </ac:inkMkLst>
        </pc:inkChg>
        <pc:inkChg chg="add">
          <ac:chgData name="Bowen Cheek" userId="8fca192e-0677-4b46-9386-7af871cc0c0f" providerId="ADAL" clId="{A7C2DF13-9E9B-41A5-8CD9-30DC2F6668C6}" dt="2026-04-27T13:28:03.864" v="3219" actId="9405"/>
          <ac:inkMkLst>
            <pc:docMk/>
            <pc:sldMk cId="3753382229" sldId="294"/>
            <ac:inkMk id="90" creationId="{A813C078-8983-EF9F-88C3-622798A8AC54}"/>
          </ac:inkMkLst>
        </pc:inkChg>
        <pc:inkChg chg="add">
          <ac:chgData name="Bowen Cheek" userId="8fca192e-0677-4b46-9386-7af871cc0c0f" providerId="ADAL" clId="{A7C2DF13-9E9B-41A5-8CD9-30DC2F6668C6}" dt="2026-04-27T16:35:26.816" v="3742" actId="9405"/>
          <ac:inkMkLst>
            <pc:docMk/>
            <pc:sldMk cId="3753382229" sldId="294"/>
            <ac:inkMk id="90" creationId="{F07213A6-98F6-26AD-46D0-EBD2565096F9}"/>
          </ac:inkMkLst>
        </pc:inkChg>
        <pc:inkChg chg="add mod">
          <ac:chgData name="Bowen Cheek" userId="8fca192e-0677-4b46-9386-7af871cc0c0f" providerId="ADAL" clId="{A7C2DF13-9E9B-41A5-8CD9-30DC2F6668C6}" dt="2026-04-27T13:28:09.428" v="3224"/>
          <ac:inkMkLst>
            <pc:docMk/>
            <pc:sldMk cId="3753382229" sldId="294"/>
            <ac:inkMk id="91" creationId="{42A87320-E2D9-D4F3-C002-9E4A745F98BA}"/>
          </ac:inkMkLst>
        </pc:inkChg>
        <pc:inkChg chg="add">
          <ac:chgData name="Bowen Cheek" userId="8fca192e-0677-4b46-9386-7af871cc0c0f" providerId="ADAL" clId="{A7C2DF13-9E9B-41A5-8CD9-30DC2F6668C6}" dt="2026-04-27T16:35:27.324" v="3743" actId="9405"/>
          <ac:inkMkLst>
            <pc:docMk/>
            <pc:sldMk cId="3753382229" sldId="294"/>
            <ac:inkMk id="91" creationId="{4D5CC1DC-B971-7A42-302B-F25E17A3986B}"/>
          </ac:inkMkLst>
        </pc:inkChg>
        <pc:inkChg chg="add mod">
          <ac:chgData name="Bowen Cheek" userId="8fca192e-0677-4b46-9386-7af871cc0c0f" providerId="ADAL" clId="{A7C2DF13-9E9B-41A5-8CD9-30DC2F6668C6}" dt="2026-04-27T13:28:09.428" v="3224"/>
          <ac:inkMkLst>
            <pc:docMk/>
            <pc:sldMk cId="3753382229" sldId="294"/>
            <ac:inkMk id="92" creationId="{334B7E96-7546-93AA-A2E5-0CA582B0F86A}"/>
          </ac:inkMkLst>
        </pc:inkChg>
        <pc:inkChg chg="add">
          <ac:chgData name="Bowen Cheek" userId="8fca192e-0677-4b46-9386-7af871cc0c0f" providerId="ADAL" clId="{A7C2DF13-9E9B-41A5-8CD9-30DC2F6668C6}" dt="2026-04-27T16:35:27.577" v="3744" actId="9405"/>
          <ac:inkMkLst>
            <pc:docMk/>
            <pc:sldMk cId="3753382229" sldId="294"/>
            <ac:inkMk id="92" creationId="{8A7EFCF2-E45B-FAFA-28C3-0CE7556A9EE4}"/>
          </ac:inkMkLst>
        </pc:inkChg>
        <pc:inkChg chg="add mod">
          <ac:chgData name="Bowen Cheek" userId="8fca192e-0677-4b46-9386-7af871cc0c0f" providerId="ADAL" clId="{A7C2DF13-9E9B-41A5-8CD9-30DC2F6668C6}" dt="2026-04-27T13:28:09.428" v="3224"/>
          <ac:inkMkLst>
            <pc:docMk/>
            <pc:sldMk cId="3753382229" sldId="294"/>
            <ac:inkMk id="93" creationId="{0EC9DD84-A1E8-D174-2D52-9FE9B9863838}"/>
          </ac:inkMkLst>
        </pc:inkChg>
        <pc:inkChg chg="add">
          <ac:chgData name="Bowen Cheek" userId="8fca192e-0677-4b46-9386-7af871cc0c0f" providerId="ADAL" clId="{A7C2DF13-9E9B-41A5-8CD9-30DC2F6668C6}" dt="2026-04-27T16:35:27.815" v="3745" actId="9405"/>
          <ac:inkMkLst>
            <pc:docMk/>
            <pc:sldMk cId="3753382229" sldId="294"/>
            <ac:inkMk id="93" creationId="{31F83980-EF3B-8B2E-A59E-1446BDE04BCA}"/>
          </ac:inkMkLst>
        </pc:inkChg>
        <pc:inkChg chg="add">
          <ac:chgData name="Bowen Cheek" userId="8fca192e-0677-4b46-9386-7af871cc0c0f" providerId="ADAL" clId="{A7C2DF13-9E9B-41A5-8CD9-30DC2F6668C6}" dt="2026-04-27T16:35:28.432" v="3746" actId="9405"/>
          <ac:inkMkLst>
            <pc:docMk/>
            <pc:sldMk cId="3753382229" sldId="294"/>
            <ac:inkMk id="94" creationId="{7AD346D4-E7F4-4D11-BB10-CBE66FA5CE14}"/>
          </ac:inkMkLst>
        </pc:inkChg>
        <pc:inkChg chg="add mod">
          <ac:chgData name="Bowen Cheek" userId="8fca192e-0677-4b46-9386-7af871cc0c0f" providerId="ADAL" clId="{A7C2DF13-9E9B-41A5-8CD9-30DC2F6668C6}" dt="2026-04-27T13:28:09.428" v="3224"/>
          <ac:inkMkLst>
            <pc:docMk/>
            <pc:sldMk cId="3753382229" sldId="294"/>
            <ac:inkMk id="94" creationId="{EDE5FAE6-2698-10B6-D819-C7E633BBABA5}"/>
          </ac:inkMkLst>
        </pc:inkChg>
        <pc:inkChg chg="add">
          <ac:chgData name="Bowen Cheek" userId="8fca192e-0677-4b46-9386-7af871cc0c0f" providerId="ADAL" clId="{A7C2DF13-9E9B-41A5-8CD9-30DC2F6668C6}" dt="2026-04-27T13:28:15.974" v="3225" actId="9405"/>
          <ac:inkMkLst>
            <pc:docMk/>
            <pc:sldMk cId="3753382229" sldId="294"/>
            <ac:inkMk id="96" creationId="{47A634F6-1F2C-F7F8-B0FE-F280ECCD9CFB}"/>
          </ac:inkMkLst>
        </pc:inkChg>
        <pc:inkChg chg="add">
          <ac:chgData name="Bowen Cheek" userId="8fca192e-0677-4b46-9386-7af871cc0c0f" providerId="ADAL" clId="{A7C2DF13-9E9B-41A5-8CD9-30DC2F6668C6}" dt="2026-04-27T16:36:01.291" v="3748" actId="9405"/>
          <ac:inkMkLst>
            <pc:docMk/>
            <pc:sldMk cId="3753382229" sldId="294"/>
            <ac:inkMk id="96" creationId="{9C400DE7-C031-572F-44F9-9C2BBDCCACEF}"/>
          </ac:inkMkLst>
        </pc:inkChg>
        <pc:inkChg chg="add">
          <ac:chgData name="Bowen Cheek" userId="8fca192e-0677-4b46-9386-7af871cc0c0f" providerId="ADAL" clId="{A7C2DF13-9E9B-41A5-8CD9-30DC2F6668C6}" dt="2026-04-27T13:28:29.702" v="3226" actId="9405"/>
          <ac:inkMkLst>
            <pc:docMk/>
            <pc:sldMk cId="3753382229" sldId="294"/>
            <ac:inkMk id="97" creationId="{205FA745-3D2E-1B9B-84D0-A9F006C4ECBB}"/>
          </ac:inkMkLst>
        </pc:inkChg>
        <pc:inkChg chg="add">
          <ac:chgData name="Bowen Cheek" userId="8fca192e-0677-4b46-9386-7af871cc0c0f" providerId="ADAL" clId="{A7C2DF13-9E9B-41A5-8CD9-30DC2F6668C6}" dt="2026-04-27T16:36:02.085" v="3749" actId="9405"/>
          <ac:inkMkLst>
            <pc:docMk/>
            <pc:sldMk cId="3753382229" sldId="294"/>
            <ac:inkMk id="97" creationId="{6667C65C-EE5E-DE51-AE65-B2B598A09250}"/>
          </ac:inkMkLst>
        </pc:inkChg>
        <pc:inkChg chg="add">
          <ac:chgData name="Bowen Cheek" userId="8fca192e-0677-4b46-9386-7af871cc0c0f" providerId="ADAL" clId="{A7C2DF13-9E9B-41A5-8CD9-30DC2F6668C6}" dt="2026-04-27T16:36:02.291" v="3750" actId="9405"/>
          <ac:inkMkLst>
            <pc:docMk/>
            <pc:sldMk cId="3753382229" sldId="294"/>
            <ac:inkMk id="98" creationId="{6A85CC5D-B8E0-4840-8D80-C4763CAC9F55}"/>
          </ac:inkMkLst>
        </pc:inkChg>
        <pc:inkChg chg="add">
          <ac:chgData name="Bowen Cheek" userId="8fca192e-0677-4b46-9386-7af871cc0c0f" providerId="ADAL" clId="{A7C2DF13-9E9B-41A5-8CD9-30DC2F6668C6}" dt="2026-04-27T13:28:56.729" v="3227" actId="9405"/>
          <ac:inkMkLst>
            <pc:docMk/>
            <pc:sldMk cId="3753382229" sldId="294"/>
            <ac:inkMk id="98" creationId="{6C036964-48C7-2A38-7938-D771B257AAA9}"/>
          </ac:inkMkLst>
        </pc:inkChg>
        <pc:inkChg chg="add">
          <ac:chgData name="Bowen Cheek" userId="8fca192e-0677-4b46-9386-7af871cc0c0f" providerId="ADAL" clId="{A7C2DF13-9E9B-41A5-8CD9-30DC2F6668C6}" dt="2026-04-27T16:36:02.798" v="3751" actId="9405"/>
          <ac:inkMkLst>
            <pc:docMk/>
            <pc:sldMk cId="3753382229" sldId="294"/>
            <ac:inkMk id="99" creationId="{9059BA3B-9D28-1169-DF61-083305ABFE96}"/>
          </ac:inkMkLst>
        </pc:inkChg>
        <pc:inkChg chg="add mod">
          <ac:chgData name="Bowen Cheek" userId="8fca192e-0677-4b46-9386-7af871cc0c0f" providerId="ADAL" clId="{A7C2DF13-9E9B-41A5-8CD9-30DC2F6668C6}" dt="2026-04-27T13:29:01.873" v="3231"/>
          <ac:inkMkLst>
            <pc:docMk/>
            <pc:sldMk cId="3753382229" sldId="294"/>
            <ac:inkMk id="99" creationId="{E9941CED-CCE4-1FC8-70F0-E88D582CE4CB}"/>
          </ac:inkMkLst>
        </pc:inkChg>
        <pc:inkChg chg="add mod">
          <ac:chgData name="Bowen Cheek" userId="8fca192e-0677-4b46-9386-7af871cc0c0f" providerId="ADAL" clId="{A7C2DF13-9E9B-41A5-8CD9-30DC2F6668C6}" dt="2026-04-27T13:29:01.873" v="3231"/>
          <ac:inkMkLst>
            <pc:docMk/>
            <pc:sldMk cId="3753382229" sldId="294"/>
            <ac:inkMk id="100" creationId="{23CA0C8D-42D1-26DE-7054-AE01EED64205}"/>
          </ac:inkMkLst>
        </pc:inkChg>
        <pc:inkChg chg="add">
          <ac:chgData name="Bowen Cheek" userId="8fca192e-0677-4b46-9386-7af871cc0c0f" providerId="ADAL" clId="{A7C2DF13-9E9B-41A5-8CD9-30DC2F6668C6}" dt="2026-04-27T16:36:03.020" v="3752" actId="9405"/>
          <ac:inkMkLst>
            <pc:docMk/>
            <pc:sldMk cId="3753382229" sldId="294"/>
            <ac:inkMk id="100" creationId="{A6971736-2F15-A376-6206-9490BC6E8E76}"/>
          </ac:inkMkLst>
        </pc:inkChg>
        <pc:inkChg chg="add mod">
          <ac:chgData name="Bowen Cheek" userId="8fca192e-0677-4b46-9386-7af871cc0c0f" providerId="ADAL" clId="{A7C2DF13-9E9B-41A5-8CD9-30DC2F6668C6}" dt="2026-04-27T13:29:01.873" v="3231"/>
          <ac:inkMkLst>
            <pc:docMk/>
            <pc:sldMk cId="3753382229" sldId="294"/>
            <ac:inkMk id="101" creationId="{2BA0951E-427A-EFE7-B443-BA550B336EF4}"/>
          </ac:inkMkLst>
        </pc:inkChg>
        <pc:inkChg chg="add">
          <ac:chgData name="Bowen Cheek" userId="8fca192e-0677-4b46-9386-7af871cc0c0f" providerId="ADAL" clId="{A7C2DF13-9E9B-41A5-8CD9-30DC2F6668C6}" dt="2026-04-27T16:36:03.495" v="3753" actId="9405"/>
          <ac:inkMkLst>
            <pc:docMk/>
            <pc:sldMk cId="3753382229" sldId="294"/>
            <ac:inkMk id="101" creationId="{72193772-0CA1-C6EC-DF97-CF0F55AB74E9}"/>
          </ac:inkMkLst>
        </pc:inkChg>
        <pc:inkChg chg="add">
          <ac:chgData name="Bowen Cheek" userId="8fca192e-0677-4b46-9386-7af871cc0c0f" providerId="ADAL" clId="{A7C2DF13-9E9B-41A5-8CD9-30DC2F6668C6}" dt="2026-04-27T16:36:03.828" v="3754" actId="9405"/>
          <ac:inkMkLst>
            <pc:docMk/>
            <pc:sldMk cId="3753382229" sldId="294"/>
            <ac:inkMk id="102" creationId="{C5D843CF-F7C2-0D57-B750-FEADCF57206C}"/>
          </ac:inkMkLst>
        </pc:inkChg>
        <pc:inkChg chg="add">
          <ac:chgData name="Bowen Cheek" userId="8fca192e-0677-4b46-9386-7af871cc0c0f" providerId="ADAL" clId="{A7C2DF13-9E9B-41A5-8CD9-30DC2F6668C6}" dt="2026-04-27T13:29:54.426" v="3232" actId="9405"/>
          <ac:inkMkLst>
            <pc:docMk/>
            <pc:sldMk cId="3753382229" sldId="294"/>
            <ac:inkMk id="103" creationId="{4E40F4D2-195B-5392-F108-1FC46DEA2093}"/>
          </ac:inkMkLst>
        </pc:inkChg>
        <pc:inkChg chg="add">
          <ac:chgData name="Bowen Cheek" userId="8fca192e-0677-4b46-9386-7af871cc0c0f" providerId="ADAL" clId="{A7C2DF13-9E9B-41A5-8CD9-30DC2F6668C6}" dt="2026-04-27T16:36:04.034" v="3755" actId="9405"/>
          <ac:inkMkLst>
            <pc:docMk/>
            <pc:sldMk cId="3753382229" sldId="294"/>
            <ac:inkMk id="103" creationId="{A2AA1DCA-AA18-CB5B-B885-09084CC2705B}"/>
          </ac:inkMkLst>
        </pc:inkChg>
        <pc:inkChg chg="add">
          <ac:chgData name="Bowen Cheek" userId="8fca192e-0677-4b46-9386-7af871cc0c0f" providerId="ADAL" clId="{A7C2DF13-9E9B-41A5-8CD9-30DC2F6668C6}" dt="2026-04-27T16:36:04.383" v="3756" actId="9405"/>
          <ac:inkMkLst>
            <pc:docMk/>
            <pc:sldMk cId="3753382229" sldId="294"/>
            <ac:inkMk id="104" creationId="{4DF591CD-350C-CBE8-CA3F-B57E9C223584}"/>
          </ac:inkMkLst>
        </pc:inkChg>
        <pc:inkChg chg="add">
          <ac:chgData name="Bowen Cheek" userId="8fca192e-0677-4b46-9386-7af871cc0c0f" providerId="ADAL" clId="{A7C2DF13-9E9B-41A5-8CD9-30DC2F6668C6}" dt="2026-04-27T13:30:10.386" v="3233" actId="9405"/>
          <ac:inkMkLst>
            <pc:docMk/>
            <pc:sldMk cId="3753382229" sldId="294"/>
            <ac:inkMk id="104" creationId="{86C7241F-9F6C-ADB1-E870-6CF747D403A7}"/>
          </ac:inkMkLst>
        </pc:inkChg>
        <pc:inkChg chg="add">
          <ac:chgData name="Bowen Cheek" userId="8fca192e-0677-4b46-9386-7af871cc0c0f" providerId="ADAL" clId="{A7C2DF13-9E9B-41A5-8CD9-30DC2F6668C6}" dt="2026-04-27T13:30:15.862" v="3234" actId="9405"/>
          <ac:inkMkLst>
            <pc:docMk/>
            <pc:sldMk cId="3753382229" sldId="294"/>
            <ac:inkMk id="105" creationId="{81F5FDEF-EA07-AD97-5944-3899E8E3F21C}"/>
          </ac:inkMkLst>
        </pc:inkChg>
        <pc:inkChg chg="add">
          <ac:chgData name="Bowen Cheek" userId="8fca192e-0677-4b46-9386-7af871cc0c0f" providerId="ADAL" clId="{A7C2DF13-9E9B-41A5-8CD9-30DC2F6668C6}" dt="2026-04-27T16:36:04.574" v="3757" actId="9405"/>
          <ac:inkMkLst>
            <pc:docMk/>
            <pc:sldMk cId="3753382229" sldId="294"/>
            <ac:inkMk id="105" creationId="{B27DB269-CF8E-45FB-9CB9-118EEBECA24B}"/>
          </ac:inkMkLst>
        </pc:inkChg>
        <pc:inkChg chg="add mod">
          <ac:chgData name="Bowen Cheek" userId="8fca192e-0677-4b46-9386-7af871cc0c0f" providerId="ADAL" clId="{A7C2DF13-9E9B-41A5-8CD9-30DC2F6668C6}" dt="2026-04-27T16:36:06.361" v="3761"/>
          <ac:inkMkLst>
            <pc:docMk/>
            <pc:sldMk cId="3753382229" sldId="294"/>
            <ac:inkMk id="106" creationId="{C8225EE4-F7E0-C087-1A1E-50917BAE4C84}"/>
          </ac:inkMkLst>
        </pc:inkChg>
        <pc:inkChg chg="add mod">
          <ac:chgData name="Bowen Cheek" userId="8fca192e-0677-4b46-9386-7af871cc0c0f" providerId="ADAL" clId="{A7C2DF13-9E9B-41A5-8CD9-30DC2F6668C6}" dt="2026-04-27T13:30:21.320" v="3244"/>
          <ac:inkMkLst>
            <pc:docMk/>
            <pc:sldMk cId="3753382229" sldId="294"/>
            <ac:inkMk id="106" creationId="{D209199F-6D57-E287-08CA-0AE3017DCEA9}"/>
          </ac:inkMkLst>
        </pc:inkChg>
        <pc:inkChg chg="add mod">
          <ac:chgData name="Bowen Cheek" userId="8fca192e-0677-4b46-9386-7af871cc0c0f" providerId="ADAL" clId="{A7C2DF13-9E9B-41A5-8CD9-30DC2F6668C6}" dt="2026-04-27T13:30:21.320" v="3244"/>
          <ac:inkMkLst>
            <pc:docMk/>
            <pc:sldMk cId="3753382229" sldId="294"/>
            <ac:inkMk id="107" creationId="{225877C8-6802-3465-B804-2BE556C187A7}"/>
          </ac:inkMkLst>
        </pc:inkChg>
        <pc:inkChg chg="add">
          <ac:chgData name="Bowen Cheek" userId="8fca192e-0677-4b46-9386-7af871cc0c0f" providerId="ADAL" clId="{A7C2DF13-9E9B-41A5-8CD9-30DC2F6668C6}" dt="2026-04-27T16:36:05.288" v="3759" actId="9405"/>
          <ac:inkMkLst>
            <pc:docMk/>
            <pc:sldMk cId="3753382229" sldId="294"/>
            <ac:inkMk id="107" creationId="{346D3AE6-9B1F-5330-B1E8-6CFDFC0CD85D}"/>
          </ac:inkMkLst>
        </pc:inkChg>
        <pc:inkChg chg="add">
          <ac:chgData name="Bowen Cheek" userId="8fca192e-0677-4b46-9386-7af871cc0c0f" providerId="ADAL" clId="{A7C2DF13-9E9B-41A5-8CD9-30DC2F6668C6}" dt="2026-04-27T16:36:05.763" v="3760" actId="9405"/>
          <ac:inkMkLst>
            <pc:docMk/>
            <pc:sldMk cId="3753382229" sldId="294"/>
            <ac:inkMk id="108" creationId="{75D5A030-C0D8-9455-9E6D-3CF36A8D4E8E}"/>
          </ac:inkMkLst>
        </pc:inkChg>
        <pc:inkChg chg="add">
          <ac:chgData name="Bowen Cheek" userId="8fca192e-0677-4b46-9386-7af871cc0c0f" providerId="ADAL" clId="{A7C2DF13-9E9B-41A5-8CD9-30DC2F6668C6}" dt="2026-04-27T13:30:17.374" v="3237" actId="9405"/>
          <ac:inkMkLst>
            <pc:docMk/>
            <pc:sldMk cId="3753382229" sldId="294"/>
            <ac:inkMk id="108" creationId="{81C4D3DE-8AB5-E409-6D69-BD641E2B604F}"/>
          </ac:inkMkLst>
        </pc:inkChg>
        <pc:inkChg chg="add mod">
          <ac:chgData name="Bowen Cheek" userId="8fca192e-0677-4b46-9386-7af871cc0c0f" providerId="ADAL" clId="{A7C2DF13-9E9B-41A5-8CD9-30DC2F6668C6}" dt="2026-04-27T13:30:21.320" v="3244"/>
          <ac:inkMkLst>
            <pc:docMk/>
            <pc:sldMk cId="3753382229" sldId="294"/>
            <ac:inkMk id="109" creationId="{E6AE211D-799B-62A5-9185-75C64F6D94BD}"/>
          </ac:inkMkLst>
        </pc:inkChg>
        <pc:inkChg chg="add mod">
          <ac:chgData name="Bowen Cheek" userId="8fca192e-0677-4b46-9386-7af871cc0c0f" providerId="ADAL" clId="{A7C2DF13-9E9B-41A5-8CD9-30DC2F6668C6}" dt="2026-04-27T13:30:21.320" v="3244"/>
          <ac:inkMkLst>
            <pc:docMk/>
            <pc:sldMk cId="3753382229" sldId="294"/>
            <ac:inkMk id="110" creationId="{2AD41EB5-D0B6-EC64-4AFC-DBD305322B09}"/>
          </ac:inkMkLst>
        </pc:inkChg>
        <pc:inkChg chg="add mod">
          <ac:chgData name="Bowen Cheek" userId="8fca192e-0677-4b46-9386-7af871cc0c0f" providerId="ADAL" clId="{A7C2DF13-9E9B-41A5-8CD9-30DC2F6668C6}" dt="2026-04-27T16:37:59.253" v="3770"/>
          <ac:inkMkLst>
            <pc:docMk/>
            <pc:sldMk cId="3753382229" sldId="294"/>
            <ac:inkMk id="110" creationId="{B810C814-3051-ADF9-32A6-9C2321CD5191}"/>
          </ac:inkMkLst>
        </pc:inkChg>
        <pc:inkChg chg="add mod">
          <ac:chgData name="Bowen Cheek" userId="8fca192e-0677-4b46-9386-7af871cc0c0f" providerId="ADAL" clId="{A7C2DF13-9E9B-41A5-8CD9-30DC2F6668C6}" dt="2026-04-27T16:37:59.253" v="3770"/>
          <ac:inkMkLst>
            <pc:docMk/>
            <pc:sldMk cId="3753382229" sldId="294"/>
            <ac:inkMk id="111" creationId="{1E0FE9EC-C5D3-37FF-644D-7D02CD4BD5FC}"/>
          </ac:inkMkLst>
        </pc:inkChg>
        <pc:inkChg chg="add mod">
          <ac:chgData name="Bowen Cheek" userId="8fca192e-0677-4b46-9386-7af871cc0c0f" providerId="ADAL" clId="{A7C2DF13-9E9B-41A5-8CD9-30DC2F6668C6}" dt="2026-04-27T13:30:21.320" v="3244"/>
          <ac:inkMkLst>
            <pc:docMk/>
            <pc:sldMk cId="3753382229" sldId="294"/>
            <ac:inkMk id="111" creationId="{F4C51E92-2576-2526-969F-1F3D40C32865}"/>
          </ac:inkMkLst>
        </pc:inkChg>
        <pc:inkChg chg="add mod">
          <ac:chgData name="Bowen Cheek" userId="8fca192e-0677-4b46-9386-7af871cc0c0f" providerId="ADAL" clId="{A7C2DF13-9E9B-41A5-8CD9-30DC2F6668C6}" dt="2026-04-27T16:37:59.253" v="3770"/>
          <ac:inkMkLst>
            <pc:docMk/>
            <pc:sldMk cId="3753382229" sldId="294"/>
            <ac:inkMk id="112" creationId="{37698F06-236D-B8FB-1976-B0A944BB7A42}"/>
          </ac:inkMkLst>
        </pc:inkChg>
        <pc:inkChg chg="add mod">
          <ac:chgData name="Bowen Cheek" userId="8fca192e-0677-4b46-9386-7af871cc0c0f" providerId="ADAL" clId="{A7C2DF13-9E9B-41A5-8CD9-30DC2F6668C6}" dt="2026-04-27T13:30:21.320" v="3244"/>
          <ac:inkMkLst>
            <pc:docMk/>
            <pc:sldMk cId="3753382229" sldId="294"/>
            <ac:inkMk id="112" creationId="{C5682DD2-3D53-7876-0B1A-BC06EA48CB1C}"/>
          </ac:inkMkLst>
        </pc:inkChg>
        <pc:inkChg chg="add mod">
          <ac:chgData name="Bowen Cheek" userId="8fca192e-0677-4b46-9386-7af871cc0c0f" providerId="ADAL" clId="{A7C2DF13-9E9B-41A5-8CD9-30DC2F6668C6}" dt="2026-04-27T13:30:21.320" v="3244"/>
          <ac:inkMkLst>
            <pc:docMk/>
            <pc:sldMk cId="3753382229" sldId="294"/>
            <ac:inkMk id="113" creationId="{323E53F4-E075-BB98-9E2B-C637448D06A2}"/>
          </ac:inkMkLst>
        </pc:inkChg>
        <pc:inkChg chg="add mod">
          <ac:chgData name="Bowen Cheek" userId="8fca192e-0677-4b46-9386-7af871cc0c0f" providerId="ADAL" clId="{A7C2DF13-9E9B-41A5-8CD9-30DC2F6668C6}" dt="2026-04-27T16:37:59.253" v="3770"/>
          <ac:inkMkLst>
            <pc:docMk/>
            <pc:sldMk cId="3753382229" sldId="294"/>
            <ac:inkMk id="113" creationId="{3BCF7752-FBC2-293F-44BD-9B3B788AA7E8}"/>
          </ac:inkMkLst>
        </pc:inkChg>
        <pc:inkChg chg="add mod">
          <ac:chgData name="Bowen Cheek" userId="8fca192e-0677-4b46-9386-7af871cc0c0f" providerId="ADAL" clId="{A7C2DF13-9E9B-41A5-8CD9-30DC2F6668C6}" dt="2026-04-27T13:30:21.320" v="3244"/>
          <ac:inkMkLst>
            <pc:docMk/>
            <pc:sldMk cId="3753382229" sldId="294"/>
            <ac:inkMk id="114" creationId="{418A8A80-E3DA-5AC6-EB53-C054C58F6CAD}"/>
          </ac:inkMkLst>
        </pc:inkChg>
        <pc:inkChg chg="add mod">
          <ac:chgData name="Bowen Cheek" userId="8fca192e-0677-4b46-9386-7af871cc0c0f" providerId="ADAL" clId="{A7C2DF13-9E9B-41A5-8CD9-30DC2F6668C6}" dt="2026-04-27T16:37:59.253" v="3770"/>
          <ac:inkMkLst>
            <pc:docMk/>
            <pc:sldMk cId="3753382229" sldId="294"/>
            <ac:inkMk id="114" creationId="{68AB866C-8E55-6603-378F-26CD0D08BDE8}"/>
          </ac:inkMkLst>
        </pc:inkChg>
        <pc:inkChg chg="add del mod">
          <ac:chgData name="Bowen Cheek" userId="8fca192e-0677-4b46-9386-7af871cc0c0f" providerId="ADAL" clId="{A7C2DF13-9E9B-41A5-8CD9-30DC2F6668C6}" dt="2026-04-27T16:37:59.253" v="3770"/>
          <ac:inkMkLst>
            <pc:docMk/>
            <pc:sldMk cId="3753382229" sldId="294"/>
            <ac:inkMk id="116" creationId="{E756FDC6-5E10-0311-294B-231106641E47}"/>
          </ac:inkMkLst>
        </pc:inkChg>
        <pc:inkChg chg="add">
          <ac:chgData name="Bowen Cheek" userId="8fca192e-0677-4b46-9386-7af871cc0c0f" providerId="ADAL" clId="{A7C2DF13-9E9B-41A5-8CD9-30DC2F6668C6}" dt="2026-04-27T13:30:29.322" v="3245" actId="9405"/>
          <ac:inkMkLst>
            <pc:docMk/>
            <pc:sldMk cId="3753382229" sldId="294"/>
            <ac:inkMk id="117" creationId="{CE0D5E56-82D3-016E-E03C-DAA02DD51840}"/>
          </ac:inkMkLst>
        </pc:inkChg>
        <pc:inkChg chg="add mod">
          <ac:chgData name="Bowen Cheek" userId="8fca192e-0677-4b46-9386-7af871cc0c0f" providerId="ADAL" clId="{A7C2DF13-9E9B-41A5-8CD9-30DC2F6668C6}" dt="2026-04-27T13:30:41.893" v="3257"/>
          <ac:inkMkLst>
            <pc:docMk/>
            <pc:sldMk cId="3753382229" sldId="294"/>
            <ac:inkMk id="118" creationId="{C3BC4E06-D796-03F4-9B18-8A1142BAF584}"/>
          </ac:inkMkLst>
        </pc:inkChg>
        <pc:inkChg chg="add mod">
          <ac:chgData name="Bowen Cheek" userId="8fca192e-0677-4b46-9386-7af871cc0c0f" providerId="ADAL" clId="{A7C2DF13-9E9B-41A5-8CD9-30DC2F6668C6}" dt="2026-04-27T16:38:04.240" v="3777"/>
          <ac:inkMkLst>
            <pc:docMk/>
            <pc:sldMk cId="3753382229" sldId="294"/>
            <ac:inkMk id="118" creationId="{C653D24B-B531-4EC8-834E-DB21F2BAFE12}"/>
          </ac:inkMkLst>
        </pc:inkChg>
        <pc:inkChg chg="add mod">
          <ac:chgData name="Bowen Cheek" userId="8fca192e-0677-4b46-9386-7af871cc0c0f" providerId="ADAL" clId="{A7C2DF13-9E9B-41A5-8CD9-30DC2F6668C6}" dt="2026-04-27T13:30:41.893" v="3257"/>
          <ac:inkMkLst>
            <pc:docMk/>
            <pc:sldMk cId="3753382229" sldId="294"/>
            <ac:inkMk id="119" creationId="{4F46A9A5-3F85-B233-FF31-2999DFF49E17}"/>
          </ac:inkMkLst>
        </pc:inkChg>
        <pc:inkChg chg="add mod">
          <ac:chgData name="Bowen Cheek" userId="8fca192e-0677-4b46-9386-7af871cc0c0f" providerId="ADAL" clId="{A7C2DF13-9E9B-41A5-8CD9-30DC2F6668C6}" dt="2026-04-27T16:38:04.240" v="3777"/>
          <ac:inkMkLst>
            <pc:docMk/>
            <pc:sldMk cId="3753382229" sldId="294"/>
            <ac:inkMk id="119" creationId="{DA495FDC-8CB0-E355-37E2-5D52EF21227B}"/>
          </ac:inkMkLst>
        </pc:inkChg>
        <pc:inkChg chg="add mod">
          <ac:chgData name="Bowen Cheek" userId="8fca192e-0677-4b46-9386-7af871cc0c0f" providerId="ADAL" clId="{A7C2DF13-9E9B-41A5-8CD9-30DC2F6668C6}" dt="2026-04-27T13:30:41.893" v="3257"/>
          <ac:inkMkLst>
            <pc:docMk/>
            <pc:sldMk cId="3753382229" sldId="294"/>
            <ac:inkMk id="120" creationId="{3634A4BA-F8A1-A4D8-9F8D-E595C74BF0B9}"/>
          </ac:inkMkLst>
        </pc:inkChg>
        <pc:inkChg chg="add mod">
          <ac:chgData name="Bowen Cheek" userId="8fca192e-0677-4b46-9386-7af871cc0c0f" providerId="ADAL" clId="{A7C2DF13-9E9B-41A5-8CD9-30DC2F6668C6}" dt="2026-04-27T16:38:04.240" v="3777"/>
          <ac:inkMkLst>
            <pc:docMk/>
            <pc:sldMk cId="3753382229" sldId="294"/>
            <ac:inkMk id="120" creationId="{D9C5A274-F755-E49B-B5E9-982A339D52BF}"/>
          </ac:inkMkLst>
        </pc:inkChg>
        <pc:inkChg chg="add mod">
          <ac:chgData name="Bowen Cheek" userId="8fca192e-0677-4b46-9386-7af871cc0c0f" providerId="ADAL" clId="{A7C2DF13-9E9B-41A5-8CD9-30DC2F6668C6}" dt="2026-04-27T16:38:04.240" v="3777"/>
          <ac:inkMkLst>
            <pc:docMk/>
            <pc:sldMk cId="3753382229" sldId="294"/>
            <ac:inkMk id="121" creationId="{A59A1AFB-D095-B677-BA3F-726217F13F1B}"/>
          </ac:inkMkLst>
        </pc:inkChg>
        <pc:inkChg chg="add mod">
          <ac:chgData name="Bowen Cheek" userId="8fca192e-0677-4b46-9386-7af871cc0c0f" providerId="ADAL" clId="{A7C2DF13-9E9B-41A5-8CD9-30DC2F6668C6}" dt="2026-04-27T13:30:41.893" v="3257"/>
          <ac:inkMkLst>
            <pc:docMk/>
            <pc:sldMk cId="3753382229" sldId="294"/>
            <ac:inkMk id="121" creationId="{CB1032AB-2728-6CAF-3AB5-A350494D0863}"/>
          </ac:inkMkLst>
        </pc:inkChg>
        <pc:inkChg chg="add mod">
          <ac:chgData name="Bowen Cheek" userId="8fca192e-0677-4b46-9386-7af871cc0c0f" providerId="ADAL" clId="{A7C2DF13-9E9B-41A5-8CD9-30DC2F6668C6}" dt="2026-04-27T16:38:04.240" v="3777"/>
          <ac:inkMkLst>
            <pc:docMk/>
            <pc:sldMk cId="3753382229" sldId="294"/>
            <ac:inkMk id="122" creationId="{1C30FFD0-6923-8040-B7D9-5F8DFF56A670}"/>
          </ac:inkMkLst>
        </pc:inkChg>
        <pc:inkChg chg="add mod">
          <ac:chgData name="Bowen Cheek" userId="8fca192e-0677-4b46-9386-7af871cc0c0f" providerId="ADAL" clId="{A7C2DF13-9E9B-41A5-8CD9-30DC2F6668C6}" dt="2026-04-27T13:30:41.893" v="3257"/>
          <ac:inkMkLst>
            <pc:docMk/>
            <pc:sldMk cId="3753382229" sldId="294"/>
            <ac:inkMk id="122" creationId="{A64C0CF2-8A90-3073-0647-2FEB212D6045}"/>
          </ac:inkMkLst>
        </pc:inkChg>
        <pc:inkChg chg="add">
          <ac:chgData name="Bowen Cheek" userId="8fca192e-0677-4b46-9386-7af871cc0c0f" providerId="ADAL" clId="{A7C2DF13-9E9B-41A5-8CD9-30DC2F6668C6}" dt="2026-04-27T13:30:37.028" v="3251" actId="9405"/>
          <ac:inkMkLst>
            <pc:docMk/>
            <pc:sldMk cId="3753382229" sldId="294"/>
            <ac:inkMk id="123" creationId="{42A09F4F-98E1-9F8E-5298-3CBE5CF2096A}"/>
          </ac:inkMkLst>
        </pc:inkChg>
        <pc:inkChg chg="add mod">
          <ac:chgData name="Bowen Cheek" userId="8fca192e-0677-4b46-9386-7af871cc0c0f" providerId="ADAL" clId="{A7C2DF13-9E9B-41A5-8CD9-30DC2F6668C6}" dt="2026-04-27T16:38:04.240" v="3777"/>
          <ac:inkMkLst>
            <pc:docMk/>
            <pc:sldMk cId="3753382229" sldId="294"/>
            <ac:inkMk id="123" creationId="{CFC816A2-A5C3-7531-BFEE-7DBD2F0D8FAC}"/>
          </ac:inkMkLst>
        </pc:inkChg>
        <pc:inkChg chg="add">
          <ac:chgData name="Bowen Cheek" userId="8fca192e-0677-4b46-9386-7af871cc0c0f" providerId="ADAL" clId="{A7C2DF13-9E9B-41A5-8CD9-30DC2F6668C6}" dt="2026-04-27T13:30:37.742" v="3252" actId="9405"/>
          <ac:inkMkLst>
            <pc:docMk/>
            <pc:sldMk cId="3753382229" sldId="294"/>
            <ac:inkMk id="124" creationId="{89872118-16D7-5750-29DD-92A07CC9B53B}"/>
          </ac:inkMkLst>
        </pc:inkChg>
        <pc:inkChg chg="add">
          <ac:chgData name="Bowen Cheek" userId="8fca192e-0677-4b46-9386-7af871cc0c0f" providerId="ADAL" clId="{A7C2DF13-9E9B-41A5-8CD9-30DC2F6668C6}" dt="2026-04-27T16:38:06.211" v="3778" actId="9405"/>
          <ac:inkMkLst>
            <pc:docMk/>
            <pc:sldMk cId="3753382229" sldId="294"/>
            <ac:inkMk id="125" creationId="{358125B0-CB8D-C615-75AF-DE445C35523C}"/>
          </ac:inkMkLst>
        </pc:inkChg>
        <pc:inkChg chg="add mod">
          <ac:chgData name="Bowen Cheek" userId="8fca192e-0677-4b46-9386-7af871cc0c0f" providerId="ADAL" clId="{A7C2DF13-9E9B-41A5-8CD9-30DC2F6668C6}" dt="2026-04-27T13:30:41.893" v="3257"/>
          <ac:inkMkLst>
            <pc:docMk/>
            <pc:sldMk cId="3753382229" sldId="294"/>
            <ac:inkMk id="125" creationId="{A6B6CB09-5ACB-4958-F6AA-94E0166868E2}"/>
          </ac:inkMkLst>
        </pc:inkChg>
        <pc:inkChg chg="add mod">
          <ac:chgData name="Bowen Cheek" userId="8fca192e-0677-4b46-9386-7af871cc0c0f" providerId="ADAL" clId="{A7C2DF13-9E9B-41A5-8CD9-30DC2F6668C6}" dt="2026-04-27T16:38:09.452" v="3783"/>
          <ac:inkMkLst>
            <pc:docMk/>
            <pc:sldMk cId="3753382229" sldId="294"/>
            <ac:inkMk id="126" creationId="{629474F1-50F5-2F12-9CDF-61968005DE70}"/>
          </ac:inkMkLst>
        </pc:inkChg>
        <pc:inkChg chg="add mod">
          <ac:chgData name="Bowen Cheek" userId="8fca192e-0677-4b46-9386-7af871cc0c0f" providerId="ADAL" clId="{A7C2DF13-9E9B-41A5-8CD9-30DC2F6668C6}" dt="2026-04-27T13:30:41.893" v="3257"/>
          <ac:inkMkLst>
            <pc:docMk/>
            <pc:sldMk cId="3753382229" sldId="294"/>
            <ac:inkMk id="126" creationId="{B1A7C4A5-A682-9E91-55C4-C43D19472B93}"/>
          </ac:inkMkLst>
        </pc:inkChg>
        <pc:inkChg chg="add mod">
          <ac:chgData name="Bowen Cheek" userId="8fca192e-0677-4b46-9386-7af871cc0c0f" providerId="ADAL" clId="{A7C2DF13-9E9B-41A5-8CD9-30DC2F6668C6}" dt="2026-04-27T13:30:41.893" v="3257"/>
          <ac:inkMkLst>
            <pc:docMk/>
            <pc:sldMk cId="3753382229" sldId="294"/>
            <ac:inkMk id="127" creationId="{0CBB8A82-FFCC-56D8-D31A-090A0698B8C5}"/>
          </ac:inkMkLst>
        </pc:inkChg>
        <pc:inkChg chg="add mod">
          <ac:chgData name="Bowen Cheek" userId="8fca192e-0677-4b46-9386-7af871cc0c0f" providerId="ADAL" clId="{A7C2DF13-9E9B-41A5-8CD9-30DC2F6668C6}" dt="2026-04-27T16:38:09.452" v="3783"/>
          <ac:inkMkLst>
            <pc:docMk/>
            <pc:sldMk cId="3753382229" sldId="294"/>
            <ac:inkMk id="127" creationId="{541DE844-729D-DE81-2816-24EE65BDBF2F}"/>
          </ac:inkMkLst>
        </pc:inkChg>
        <pc:inkChg chg="add">
          <ac:chgData name="Bowen Cheek" userId="8fca192e-0677-4b46-9386-7af871cc0c0f" providerId="ADAL" clId="{A7C2DF13-9E9B-41A5-8CD9-30DC2F6668C6}" dt="2026-04-27T13:30:40.969" v="3256" actId="9405"/>
          <ac:inkMkLst>
            <pc:docMk/>
            <pc:sldMk cId="3753382229" sldId="294"/>
            <ac:inkMk id="128" creationId="{CEB47DCE-47CF-CBF2-5A1E-EE42FEFBDBB2}"/>
          </ac:inkMkLst>
        </pc:inkChg>
        <pc:inkChg chg="add mod">
          <ac:chgData name="Bowen Cheek" userId="8fca192e-0677-4b46-9386-7af871cc0c0f" providerId="ADAL" clId="{A7C2DF13-9E9B-41A5-8CD9-30DC2F6668C6}" dt="2026-04-27T16:38:09.452" v="3783"/>
          <ac:inkMkLst>
            <pc:docMk/>
            <pc:sldMk cId="3753382229" sldId="294"/>
            <ac:inkMk id="128" creationId="{D4B85102-8009-A14A-72C0-04A01720983C}"/>
          </ac:inkMkLst>
        </pc:inkChg>
        <pc:inkChg chg="add mod">
          <ac:chgData name="Bowen Cheek" userId="8fca192e-0677-4b46-9386-7af871cc0c0f" providerId="ADAL" clId="{A7C2DF13-9E9B-41A5-8CD9-30DC2F6668C6}" dt="2026-04-27T16:38:09.452" v="3783"/>
          <ac:inkMkLst>
            <pc:docMk/>
            <pc:sldMk cId="3753382229" sldId="294"/>
            <ac:inkMk id="129" creationId="{80141592-E0B1-40EB-AD13-C91C655F1416}"/>
          </ac:inkMkLst>
        </pc:inkChg>
        <pc:inkChg chg="add mod">
          <ac:chgData name="Bowen Cheek" userId="8fca192e-0677-4b46-9386-7af871cc0c0f" providerId="ADAL" clId="{A7C2DF13-9E9B-41A5-8CD9-30DC2F6668C6}" dt="2026-04-27T13:31:15.136" v="3268"/>
          <ac:inkMkLst>
            <pc:docMk/>
            <pc:sldMk cId="3753382229" sldId="294"/>
            <ac:inkMk id="131" creationId="{41E195DB-9979-9268-59EF-9AD713F28BA2}"/>
          </ac:inkMkLst>
        </pc:inkChg>
        <pc:inkChg chg="add">
          <ac:chgData name="Bowen Cheek" userId="8fca192e-0677-4b46-9386-7af871cc0c0f" providerId="ADAL" clId="{A7C2DF13-9E9B-41A5-8CD9-30DC2F6668C6}" dt="2026-04-27T16:38:15.522" v="3784" actId="9405"/>
          <ac:inkMkLst>
            <pc:docMk/>
            <pc:sldMk cId="3753382229" sldId="294"/>
            <ac:inkMk id="131" creationId="{C24A91F4-E30B-F0D7-25BD-25E86790365D}"/>
          </ac:inkMkLst>
        </pc:inkChg>
        <pc:inkChg chg="add mod">
          <ac:chgData name="Bowen Cheek" userId="8fca192e-0677-4b46-9386-7af871cc0c0f" providerId="ADAL" clId="{A7C2DF13-9E9B-41A5-8CD9-30DC2F6668C6}" dt="2026-04-27T13:31:15.136" v="3268"/>
          <ac:inkMkLst>
            <pc:docMk/>
            <pc:sldMk cId="3753382229" sldId="294"/>
            <ac:inkMk id="132" creationId="{50C1F254-132A-FC0A-C7A2-82F8F1A56A8F}"/>
          </ac:inkMkLst>
        </pc:inkChg>
        <pc:inkChg chg="add mod">
          <ac:chgData name="Bowen Cheek" userId="8fca192e-0677-4b46-9386-7af871cc0c0f" providerId="ADAL" clId="{A7C2DF13-9E9B-41A5-8CD9-30DC2F6668C6}" dt="2026-04-27T16:38:23.250" v="3789"/>
          <ac:inkMkLst>
            <pc:docMk/>
            <pc:sldMk cId="3753382229" sldId="294"/>
            <ac:inkMk id="132" creationId="{D62C57C8-1037-0E11-0270-DBFB5238F47F}"/>
          </ac:inkMkLst>
        </pc:inkChg>
        <pc:inkChg chg="add mod">
          <ac:chgData name="Bowen Cheek" userId="8fca192e-0677-4b46-9386-7af871cc0c0f" providerId="ADAL" clId="{A7C2DF13-9E9B-41A5-8CD9-30DC2F6668C6}" dt="2026-04-27T13:31:10.733" v="3262"/>
          <ac:inkMkLst>
            <pc:docMk/>
            <pc:sldMk cId="3753382229" sldId="294"/>
            <ac:inkMk id="133" creationId="{AE79D810-B83A-5921-6EDD-5C2FF4BB1F17}"/>
          </ac:inkMkLst>
        </pc:inkChg>
        <pc:inkChg chg="add mod">
          <ac:chgData name="Bowen Cheek" userId="8fca192e-0677-4b46-9386-7af871cc0c0f" providerId="ADAL" clId="{A7C2DF13-9E9B-41A5-8CD9-30DC2F6668C6}" dt="2026-04-27T16:38:23.250" v="3789"/>
          <ac:inkMkLst>
            <pc:docMk/>
            <pc:sldMk cId="3753382229" sldId="294"/>
            <ac:inkMk id="133" creationId="{FADD638E-45BB-3C83-42C5-3AB4C549D3B9}"/>
          </ac:inkMkLst>
        </pc:inkChg>
        <pc:inkChg chg="add mod">
          <ac:chgData name="Bowen Cheek" userId="8fca192e-0677-4b46-9386-7af871cc0c0f" providerId="ADAL" clId="{A7C2DF13-9E9B-41A5-8CD9-30DC2F6668C6}" dt="2026-04-27T13:31:15.136" v="3268"/>
          <ac:inkMkLst>
            <pc:docMk/>
            <pc:sldMk cId="3753382229" sldId="294"/>
            <ac:inkMk id="134" creationId="{ED1976B9-5043-8961-CEB9-B765FCC79E3E}"/>
          </ac:inkMkLst>
        </pc:inkChg>
        <pc:inkChg chg="add mod">
          <ac:chgData name="Bowen Cheek" userId="8fca192e-0677-4b46-9386-7af871cc0c0f" providerId="ADAL" clId="{A7C2DF13-9E9B-41A5-8CD9-30DC2F6668C6}" dt="2026-04-27T16:38:23.250" v="3789"/>
          <ac:inkMkLst>
            <pc:docMk/>
            <pc:sldMk cId="3753382229" sldId="294"/>
            <ac:inkMk id="135" creationId="{A875FF52-13FC-2482-534F-7F5A30D5B6AD}"/>
          </ac:inkMkLst>
        </pc:inkChg>
        <pc:inkChg chg="add mod">
          <ac:chgData name="Bowen Cheek" userId="8fca192e-0677-4b46-9386-7af871cc0c0f" providerId="ADAL" clId="{A7C2DF13-9E9B-41A5-8CD9-30DC2F6668C6}" dt="2026-04-27T13:31:15.136" v="3268"/>
          <ac:inkMkLst>
            <pc:docMk/>
            <pc:sldMk cId="3753382229" sldId="294"/>
            <ac:inkMk id="136" creationId="{525ED0F1-22D6-987B-C63C-1389895DFC9D}"/>
          </ac:inkMkLst>
        </pc:inkChg>
        <pc:inkChg chg="add">
          <ac:chgData name="Bowen Cheek" userId="8fca192e-0677-4b46-9386-7af871cc0c0f" providerId="ADAL" clId="{A7C2DF13-9E9B-41A5-8CD9-30DC2F6668C6}" dt="2026-04-27T16:39:16.638" v="3790" actId="9405"/>
          <ac:inkMkLst>
            <pc:docMk/>
            <pc:sldMk cId="3753382229" sldId="294"/>
            <ac:inkMk id="137" creationId="{47D5D5A2-C861-F9C0-CE86-FED3A231A976}"/>
          </ac:inkMkLst>
        </pc:inkChg>
        <pc:inkChg chg="add mod">
          <ac:chgData name="Bowen Cheek" userId="8fca192e-0677-4b46-9386-7af871cc0c0f" providerId="ADAL" clId="{A7C2DF13-9E9B-41A5-8CD9-30DC2F6668C6}" dt="2026-04-27T13:31:15.136" v="3268"/>
          <ac:inkMkLst>
            <pc:docMk/>
            <pc:sldMk cId="3753382229" sldId="294"/>
            <ac:inkMk id="137" creationId="{92D888D2-6F85-6FEC-63E6-D7E4074017CC}"/>
          </ac:inkMkLst>
        </pc:inkChg>
        <pc:inkChg chg="add del">
          <ac:chgData name="Bowen Cheek" userId="8fca192e-0677-4b46-9386-7af871cc0c0f" providerId="ADAL" clId="{A7C2DF13-9E9B-41A5-8CD9-30DC2F6668C6}" dt="2026-04-27T16:39:19.598" v="3792"/>
          <ac:inkMkLst>
            <pc:docMk/>
            <pc:sldMk cId="3753382229" sldId="294"/>
            <ac:inkMk id="138" creationId="{9ABFF38E-32EC-F4A0-4D23-DCD8F9FB693F}"/>
          </ac:inkMkLst>
        </pc:inkChg>
        <pc:inkChg chg="add mod">
          <ac:chgData name="Bowen Cheek" userId="8fca192e-0677-4b46-9386-7af871cc0c0f" providerId="ADAL" clId="{A7C2DF13-9E9B-41A5-8CD9-30DC2F6668C6}" dt="2026-04-27T13:31:15.136" v="3268"/>
          <ac:inkMkLst>
            <pc:docMk/>
            <pc:sldMk cId="3753382229" sldId="294"/>
            <ac:inkMk id="138" creationId="{F7F0C7D9-4FA8-ED21-66D6-9932C7165FBE}"/>
          </ac:inkMkLst>
        </pc:inkChg>
        <pc:inkChg chg="add">
          <ac:chgData name="Bowen Cheek" userId="8fca192e-0677-4b46-9386-7af871cc0c0f" providerId="ADAL" clId="{A7C2DF13-9E9B-41A5-8CD9-30DC2F6668C6}" dt="2026-04-27T16:39:19.598" v="3792"/>
          <ac:inkMkLst>
            <pc:docMk/>
            <pc:sldMk cId="3753382229" sldId="294"/>
            <ac:inkMk id="139" creationId="{2345F491-4A80-9DF3-F8BF-E7ECE32B6549}"/>
          </ac:inkMkLst>
        </pc:inkChg>
        <pc:inkChg chg="add mod">
          <ac:chgData name="Bowen Cheek" userId="8fca192e-0677-4b46-9386-7af871cc0c0f" providerId="ADAL" clId="{A7C2DF13-9E9B-41A5-8CD9-30DC2F6668C6}" dt="2026-04-27T13:31:15.136" v="3268"/>
          <ac:inkMkLst>
            <pc:docMk/>
            <pc:sldMk cId="3753382229" sldId="294"/>
            <ac:inkMk id="139" creationId="{4AD26186-C6AD-C5F4-7D2E-0545ECBF5CD8}"/>
          </ac:inkMkLst>
        </pc:inkChg>
        <pc:inkChg chg="add">
          <ac:chgData name="Bowen Cheek" userId="8fca192e-0677-4b46-9386-7af871cc0c0f" providerId="ADAL" clId="{A7C2DF13-9E9B-41A5-8CD9-30DC2F6668C6}" dt="2026-04-27T16:39:27.604" v="3793" actId="9405"/>
          <ac:inkMkLst>
            <pc:docMk/>
            <pc:sldMk cId="3753382229" sldId="294"/>
            <ac:inkMk id="140" creationId="{1C89F65A-34CA-151C-D5DB-B3A796862C67}"/>
          </ac:inkMkLst>
        </pc:inkChg>
        <pc:inkChg chg="add mod">
          <ac:chgData name="Bowen Cheek" userId="8fca192e-0677-4b46-9386-7af871cc0c0f" providerId="ADAL" clId="{A7C2DF13-9E9B-41A5-8CD9-30DC2F6668C6}" dt="2026-04-27T13:31:15.136" v="3268"/>
          <ac:inkMkLst>
            <pc:docMk/>
            <pc:sldMk cId="3753382229" sldId="294"/>
            <ac:inkMk id="140" creationId="{7902ED40-1428-1297-55D4-28359B1C0B70}"/>
          </ac:inkMkLst>
        </pc:inkChg>
        <pc:inkChg chg="add mod">
          <ac:chgData name="Bowen Cheek" userId="8fca192e-0677-4b46-9386-7af871cc0c0f" providerId="ADAL" clId="{A7C2DF13-9E9B-41A5-8CD9-30DC2F6668C6}" dt="2026-04-27T16:39:43.538" v="3804"/>
          <ac:inkMkLst>
            <pc:docMk/>
            <pc:sldMk cId="3753382229" sldId="294"/>
            <ac:inkMk id="141" creationId="{BFA94F54-3231-F729-6526-B8F1D34C93B0}"/>
          </ac:inkMkLst>
        </pc:inkChg>
        <pc:inkChg chg="add mod">
          <ac:chgData name="Bowen Cheek" userId="8fca192e-0677-4b46-9386-7af871cc0c0f" providerId="ADAL" clId="{A7C2DF13-9E9B-41A5-8CD9-30DC2F6668C6}" dt="2026-04-27T16:39:43.538" v="3804"/>
          <ac:inkMkLst>
            <pc:docMk/>
            <pc:sldMk cId="3753382229" sldId="294"/>
            <ac:inkMk id="142" creationId="{048E285C-8E93-C69A-3618-F0ADF1A8BAC1}"/>
          </ac:inkMkLst>
        </pc:inkChg>
        <pc:inkChg chg="add mod">
          <ac:chgData name="Bowen Cheek" userId="8fca192e-0677-4b46-9386-7af871cc0c0f" providerId="ADAL" clId="{A7C2DF13-9E9B-41A5-8CD9-30DC2F6668C6}" dt="2026-04-27T16:39:43.538" v="3804"/>
          <ac:inkMkLst>
            <pc:docMk/>
            <pc:sldMk cId="3753382229" sldId="294"/>
            <ac:inkMk id="143" creationId="{F8182DBA-BA0C-94AF-6710-699936E5ACDA}"/>
          </ac:inkMkLst>
        </pc:inkChg>
        <pc:inkChg chg="add mod">
          <ac:chgData name="Bowen Cheek" userId="8fca192e-0677-4b46-9386-7af871cc0c0f" providerId="ADAL" clId="{A7C2DF13-9E9B-41A5-8CD9-30DC2F6668C6}" dt="2026-04-27T16:39:43.538" v="3804"/>
          <ac:inkMkLst>
            <pc:docMk/>
            <pc:sldMk cId="3753382229" sldId="294"/>
            <ac:inkMk id="144" creationId="{784E4742-8A3E-842E-6E93-2B504C2DE1F0}"/>
          </ac:inkMkLst>
        </pc:inkChg>
        <pc:inkChg chg="add mod">
          <ac:chgData name="Bowen Cheek" userId="8fca192e-0677-4b46-9386-7af871cc0c0f" providerId="ADAL" clId="{A7C2DF13-9E9B-41A5-8CD9-30DC2F6668C6}" dt="2026-04-27T16:39:43.538" v="3804"/>
          <ac:inkMkLst>
            <pc:docMk/>
            <pc:sldMk cId="3753382229" sldId="294"/>
            <ac:inkMk id="145" creationId="{346C13E6-33B0-3266-CB80-7FBC561D853B}"/>
          </ac:inkMkLst>
        </pc:inkChg>
        <pc:inkChg chg="add">
          <ac:chgData name="Bowen Cheek" userId="8fca192e-0677-4b46-9386-7af871cc0c0f" providerId="ADAL" clId="{A7C2DF13-9E9B-41A5-8CD9-30DC2F6668C6}" dt="2026-04-27T16:39:40.735" v="3799" actId="9405"/>
          <ac:inkMkLst>
            <pc:docMk/>
            <pc:sldMk cId="3753382229" sldId="294"/>
            <ac:inkMk id="146" creationId="{7F38389F-E8DE-427A-9EFC-9E37F824059A}"/>
          </ac:inkMkLst>
        </pc:inkChg>
        <pc:inkChg chg="add mod">
          <ac:chgData name="Bowen Cheek" userId="8fca192e-0677-4b46-9386-7af871cc0c0f" providerId="ADAL" clId="{A7C2DF13-9E9B-41A5-8CD9-30DC2F6668C6}" dt="2026-04-27T16:39:43.538" v="3804"/>
          <ac:inkMkLst>
            <pc:docMk/>
            <pc:sldMk cId="3753382229" sldId="294"/>
            <ac:inkMk id="147" creationId="{7FBF6EEE-B2E1-803D-531D-8C7824AFE3C5}"/>
          </ac:inkMkLst>
        </pc:inkChg>
        <pc:inkChg chg="add mod">
          <ac:chgData name="Bowen Cheek" userId="8fca192e-0677-4b46-9386-7af871cc0c0f" providerId="ADAL" clId="{A7C2DF13-9E9B-41A5-8CD9-30DC2F6668C6}" dt="2026-04-27T16:39:43.538" v="3804"/>
          <ac:inkMkLst>
            <pc:docMk/>
            <pc:sldMk cId="3753382229" sldId="294"/>
            <ac:inkMk id="148" creationId="{BB16BD37-2B0D-9F5A-441B-280BEB4AB83C}"/>
          </ac:inkMkLst>
        </pc:inkChg>
        <pc:inkChg chg="add mod">
          <ac:chgData name="Bowen Cheek" userId="8fca192e-0677-4b46-9386-7af871cc0c0f" providerId="ADAL" clId="{A7C2DF13-9E9B-41A5-8CD9-30DC2F6668C6}" dt="2026-04-27T16:39:43.538" v="3804"/>
          <ac:inkMkLst>
            <pc:docMk/>
            <pc:sldMk cId="3753382229" sldId="294"/>
            <ac:inkMk id="149" creationId="{BCA4105A-FCE9-884A-B7E1-941F1C3B66CE}"/>
          </ac:inkMkLst>
        </pc:inkChg>
        <pc:inkChg chg="add">
          <ac:chgData name="Bowen Cheek" userId="8fca192e-0677-4b46-9386-7af871cc0c0f" providerId="ADAL" clId="{A7C2DF13-9E9B-41A5-8CD9-30DC2F6668C6}" dt="2026-04-27T16:39:42.936" v="3803" actId="9405"/>
          <ac:inkMkLst>
            <pc:docMk/>
            <pc:sldMk cId="3753382229" sldId="294"/>
            <ac:inkMk id="150" creationId="{273B63B7-CF8F-31AE-1B85-441EB92BA4B1}"/>
          </ac:inkMkLst>
        </pc:inkChg>
        <pc:inkChg chg="add mod">
          <ac:chgData name="Bowen Cheek" userId="8fca192e-0677-4b46-9386-7af871cc0c0f" providerId="ADAL" clId="{A7C2DF13-9E9B-41A5-8CD9-30DC2F6668C6}" dt="2026-04-27T16:40:08.428" v="3814"/>
          <ac:inkMkLst>
            <pc:docMk/>
            <pc:sldMk cId="3753382229" sldId="294"/>
            <ac:inkMk id="153" creationId="{28669B58-8B02-2691-C864-7B979557A3FE}"/>
          </ac:inkMkLst>
        </pc:inkChg>
        <pc:inkChg chg="add mod">
          <ac:chgData name="Bowen Cheek" userId="8fca192e-0677-4b46-9386-7af871cc0c0f" providerId="ADAL" clId="{A7C2DF13-9E9B-41A5-8CD9-30DC2F6668C6}" dt="2026-04-27T16:40:08.428" v="3814"/>
          <ac:inkMkLst>
            <pc:docMk/>
            <pc:sldMk cId="3753382229" sldId="294"/>
            <ac:inkMk id="154" creationId="{1C771FE8-6B20-F9B2-6652-35284EB273D8}"/>
          </ac:inkMkLst>
        </pc:inkChg>
        <pc:inkChg chg="add mod">
          <ac:chgData name="Bowen Cheek" userId="8fca192e-0677-4b46-9386-7af871cc0c0f" providerId="ADAL" clId="{A7C2DF13-9E9B-41A5-8CD9-30DC2F6668C6}" dt="2026-04-27T16:40:08.428" v="3814"/>
          <ac:inkMkLst>
            <pc:docMk/>
            <pc:sldMk cId="3753382229" sldId="294"/>
            <ac:inkMk id="155" creationId="{1493198E-FF09-CAC3-A2F7-DFF2FB9B4132}"/>
          </ac:inkMkLst>
        </pc:inkChg>
        <pc:inkChg chg="add mod">
          <ac:chgData name="Bowen Cheek" userId="8fca192e-0677-4b46-9386-7af871cc0c0f" providerId="ADAL" clId="{A7C2DF13-9E9B-41A5-8CD9-30DC2F6668C6}" dt="2026-04-27T16:40:08.428" v="3814"/>
          <ac:inkMkLst>
            <pc:docMk/>
            <pc:sldMk cId="3753382229" sldId="294"/>
            <ac:inkMk id="156" creationId="{1B3FEE84-CA2A-43D6-F6AA-9CDBEFA3E15E}"/>
          </ac:inkMkLst>
        </pc:inkChg>
        <pc:inkChg chg="add mod">
          <ac:chgData name="Bowen Cheek" userId="8fca192e-0677-4b46-9386-7af871cc0c0f" providerId="ADAL" clId="{A7C2DF13-9E9B-41A5-8CD9-30DC2F6668C6}" dt="2026-04-27T16:40:08.428" v="3814"/>
          <ac:inkMkLst>
            <pc:docMk/>
            <pc:sldMk cId="3753382229" sldId="294"/>
            <ac:inkMk id="157" creationId="{6DDC0DC9-E359-83A5-2606-5A20CDAE5CBB}"/>
          </ac:inkMkLst>
        </pc:inkChg>
        <pc:inkChg chg="add mod">
          <ac:chgData name="Bowen Cheek" userId="8fca192e-0677-4b46-9386-7af871cc0c0f" providerId="ADAL" clId="{A7C2DF13-9E9B-41A5-8CD9-30DC2F6668C6}" dt="2026-04-27T16:40:08.428" v="3814"/>
          <ac:inkMkLst>
            <pc:docMk/>
            <pc:sldMk cId="3753382229" sldId="294"/>
            <ac:inkMk id="158" creationId="{E5A3FB0B-8A25-B9B6-63B1-D613B6B9C9B4}"/>
          </ac:inkMkLst>
        </pc:inkChg>
        <pc:inkChg chg="add mod">
          <ac:chgData name="Bowen Cheek" userId="8fca192e-0677-4b46-9386-7af871cc0c0f" providerId="ADAL" clId="{A7C2DF13-9E9B-41A5-8CD9-30DC2F6668C6}" dt="2026-04-27T16:40:08.428" v="3814"/>
          <ac:inkMkLst>
            <pc:docMk/>
            <pc:sldMk cId="3753382229" sldId="294"/>
            <ac:inkMk id="159" creationId="{551E34A3-49B3-A138-1BB1-F8996EDFEEEA}"/>
          </ac:inkMkLst>
        </pc:inkChg>
        <pc:inkChg chg="add mod">
          <ac:chgData name="Bowen Cheek" userId="8fca192e-0677-4b46-9386-7af871cc0c0f" providerId="ADAL" clId="{A7C2DF13-9E9B-41A5-8CD9-30DC2F6668C6}" dt="2026-04-27T16:40:08.428" v="3814"/>
          <ac:inkMkLst>
            <pc:docMk/>
            <pc:sldMk cId="3753382229" sldId="294"/>
            <ac:inkMk id="160" creationId="{2A5A7D7D-CD09-7D5B-E7CE-6A39020215FF}"/>
          </ac:inkMkLst>
        </pc:inkChg>
        <pc:inkChg chg="add mod">
          <ac:chgData name="Bowen Cheek" userId="8fca192e-0677-4b46-9386-7af871cc0c0f" providerId="ADAL" clId="{A7C2DF13-9E9B-41A5-8CD9-30DC2F6668C6}" dt="2026-04-27T16:40:08.428" v="3814"/>
          <ac:inkMkLst>
            <pc:docMk/>
            <pc:sldMk cId="3753382229" sldId="294"/>
            <ac:inkMk id="161" creationId="{C689F9C4-0AA8-9864-0978-A57D0519687D}"/>
          </ac:inkMkLst>
        </pc:inkChg>
        <pc:inkChg chg="add mod">
          <ac:chgData name="Bowen Cheek" userId="8fca192e-0677-4b46-9386-7af871cc0c0f" providerId="ADAL" clId="{A7C2DF13-9E9B-41A5-8CD9-30DC2F6668C6}" dt="2026-04-27T16:40:40.531" v="3823"/>
          <ac:inkMkLst>
            <pc:docMk/>
            <pc:sldMk cId="3753382229" sldId="294"/>
            <ac:inkMk id="163" creationId="{27320A25-46A5-59C3-2806-42AF710D067B}"/>
          </ac:inkMkLst>
        </pc:inkChg>
        <pc:inkChg chg="add mod">
          <ac:chgData name="Bowen Cheek" userId="8fca192e-0677-4b46-9386-7af871cc0c0f" providerId="ADAL" clId="{A7C2DF13-9E9B-41A5-8CD9-30DC2F6668C6}" dt="2026-04-27T16:40:54.836" v="3848"/>
          <ac:inkMkLst>
            <pc:docMk/>
            <pc:sldMk cId="3753382229" sldId="294"/>
            <ac:inkMk id="164" creationId="{B3E34F4F-E6C1-C133-97AD-85CA7276D9B1}"/>
          </ac:inkMkLst>
        </pc:inkChg>
        <pc:inkChg chg="add mod">
          <ac:chgData name="Bowen Cheek" userId="8fca192e-0677-4b46-9386-7af871cc0c0f" providerId="ADAL" clId="{A7C2DF13-9E9B-41A5-8CD9-30DC2F6668C6}" dt="2026-04-27T16:40:40.531" v="3823"/>
          <ac:inkMkLst>
            <pc:docMk/>
            <pc:sldMk cId="3753382229" sldId="294"/>
            <ac:inkMk id="165" creationId="{27BB4222-7F9F-23D6-2CB7-40B36CE609CC}"/>
          </ac:inkMkLst>
        </pc:inkChg>
        <pc:inkChg chg="add mod">
          <ac:chgData name="Bowen Cheek" userId="8fca192e-0677-4b46-9386-7af871cc0c0f" providerId="ADAL" clId="{A7C2DF13-9E9B-41A5-8CD9-30DC2F6668C6}" dt="2026-04-27T16:40:40.531" v="3823"/>
          <ac:inkMkLst>
            <pc:docMk/>
            <pc:sldMk cId="3753382229" sldId="294"/>
            <ac:inkMk id="166" creationId="{C0E8FB1A-6147-6F07-21CA-DA267706F3F5}"/>
          </ac:inkMkLst>
        </pc:inkChg>
        <pc:inkChg chg="add mod">
          <ac:chgData name="Bowen Cheek" userId="8fca192e-0677-4b46-9386-7af871cc0c0f" providerId="ADAL" clId="{A7C2DF13-9E9B-41A5-8CD9-30DC2F6668C6}" dt="2026-04-27T16:40:54.836" v="3848"/>
          <ac:inkMkLst>
            <pc:docMk/>
            <pc:sldMk cId="3753382229" sldId="294"/>
            <ac:inkMk id="167" creationId="{A6DF7E02-4E98-2F51-DCBD-0DFE0758EC95}"/>
          </ac:inkMkLst>
        </pc:inkChg>
        <pc:inkChg chg="add mod">
          <ac:chgData name="Bowen Cheek" userId="8fca192e-0677-4b46-9386-7af871cc0c0f" providerId="ADAL" clId="{A7C2DF13-9E9B-41A5-8CD9-30DC2F6668C6}" dt="2026-04-27T16:40:40.531" v="3823"/>
          <ac:inkMkLst>
            <pc:docMk/>
            <pc:sldMk cId="3753382229" sldId="294"/>
            <ac:inkMk id="168" creationId="{5584F2B1-CB2A-DBAB-AECD-C149AEE78777}"/>
          </ac:inkMkLst>
        </pc:inkChg>
        <pc:inkChg chg="add mod">
          <ac:chgData name="Bowen Cheek" userId="8fca192e-0677-4b46-9386-7af871cc0c0f" providerId="ADAL" clId="{A7C2DF13-9E9B-41A5-8CD9-30DC2F6668C6}" dt="2026-04-27T16:40:54.836" v="3848"/>
          <ac:inkMkLst>
            <pc:docMk/>
            <pc:sldMk cId="3753382229" sldId="294"/>
            <ac:inkMk id="169" creationId="{D23B9168-BED8-AC2B-2C98-ADD52E84B0D3}"/>
          </ac:inkMkLst>
        </pc:inkChg>
        <pc:inkChg chg="add mod">
          <ac:chgData name="Bowen Cheek" userId="8fca192e-0677-4b46-9386-7af871cc0c0f" providerId="ADAL" clId="{A7C2DF13-9E9B-41A5-8CD9-30DC2F6668C6}" dt="2026-04-27T16:40:40.531" v="3823"/>
          <ac:inkMkLst>
            <pc:docMk/>
            <pc:sldMk cId="3753382229" sldId="294"/>
            <ac:inkMk id="170" creationId="{3A8048A6-95D5-1444-202D-CD2713D121B3}"/>
          </ac:inkMkLst>
        </pc:inkChg>
        <pc:inkChg chg="add">
          <ac:chgData name="Bowen Cheek" userId="8fca192e-0677-4b46-9386-7af871cc0c0f" providerId="ADAL" clId="{A7C2DF13-9E9B-41A5-8CD9-30DC2F6668C6}" dt="2026-04-27T16:40:41.940" v="3824" actId="9405"/>
          <ac:inkMkLst>
            <pc:docMk/>
            <pc:sldMk cId="3753382229" sldId="294"/>
            <ac:inkMk id="172" creationId="{D0F0019B-A63C-58C6-2FDD-B189181367A1}"/>
          </ac:inkMkLst>
        </pc:inkChg>
        <pc:inkChg chg="add mod">
          <ac:chgData name="Bowen Cheek" userId="8fca192e-0677-4b46-9386-7af871cc0c0f" providerId="ADAL" clId="{A7C2DF13-9E9B-41A5-8CD9-30DC2F6668C6}" dt="2026-04-27T16:40:52.384" v="3846"/>
          <ac:inkMkLst>
            <pc:docMk/>
            <pc:sldMk cId="3753382229" sldId="294"/>
            <ac:inkMk id="173" creationId="{6707096D-9CC9-F46E-1D86-7F72D3AE695D}"/>
          </ac:inkMkLst>
        </pc:inkChg>
        <pc:inkChg chg="add">
          <ac:chgData name="Bowen Cheek" userId="8fca192e-0677-4b46-9386-7af871cc0c0f" providerId="ADAL" clId="{A7C2DF13-9E9B-41A5-8CD9-30DC2F6668C6}" dt="2026-04-27T16:40:42.636" v="3826" actId="9405"/>
          <ac:inkMkLst>
            <pc:docMk/>
            <pc:sldMk cId="3753382229" sldId="294"/>
            <ac:inkMk id="174" creationId="{3F4CB6D5-1B38-AA0A-27D9-7F2F00B00A9C}"/>
          </ac:inkMkLst>
        </pc:inkChg>
        <pc:inkChg chg="add">
          <ac:chgData name="Bowen Cheek" userId="8fca192e-0677-4b46-9386-7af871cc0c0f" providerId="ADAL" clId="{A7C2DF13-9E9B-41A5-8CD9-30DC2F6668C6}" dt="2026-04-27T16:40:43.001" v="3827" actId="9405"/>
          <ac:inkMkLst>
            <pc:docMk/>
            <pc:sldMk cId="3753382229" sldId="294"/>
            <ac:inkMk id="175" creationId="{82085066-0E24-BBFA-6F1E-B12D1D555A0F}"/>
          </ac:inkMkLst>
        </pc:inkChg>
        <pc:inkChg chg="add">
          <ac:chgData name="Bowen Cheek" userId="8fca192e-0677-4b46-9386-7af871cc0c0f" providerId="ADAL" clId="{A7C2DF13-9E9B-41A5-8CD9-30DC2F6668C6}" dt="2026-04-27T16:40:43.411" v="3828" actId="9405"/>
          <ac:inkMkLst>
            <pc:docMk/>
            <pc:sldMk cId="3753382229" sldId="294"/>
            <ac:inkMk id="176" creationId="{205D9A9D-2F6E-DAD4-5184-F35C965F8338}"/>
          </ac:inkMkLst>
        </pc:inkChg>
        <pc:inkChg chg="add mod">
          <ac:chgData name="Bowen Cheek" userId="8fca192e-0677-4b46-9386-7af871cc0c0f" providerId="ADAL" clId="{A7C2DF13-9E9B-41A5-8CD9-30DC2F6668C6}" dt="2026-04-27T16:40:54.836" v="3848"/>
          <ac:inkMkLst>
            <pc:docMk/>
            <pc:sldMk cId="3753382229" sldId="294"/>
            <ac:inkMk id="177" creationId="{4C99CE64-F677-7E51-97DE-8741DE762E46}"/>
          </ac:inkMkLst>
        </pc:inkChg>
        <pc:inkChg chg="add mod">
          <ac:chgData name="Bowen Cheek" userId="8fca192e-0677-4b46-9386-7af871cc0c0f" providerId="ADAL" clId="{A7C2DF13-9E9B-41A5-8CD9-30DC2F6668C6}" dt="2026-04-27T16:40:54.836" v="3848"/>
          <ac:inkMkLst>
            <pc:docMk/>
            <pc:sldMk cId="3753382229" sldId="294"/>
            <ac:inkMk id="178" creationId="{971A06A9-D796-0B2B-1967-F4C0799C434C}"/>
          </ac:inkMkLst>
        </pc:inkChg>
        <pc:inkChg chg="add">
          <ac:chgData name="Bowen Cheek" userId="8fca192e-0677-4b46-9386-7af871cc0c0f" providerId="ADAL" clId="{A7C2DF13-9E9B-41A5-8CD9-30DC2F6668C6}" dt="2026-04-27T16:40:44.962" v="3831" actId="9405"/>
          <ac:inkMkLst>
            <pc:docMk/>
            <pc:sldMk cId="3753382229" sldId="294"/>
            <ac:inkMk id="179" creationId="{9E23298A-2D73-83BF-E93A-D7E3D4826CA7}"/>
          </ac:inkMkLst>
        </pc:inkChg>
        <pc:inkChg chg="add">
          <ac:chgData name="Bowen Cheek" userId="8fca192e-0677-4b46-9386-7af871cc0c0f" providerId="ADAL" clId="{A7C2DF13-9E9B-41A5-8CD9-30DC2F6668C6}" dt="2026-04-27T16:40:45.893" v="3832" actId="9405"/>
          <ac:inkMkLst>
            <pc:docMk/>
            <pc:sldMk cId="3753382229" sldId="294"/>
            <ac:inkMk id="180" creationId="{D1DF93E2-0DDF-9052-702F-11A466817C8F}"/>
          </ac:inkMkLst>
        </pc:inkChg>
        <pc:inkChg chg="add">
          <ac:chgData name="Bowen Cheek" userId="8fca192e-0677-4b46-9386-7af871cc0c0f" providerId="ADAL" clId="{A7C2DF13-9E9B-41A5-8CD9-30DC2F6668C6}" dt="2026-04-27T16:40:46.131" v="3833" actId="9405"/>
          <ac:inkMkLst>
            <pc:docMk/>
            <pc:sldMk cId="3753382229" sldId="294"/>
            <ac:inkMk id="181" creationId="{8B78EF52-CDB1-50D5-E82F-74E6EE6D6D2A}"/>
          </ac:inkMkLst>
        </pc:inkChg>
        <pc:inkChg chg="add mod">
          <ac:chgData name="Bowen Cheek" userId="8fca192e-0677-4b46-9386-7af871cc0c0f" providerId="ADAL" clId="{A7C2DF13-9E9B-41A5-8CD9-30DC2F6668C6}" dt="2026-04-27T16:40:52.384" v="3846"/>
          <ac:inkMkLst>
            <pc:docMk/>
            <pc:sldMk cId="3753382229" sldId="294"/>
            <ac:inkMk id="182" creationId="{BB36FAFA-B5C7-0838-1B2B-36ACF9FF4C65}"/>
          </ac:inkMkLst>
        </pc:inkChg>
        <pc:inkChg chg="add">
          <ac:chgData name="Bowen Cheek" userId="8fca192e-0677-4b46-9386-7af871cc0c0f" providerId="ADAL" clId="{A7C2DF13-9E9B-41A5-8CD9-30DC2F6668C6}" dt="2026-04-27T16:40:47.065" v="3835" actId="9405"/>
          <ac:inkMkLst>
            <pc:docMk/>
            <pc:sldMk cId="3753382229" sldId="294"/>
            <ac:inkMk id="183" creationId="{AFACB8E2-CF30-1468-689D-45E0055D8429}"/>
          </ac:inkMkLst>
        </pc:inkChg>
        <pc:inkChg chg="add">
          <ac:chgData name="Bowen Cheek" userId="8fca192e-0677-4b46-9386-7af871cc0c0f" providerId="ADAL" clId="{A7C2DF13-9E9B-41A5-8CD9-30DC2F6668C6}" dt="2026-04-27T16:40:47.587" v="3836" actId="9405"/>
          <ac:inkMkLst>
            <pc:docMk/>
            <pc:sldMk cId="3753382229" sldId="294"/>
            <ac:inkMk id="184" creationId="{BEFA5FE7-78AE-4937-4E1D-6BE093B73EDF}"/>
          </ac:inkMkLst>
        </pc:inkChg>
        <pc:inkChg chg="add mod">
          <ac:chgData name="Bowen Cheek" userId="8fca192e-0677-4b46-9386-7af871cc0c0f" providerId="ADAL" clId="{A7C2DF13-9E9B-41A5-8CD9-30DC2F6668C6}" dt="2026-04-27T16:40:54.836" v="3848"/>
          <ac:inkMkLst>
            <pc:docMk/>
            <pc:sldMk cId="3753382229" sldId="294"/>
            <ac:inkMk id="185" creationId="{6990A782-C496-7811-4AFC-643C51DD7187}"/>
          </ac:inkMkLst>
        </pc:inkChg>
        <pc:inkChg chg="add mod">
          <ac:chgData name="Bowen Cheek" userId="8fca192e-0677-4b46-9386-7af871cc0c0f" providerId="ADAL" clId="{A7C2DF13-9E9B-41A5-8CD9-30DC2F6668C6}" dt="2026-04-27T16:40:52.384" v="3846"/>
          <ac:inkMkLst>
            <pc:docMk/>
            <pc:sldMk cId="3753382229" sldId="294"/>
            <ac:inkMk id="186" creationId="{98F64CF2-D55B-6305-F7E4-8BF40AF1F340}"/>
          </ac:inkMkLst>
        </pc:inkChg>
        <pc:inkChg chg="add mod">
          <ac:chgData name="Bowen Cheek" userId="8fca192e-0677-4b46-9386-7af871cc0c0f" providerId="ADAL" clId="{A7C2DF13-9E9B-41A5-8CD9-30DC2F6668C6}" dt="2026-04-27T16:40:52.384" v="3846"/>
          <ac:inkMkLst>
            <pc:docMk/>
            <pc:sldMk cId="3753382229" sldId="294"/>
            <ac:inkMk id="187" creationId="{6D6EA58F-5702-6B54-AD02-8FBC40594B52}"/>
          </ac:inkMkLst>
        </pc:inkChg>
        <pc:inkChg chg="add mod">
          <ac:chgData name="Bowen Cheek" userId="8fca192e-0677-4b46-9386-7af871cc0c0f" providerId="ADAL" clId="{A7C2DF13-9E9B-41A5-8CD9-30DC2F6668C6}" dt="2026-04-27T16:40:52.384" v="3846"/>
          <ac:inkMkLst>
            <pc:docMk/>
            <pc:sldMk cId="3753382229" sldId="294"/>
            <ac:inkMk id="188" creationId="{FB4FD368-66AE-F395-070E-AE1BECE93C40}"/>
          </ac:inkMkLst>
        </pc:inkChg>
        <pc:inkChg chg="add">
          <ac:chgData name="Bowen Cheek" userId="8fca192e-0677-4b46-9386-7af871cc0c0f" providerId="ADAL" clId="{A7C2DF13-9E9B-41A5-8CD9-30DC2F6668C6}" dt="2026-04-27T16:40:49.613" v="3841" actId="9405"/>
          <ac:inkMkLst>
            <pc:docMk/>
            <pc:sldMk cId="3753382229" sldId="294"/>
            <ac:inkMk id="189" creationId="{F879E4A3-3615-DCDC-A0EB-B4049AB8DB61}"/>
          </ac:inkMkLst>
        </pc:inkChg>
        <pc:inkChg chg="add">
          <ac:chgData name="Bowen Cheek" userId="8fca192e-0677-4b46-9386-7af871cc0c0f" providerId="ADAL" clId="{A7C2DF13-9E9B-41A5-8CD9-30DC2F6668C6}" dt="2026-04-27T16:40:49.835" v="3842" actId="9405"/>
          <ac:inkMkLst>
            <pc:docMk/>
            <pc:sldMk cId="3753382229" sldId="294"/>
            <ac:inkMk id="190" creationId="{FAF3F230-F0C5-8834-5A9C-4E9EE2C954B1}"/>
          </ac:inkMkLst>
        </pc:inkChg>
        <pc:inkChg chg="add">
          <ac:chgData name="Bowen Cheek" userId="8fca192e-0677-4b46-9386-7af871cc0c0f" providerId="ADAL" clId="{A7C2DF13-9E9B-41A5-8CD9-30DC2F6668C6}" dt="2026-04-27T16:40:50.357" v="3843" actId="9405"/>
          <ac:inkMkLst>
            <pc:docMk/>
            <pc:sldMk cId="3753382229" sldId="294"/>
            <ac:inkMk id="191" creationId="{0AA8DE4A-3CAB-C625-4EA1-B7007E7E1CBE}"/>
          </ac:inkMkLst>
        </pc:inkChg>
        <pc:inkChg chg="add">
          <ac:chgData name="Bowen Cheek" userId="8fca192e-0677-4b46-9386-7af871cc0c0f" providerId="ADAL" clId="{A7C2DF13-9E9B-41A5-8CD9-30DC2F6668C6}" dt="2026-04-27T16:40:50.974" v="3844" actId="9405"/>
          <ac:inkMkLst>
            <pc:docMk/>
            <pc:sldMk cId="3753382229" sldId="294"/>
            <ac:inkMk id="192" creationId="{5CEDF3AD-5C0B-7BAC-C7F8-82069E9B120C}"/>
          </ac:inkMkLst>
        </pc:inkChg>
        <pc:inkChg chg="add">
          <ac:chgData name="Bowen Cheek" userId="8fca192e-0677-4b46-9386-7af871cc0c0f" providerId="ADAL" clId="{A7C2DF13-9E9B-41A5-8CD9-30DC2F6668C6}" dt="2026-04-27T16:40:51.718" v="3845" actId="9405"/>
          <ac:inkMkLst>
            <pc:docMk/>
            <pc:sldMk cId="3753382229" sldId="294"/>
            <ac:inkMk id="193" creationId="{7DC1344D-61FC-94CD-8CC0-EA54F055EC7F}"/>
          </ac:inkMkLst>
        </pc:inkChg>
        <pc:inkChg chg="add">
          <ac:chgData name="Bowen Cheek" userId="8fca192e-0677-4b46-9386-7af871cc0c0f" providerId="ADAL" clId="{A7C2DF13-9E9B-41A5-8CD9-30DC2F6668C6}" dt="2026-04-27T16:40:53.826" v="3847" actId="9405"/>
          <ac:inkMkLst>
            <pc:docMk/>
            <pc:sldMk cId="3753382229" sldId="294"/>
            <ac:inkMk id="196" creationId="{2CB966C0-4461-7AB0-D603-2D76B946EC28}"/>
          </ac:inkMkLst>
        </pc:inkChg>
      </pc:sldChg>
      <pc:sldChg chg="addSp delSp modSp mod">
        <pc:chgData name="Bowen Cheek" userId="8fca192e-0677-4b46-9386-7af871cc0c0f" providerId="ADAL" clId="{A7C2DF13-9E9B-41A5-8CD9-30DC2F6668C6}" dt="2026-04-27T13:32:52.710" v="3304"/>
        <pc:sldMkLst>
          <pc:docMk/>
          <pc:sldMk cId="2518520175" sldId="295"/>
        </pc:sldMkLst>
        <pc:grpChg chg="del mod">
          <ac:chgData name="Bowen Cheek" userId="8fca192e-0677-4b46-9386-7af871cc0c0f" providerId="ADAL" clId="{A7C2DF13-9E9B-41A5-8CD9-30DC2F6668C6}" dt="2026-04-27T13:32:38.204" v="3278"/>
          <ac:grpSpMkLst>
            <pc:docMk/>
            <pc:sldMk cId="2518520175" sldId="295"/>
            <ac:grpSpMk id="12" creationId="{D849240D-92C8-41B9-66F7-8965007F61E0}"/>
          </ac:grpSpMkLst>
        </pc:grpChg>
        <pc:grpChg chg="del mod">
          <ac:chgData name="Bowen Cheek" userId="8fca192e-0677-4b46-9386-7af871cc0c0f" providerId="ADAL" clId="{A7C2DF13-9E9B-41A5-8CD9-30DC2F6668C6}" dt="2026-04-27T13:32:39.952" v="3280"/>
          <ac:grpSpMkLst>
            <pc:docMk/>
            <pc:sldMk cId="2518520175" sldId="295"/>
            <ac:grpSpMk id="15" creationId="{B3669182-EFA1-E35C-10F6-C4E70CF0CB34}"/>
          </ac:grpSpMkLst>
        </pc:grpChg>
        <pc:grpChg chg="mod">
          <ac:chgData name="Bowen Cheek" userId="8fca192e-0677-4b46-9386-7af871cc0c0f" providerId="ADAL" clId="{A7C2DF13-9E9B-41A5-8CD9-30DC2F6668C6}" dt="2026-04-27T13:32:39.952" v="3280"/>
          <ac:grpSpMkLst>
            <pc:docMk/>
            <pc:sldMk cId="2518520175" sldId="295"/>
            <ac:grpSpMk id="17" creationId="{62F102A7-E4EF-0261-2263-5AA221D52B36}"/>
          </ac:grpSpMkLst>
        </pc:grpChg>
        <pc:grpChg chg="mod">
          <ac:chgData name="Bowen Cheek" userId="8fca192e-0677-4b46-9386-7af871cc0c0f" providerId="ADAL" clId="{A7C2DF13-9E9B-41A5-8CD9-30DC2F6668C6}" dt="2026-04-27T13:32:43.991" v="3289"/>
          <ac:grpSpMkLst>
            <pc:docMk/>
            <pc:sldMk cId="2518520175" sldId="295"/>
            <ac:grpSpMk id="26" creationId="{2C080A9B-E271-EED3-095B-A0787EF1B13F}"/>
          </ac:grpSpMkLst>
        </pc:grpChg>
        <pc:grpChg chg="mod">
          <ac:chgData name="Bowen Cheek" userId="8fca192e-0677-4b46-9386-7af871cc0c0f" providerId="ADAL" clId="{A7C2DF13-9E9B-41A5-8CD9-30DC2F6668C6}" dt="2026-04-27T13:32:52.710" v="3304"/>
          <ac:grpSpMkLst>
            <pc:docMk/>
            <pc:sldMk cId="2518520175" sldId="295"/>
            <ac:grpSpMk id="41" creationId="{7570219E-0009-9799-9E5B-405E46FEDB69}"/>
          </ac:grpSpMkLst>
        </pc:grpChg>
        <pc:grpChg chg="mod">
          <ac:chgData name="Bowen Cheek" userId="8fca192e-0677-4b46-9386-7af871cc0c0f" providerId="ADAL" clId="{A7C2DF13-9E9B-41A5-8CD9-30DC2F6668C6}" dt="2026-04-27T13:32:52.710" v="3304"/>
          <ac:grpSpMkLst>
            <pc:docMk/>
            <pc:sldMk cId="2518520175" sldId="295"/>
            <ac:grpSpMk id="42" creationId="{8D139E3C-2A4B-E805-2D2B-8723DCE6FC20}"/>
          </ac:grpSpMkLst>
        </pc:grpChg>
        <pc:inkChg chg="add">
          <ac:chgData name="Bowen Cheek" userId="8fca192e-0677-4b46-9386-7af871cc0c0f" providerId="ADAL" clId="{A7C2DF13-9E9B-41A5-8CD9-30DC2F6668C6}" dt="2026-04-27T13:32:22.157" v="3269" actId="9405"/>
          <ac:inkMkLst>
            <pc:docMk/>
            <pc:sldMk cId="2518520175" sldId="295"/>
            <ac:inkMk id="6" creationId="{71DD860C-4D87-7438-7662-F513D723FEAF}"/>
          </ac:inkMkLst>
        </pc:inkChg>
        <pc:inkChg chg="add">
          <ac:chgData name="Bowen Cheek" userId="8fca192e-0677-4b46-9386-7af871cc0c0f" providerId="ADAL" clId="{A7C2DF13-9E9B-41A5-8CD9-30DC2F6668C6}" dt="2026-04-27T13:32:24.747" v="3270" actId="9405"/>
          <ac:inkMkLst>
            <pc:docMk/>
            <pc:sldMk cId="2518520175" sldId="295"/>
            <ac:inkMk id="7" creationId="{A0C1CC5B-5CCE-1D71-55C5-11C4F069B257}"/>
          </ac:inkMkLst>
        </pc:inkChg>
        <pc:inkChg chg="add mod">
          <ac:chgData name="Bowen Cheek" userId="8fca192e-0677-4b46-9386-7af871cc0c0f" providerId="ADAL" clId="{A7C2DF13-9E9B-41A5-8CD9-30DC2F6668C6}" dt="2026-04-27T13:32:39.952" v="3280"/>
          <ac:inkMkLst>
            <pc:docMk/>
            <pc:sldMk cId="2518520175" sldId="295"/>
            <ac:inkMk id="8" creationId="{301E0E38-E699-D3D8-E23D-54106724082C}"/>
          </ac:inkMkLst>
        </pc:inkChg>
        <pc:inkChg chg="add mod">
          <ac:chgData name="Bowen Cheek" userId="8fca192e-0677-4b46-9386-7af871cc0c0f" providerId="ADAL" clId="{A7C2DF13-9E9B-41A5-8CD9-30DC2F6668C6}" dt="2026-04-27T13:32:39.952" v="3280"/>
          <ac:inkMkLst>
            <pc:docMk/>
            <pc:sldMk cId="2518520175" sldId="295"/>
            <ac:inkMk id="9" creationId="{2851018A-99FD-C7A5-B3A2-EBAD69DA968D}"/>
          </ac:inkMkLst>
        </pc:inkChg>
        <pc:inkChg chg="add mod">
          <ac:chgData name="Bowen Cheek" userId="8fca192e-0677-4b46-9386-7af871cc0c0f" providerId="ADAL" clId="{A7C2DF13-9E9B-41A5-8CD9-30DC2F6668C6}" dt="2026-04-27T13:32:39.952" v="3280"/>
          <ac:inkMkLst>
            <pc:docMk/>
            <pc:sldMk cId="2518520175" sldId="295"/>
            <ac:inkMk id="10" creationId="{D71E6CB1-71F4-7E30-6729-375FA81218EB}"/>
          </ac:inkMkLst>
        </pc:inkChg>
        <pc:inkChg chg="add mod">
          <ac:chgData name="Bowen Cheek" userId="8fca192e-0677-4b46-9386-7af871cc0c0f" providerId="ADAL" clId="{A7C2DF13-9E9B-41A5-8CD9-30DC2F6668C6}" dt="2026-04-27T13:32:39.952" v="3280"/>
          <ac:inkMkLst>
            <pc:docMk/>
            <pc:sldMk cId="2518520175" sldId="295"/>
            <ac:inkMk id="11" creationId="{E179897B-30DB-F44A-6E6E-953D4934001E}"/>
          </ac:inkMkLst>
        </pc:inkChg>
        <pc:inkChg chg="add mod">
          <ac:chgData name="Bowen Cheek" userId="8fca192e-0677-4b46-9386-7af871cc0c0f" providerId="ADAL" clId="{A7C2DF13-9E9B-41A5-8CD9-30DC2F6668C6}" dt="2026-04-27T13:32:39.952" v="3280"/>
          <ac:inkMkLst>
            <pc:docMk/>
            <pc:sldMk cId="2518520175" sldId="295"/>
            <ac:inkMk id="13" creationId="{4CE8169D-7059-233F-CC78-98727F1CC5E8}"/>
          </ac:inkMkLst>
        </pc:inkChg>
        <pc:inkChg chg="add mod">
          <ac:chgData name="Bowen Cheek" userId="8fca192e-0677-4b46-9386-7af871cc0c0f" providerId="ADAL" clId="{A7C2DF13-9E9B-41A5-8CD9-30DC2F6668C6}" dt="2026-04-27T13:32:39.952" v="3280"/>
          <ac:inkMkLst>
            <pc:docMk/>
            <pc:sldMk cId="2518520175" sldId="295"/>
            <ac:inkMk id="14" creationId="{5AC22EC1-6832-8F24-2355-A40DFE0CB2F0}"/>
          </ac:inkMkLst>
        </pc:inkChg>
        <pc:inkChg chg="add mod">
          <ac:chgData name="Bowen Cheek" userId="8fca192e-0677-4b46-9386-7af871cc0c0f" providerId="ADAL" clId="{A7C2DF13-9E9B-41A5-8CD9-30DC2F6668C6}" dt="2026-04-27T13:32:39.952" v="3280"/>
          <ac:inkMkLst>
            <pc:docMk/>
            <pc:sldMk cId="2518520175" sldId="295"/>
            <ac:inkMk id="16" creationId="{1FD1CBED-71E0-8CD6-15C3-363014C7AF15}"/>
          </ac:inkMkLst>
        </pc:inkChg>
        <pc:inkChg chg="add mod">
          <ac:chgData name="Bowen Cheek" userId="8fca192e-0677-4b46-9386-7af871cc0c0f" providerId="ADAL" clId="{A7C2DF13-9E9B-41A5-8CD9-30DC2F6668C6}" dt="2026-04-27T13:32:43.991" v="3289"/>
          <ac:inkMkLst>
            <pc:docMk/>
            <pc:sldMk cId="2518520175" sldId="295"/>
            <ac:inkMk id="18" creationId="{F306C239-C239-8C6C-5175-CB7D5431005C}"/>
          </ac:inkMkLst>
        </pc:inkChg>
        <pc:inkChg chg="add mod">
          <ac:chgData name="Bowen Cheek" userId="8fca192e-0677-4b46-9386-7af871cc0c0f" providerId="ADAL" clId="{A7C2DF13-9E9B-41A5-8CD9-30DC2F6668C6}" dt="2026-04-27T13:32:43.991" v="3289"/>
          <ac:inkMkLst>
            <pc:docMk/>
            <pc:sldMk cId="2518520175" sldId="295"/>
            <ac:inkMk id="19" creationId="{867017B6-76CB-1059-CF2F-3042CAF92748}"/>
          </ac:inkMkLst>
        </pc:inkChg>
        <pc:inkChg chg="add mod">
          <ac:chgData name="Bowen Cheek" userId="8fca192e-0677-4b46-9386-7af871cc0c0f" providerId="ADAL" clId="{A7C2DF13-9E9B-41A5-8CD9-30DC2F6668C6}" dt="2026-04-27T13:32:43.991" v="3289"/>
          <ac:inkMkLst>
            <pc:docMk/>
            <pc:sldMk cId="2518520175" sldId="295"/>
            <ac:inkMk id="20" creationId="{96FDC9BE-9353-A101-B550-2B9B1518597F}"/>
          </ac:inkMkLst>
        </pc:inkChg>
        <pc:inkChg chg="add mod">
          <ac:chgData name="Bowen Cheek" userId="8fca192e-0677-4b46-9386-7af871cc0c0f" providerId="ADAL" clId="{A7C2DF13-9E9B-41A5-8CD9-30DC2F6668C6}" dt="2026-04-27T13:32:43.991" v="3289"/>
          <ac:inkMkLst>
            <pc:docMk/>
            <pc:sldMk cId="2518520175" sldId="295"/>
            <ac:inkMk id="21" creationId="{370F6184-BA11-8B69-EBEF-4D942D9615FA}"/>
          </ac:inkMkLst>
        </pc:inkChg>
        <pc:inkChg chg="add mod">
          <ac:chgData name="Bowen Cheek" userId="8fca192e-0677-4b46-9386-7af871cc0c0f" providerId="ADAL" clId="{A7C2DF13-9E9B-41A5-8CD9-30DC2F6668C6}" dt="2026-04-27T13:32:43.991" v="3289"/>
          <ac:inkMkLst>
            <pc:docMk/>
            <pc:sldMk cId="2518520175" sldId="295"/>
            <ac:inkMk id="22" creationId="{09A63F2C-8FFB-EB91-650B-C3A7A41784C2}"/>
          </ac:inkMkLst>
        </pc:inkChg>
        <pc:inkChg chg="add mod">
          <ac:chgData name="Bowen Cheek" userId="8fca192e-0677-4b46-9386-7af871cc0c0f" providerId="ADAL" clId="{A7C2DF13-9E9B-41A5-8CD9-30DC2F6668C6}" dt="2026-04-27T13:32:43.991" v="3289"/>
          <ac:inkMkLst>
            <pc:docMk/>
            <pc:sldMk cId="2518520175" sldId="295"/>
            <ac:inkMk id="23" creationId="{F4212BF7-4638-537E-5FC7-92786AB2E6C6}"/>
          </ac:inkMkLst>
        </pc:inkChg>
        <pc:inkChg chg="add mod">
          <ac:chgData name="Bowen Cheek" userId="8fca192e-0677-4b46-9386-7af871cc0c0f" providerId="ADAL" clId="{A7C2DF13-9E9B-41A5-8CD9-30DC2F6668C6}" dt="2026-04-27T13:32:43.991" v="3289"/>
          <ac:inkMkLst>
            <pc:docMk/>
            <pc:sldMk cId="2518520175" sldId="295"/>
            <ac:inkMk id="24" creationId="{54FCC1E7-7829-DF53-C376-0D6330D694A7}"/>
          </ac:inkMkLst>
        </pc:inkChg>
        <pc:inkChg chg="add mod">
          <ac:chgData name="Bowen Cheek" userId="8fca192e-0677-4b46-9386-7af871cc0c0f" providerId="ADAL" clId="{A7C2DF13-9E9B-41A5-8CD9-30DC2F6668C6}" dt="2026-04-27T13:32:43.991" v="3289"/>
          <ac:inkMkLst>
            <pc:docMk/>
            <pc:sldMk cId="2518520175" sldId="295"/>
            <ac:inkMk id="25" creationId="{3595D1FD-EE4B-05F9-8F74-68424C8AE0D2}"/>
          </ac:inkMkLst>
        </pc:inkChg>
        <pc:inkChg chg="add mod">
          <ac:chgData name="Bowen Cheek" userId="8fca192e-0677-4b46-9386-7af871cc0c0f" providerId="ADAL" clId="{A7C2DF13-9E9B-41A5-8CD9-30DC2F6668C6}" dt="2026-04-27T13:32:52.710" v="3304"/>
          <ac:inkMkLst>
            <pc:docMk/>
            <pc:sldMk cId="2518520175" sldId="295"/>
            <ac:inkMk id="27" creationId="{2FA0CE9E-707F-C325-CBB7-B0D7255DFB82}"/>
          </ac:inkMkLst>
        </pc:inkChg>
        <pc:inkChg chg="add">
          <ac:chgData name="Bowen Cheek" userId="8fca192e-0677-4b46-9386-7af871cc0c0f" providerId="ADAL" clId="{A7C2DF13-9E9B-41A5-8CD9-30DC2F6668C6}" dt="2026-04-27T13:32:44.911" v="3291" actId="9405"/>
          <ac:inkMkLst>
            <pc:docMk/>
            <pc:sldMk cId="2518520175" sldId="295"/>
            <ac:inkMk id="28" creationId="{7FD9B0D2-D6D8-18EE-8662-B9D8ACF9D2AE}"/>
          </ac:inkMkLst>
        </pc:inkChg>
        <pc:inkChg chg="add">
          <ac:chgData name="Bowen Cheek" userId="8fca192e-0677-4b46-9386-7af871cc0c0f" providerId="ADAL" clId="{A7C2DF13-9E9B-41A5-8CD9-30DC2F6668C6}" dt="2026-04-27T13:32:45.260" v="3292" actId="9405"/>
          <ac:inkMkLst>
            <pc:docMk/>
            <pc:sldMk cId="2518520175" sldId="295"/>
            <ac:inkMk id="29" creationId="{79D949B3-97C9-12B5-29EA-CB690784FE72}"/>
          </ac:inkMkLst>
        </pc:inkChg>
        <pc:inkChg chg="add mod">
          <ac:chgData name="Bowen Cheek" userId="8fca192e-0677-4b46-9386-7af871cc0c0f" providerId="ADAL" clId="{A7C2DF13-9E9B-41A5-8CD9-30DC2F6668C6}" dt="2026-04-27T13:32:52.710" v="3304"/>
          <ac:inkMkLst>
            <pc:docMk/>
            <pc:sldMk cId="2518520175" sldId="295"/>
            <ac:inkMk id="30" creationId="{FBA6E605-20C4-A875-2AED-6790128F673E}"/>
          </ac:inkMkLst>
        </pc:inkChg>
        <pc:inkChg chg="add mod">
          <ac:chgData name="Bowen Cheek" userId="8fca192e-0677-4b46-9386-7af871cc0c0f" providerId="ADAL" clId="{A7C2DF13-9E9B-41A5-8CD9-30DC2F6668C6}" dt="2026-04-27T13:32:52.710" v="3304"/>
          <ac:inkMkLst>
            <pc:docMk/>
            <pc:sldMk cId="2518520175" sldId="295"/>
            <ac:inkMk id="31" creationId="{DDE53586-C8CC-3402-BC4C-E9B5B9212764}"/>
          </ac:inkMkLst>
        </pc:inkChg>
        <pc:inkChg chg="add mod">
          <ac:chgData name="Bowen Cheek" userId="8fca192e-0677-4b46-9386-7af871cc0c0f" providerId="ADAL" clId="{A7C2DF13-9E9B-41A5-8CD9-30DC2F6668C6}" dt="2026-04-27T13:32:52.710" v="3304"/>
          <ac:inkMkLst>
            <pc:docMk/>
            <pc:sldMk cId="2518520175" sldId="295"/>
            <ac:inkMk id="32" creationId="{6DD55C98-96FB-B3C5-DC19-99B6B3252A01}"/>
          </ac:inkMkLst>
        </pc:inkChg>
        <pc:inkChg chg="add">
          <ac:chgData name="Bowen Cheek" userId="8fca192e-0677-4b46-9386-7af871cc0c0f" providerId="ADAL" clId="{A7C2DF13-9E9B-41A5-8CD9-30DC2F6668C6}" dt="2026-04-27T13:32:48.632" v="3296" actId="9405"/>
          <ac:inkMkLst>
            <pc:docMk/>
            <pc:sldMk cId="2518520175" sldId="295"/>
            <ac:inkMk id="33" creationId="{C345323E-5760-7FF0-8C39-F4B5D10C513B}"/>
          </ac:inkMkLst>
        </pc:inkChg>
        <pc:inkChg chg="add">
          <ac:chgData name="Bowen Cheek" userId="8fca192e-0677-4b46-9386-7af871cc0c0f" providerId="ADAL" clId="{A7C2DF13-9E9B-41A5-8CD9-30DC2F6668C6}" dt="2026-04-27T13:32:48.933" v="3297" actId="9405"/>
          <ac:inkMkLst>
            <pc:docMk/>
            <pc:sldMk cId="2518520175" sldId="295"/>
            <ac:inkMk id="34" creationId="{DF4C62F4-892A-E0A4-A07C-53E04C6ED55A}"/>
          </ac:inkMkLst>
        </pc:inkChg>
        <pc:inkChg chg="add mod">
          <ac:chgData name="Bowen Cheek" userId="8fca192e-0677-4b46-9386-7af871cc0c0f" providerId="ADAL" clId="{A7C2DF13-9E9B-41A5-8CD9-30DC2F6668C6}" dt="2026-04-27T13:32:52.710" v="3304"/>
          <ac:inkMkLst>
            <pc:docMk/>
            <pc:sldMk cId="2518520175" sldId="295"/>
            <ac:inkMk id="35" creationId="{272FE95F-30D2-088D-52CD-6195E808C690}"/>
          </ac:inkMkLst>
        </pc:inkChg>
        <pc:inkChg chg="add mod">
          <ac:chgData name="Bowen Cheek" userId="8fca192e-0677-4b46-9386-7af871cc0c0f" providerId="ADAL" clId="{A7C2DF13-9E9B-41A5-8CD9-30DC2F6668C6}" dt="2026-04-27T13:32:52.710" v="3304"/>
          <ac:inkMkLst>
            <pc:docMk/>
            <pc:sldMk cId="2518520175" sldId="295"/>
            <ac:inkMk id="36" creationId="{AF50E8C2-BC81-A93B-EEC5-F6E5FD792C13}"/>
          </ac:inkMkLst>
        </pc:inkChg>
        <pc:inkChg chg="add">
          <ac:chgData name="Bowen Cheek" userId="8fca192e-0677-4b46-9386-7af871cc0c0f" providerId="ADAL" clId="{A7C2DF13-9E9B-41A5-8CD9-30DC2F6668C6}" dt="2026-04-27T13:32:49.727" v="3300" actId="9405"/>
          <ac:inkMkLst>
            <pc:docMk/>
            <pc:sldMk cId="2518520175" sldId="295"/>
            <ac:inkMk id="37" creationId="{69C418F9-3F84-482B-6391-5553C2BB1946}"/>
          </ac:inkMkLst>
        </pc:inkChg>
        <pc:inkChg chg="add mod">
          <ac:chgData name="Bowen Cheek" userId="8fca192e-0677-4b46-9386-7af871cc0c0f" providerId="ADAL" clId="{A7C2DF13-9E9B-41A5-8CD9-30DC2F6668C6}" dt="2026-04-27T13:32:52.710" v="3304"/>
          <ac:inkMkLst>
            <pc:docMk/>
            <pc:sldMk cId="2518520175" sldId="295"/>
            <ac:inkMk id="38" creationId="{855229A9-0CDD-90B6-DE63-70A392BD74FA}"/>
          </ac:inkMkLst>
        </pc:inkChg>
        <pc:inkChg chg="add">
          <ac:chgData name="Bowen Cheek" userId="8fca192e-0677-4b46-9386-7af871cc0c0f" providerId="ADAL" clId="{A7C2DF13-9E9B-41A5-8CD9-30DC2F6668C6}" dt="2026-04-27T13:32:50.917" v="3302" actId="9405"/>
          <ac:inkMkLst>
            <pc:docMk/>
            <pc:sldMk cId="2518520175" sldId="295"/>
            <ac:inkMk id="39" creationId="{F0395A84-07DF-81B2-FA54-0AD5A8B992A9}"/>
          </ac:inkMkLst>
        </pc:inkChg>
        <pc:inkChg chg="add mod">
          <ac:chgData name="Bowen Cheek" userId="8fca192e-0677-4b46-9386-7af871cc0c0f" providerId="ADAL" clId="{A7C2DF13-9E9B-41A5-8CD9-30DC2F6668C6}" dt="2026-04-27T13:32:52.710" v="3304"/>
          <ac:inkMkLst>
            <pc:docMk/>
            <pc:sldMk cId="2518520175" sldId="295"/>
            <ac:inkMk id="40" creationId="{F4A2D42A-93BE-87D7-F0E7-6BD1B1578345}"/>
          </ac:inkMkLst>
        </pc:inkChg>
      </pc:sldChg>
      <pc:sldChg chg="addSp delSp modSp mod">
        <pc:chgData name="Bowen Cheek" userId="8fca192e-0677-4b46-9386-7af871cc0c0f" providerId="ADAL" clId="{A7C2DF13-9E9B-41A5-8CD9-30DC2F6668C6}" dt="2026-04-27T16:50:39.962" v="3977"/>
        <pc:sldMkLst>
          <pc:docMk/>
          <pc:sldMk cId="1878589810" sldId="296"/>
        </pc:sldMkLst>
        <pc:grpChg chg="del mod">
          <ac:chgData name="Bowen Cheek" userId="8fca192e-0677-4b46-9386-7af871cc0c0f" providerId="ADAL" clId="{A7C2DF13-9E9B-41A5-8CD9-30DC2F6668C6}" dt="2026-04-27T16:43:55.311" v="3878"/>
          <ac:grpSpMkLst>
            <pc:docMk/>
            <pc:sldMk cId="1878589810" sldId="296"/>
            <ac:grpSpMk id="12" creationId="{53F73069-359E-F28E-592C-44E049B4A8ED}"/>
          </ac:grpSpMkLst>
        </pc:grpChg>
        <pc:grpChg chg="del mod">
          <ac:chgData name="Bowen Cheek" userId="8fca192e-0677-4b46-9386-7af871cc0c0f" providerId="ADAL" clId="{A7C2DF13-9E9B-41A5-8CD9-30DC2F6668C6}" dt="2026-04-27T13:35:16.727" v="3320"/>
          <ac:grpSpMkLst>
            <pc:docMk/>
            <pc:sldMk cId="1878589810" sldId="296"/>
            <ac:grpSpMk id="21" creationId="{13E9D320-5F9E-548D-C555-1C8B33573C59}"/>
          </ac:grpSpMkLst>
        </pc:grpChg>
        <pc:grpChg chg="mod">
          <ac:chgData name="Bowen Cheek" userId="8fca192e-0677-4b46-9386-7af871cc0c0f" providerId="ADAL" clId="{A7C2DF13-9E9B-41A5-8CD9-30DC2F6668C6}" dt="2026-04-27T13:35:16.727" v="3320"/>
          <ac:grpSpMkLst>
            <pc:docMk/>
            <pc:sldMk cId="1878589810" sldId="296"/>
            <ac:grpSpMk id="22" creationId="{9D14CB7E-5DC3-D209-5550-760E728E7484}"/>
          </ac:grpSpMkLst>
        </pc:grpChg>
        <pc:grpChg chg="mod">
          <ac:chgData name="Bowen Cheek" userId="8fca192e-0677-4b46-9386-7af871cc0c0f" providerId="ADAL" clId="{A7C2DF13-9E9B-41A5-8CD9-30DC2F6668C6}" dt="2026-04-27T13:35:16.727" v="3320"/>
          <ac:grpSpMkLst>
            <pc:docMk/>
            <pc:sldMk cId="1878589810" sldId="296"/>
            <ac:grpSpMk id="23" creationId="{C8220759-4950-BFBC-4780-9A74648C33DC}"/>
          </ac:grpSpMkLst>
        </pc:grpChg>
        <pc:grpChg chg="del mod">
          <ac:chgData name="Bowen Cheek" userId="8fca192e-0677-4b46-9386-7af871cc0c0f" providerId="ADAL" clId="{A7C2DF13-9E9B-41A5-8CD9-30DC2F6668C6}" dt="2026-04-27T13:36:04.614" v="3329"/>
          <ac:grpSpMkLst>
            <pc:docMk/>
            <pc:sldMk cId="1878589810" sldId="296"/>
            <ac:grpSpMk id="29" creationId="{762CCA61-5E18-7662-8801-219D2A2083FA}"/>
          </ac:grpSpMkLst>
        </pc:grpChg>
        <pc:grpChg chg="del mod">
          <ac:chgData name="Bowen Cheek" userId="8fca192e-0677-4b46-9386-7af871cc0c0f" providerId="ADAL" clId="{A7C2DF13-9E9B-41A5-8CD9-30DC2F6668C6}" dt="2026-04-27T13:36:05.580" v="3331"/>
          <ac:grpSpMkLst>
            <pc:docMk/>
            <pc:sldMk cId="1878589810" sldId="296"/>
            <ac:grpSpMk id="32" creationId="{CE9B7BE8-8791-07D5-DE5D-BF98A7A590F8}"/>
          </ac:grpSpMkLst>
        </pc:grpChg>
        <pc:grpChg chg="del mod">
          <ac:chgData name="Bowen Cheek" userId="8fca192e-0677-4b46-9386-7af871cc0c0f" providerId="ADAL" clId="{A7C2DF13-9E9B-41A5-8CD9-30DC2F6668C6}" dt="2026-04-27T13:40:48.828" v="3395"/>
          <ac:grpSpMkLst>
            <pc:docMk/>
            <pc:sldMk cId="1878589810" sldId="296"/>
            <ac:grpSpMk id="34" creationId="{61DF411C-CAB6-5221-FCC8-D25B50447A85}"/>
          </ac:grpSpMkLst>
        </pc:grpChg>
        <pc:grpChg chg="mod">
          <ac:chgData name="Bowen Cheek" userId="8fca192e-0677-4b46-9386-7af871cc0c0f" providerId="ADAL" clId="{A7C2DF13-9E9B-41A5-8CD9-30DC2F6668C6}" dt="2026-04-27T16:43:55.311" v="3878"/>
          <ac:grpSpMkLst>
            <pc:docMk/>
            <pc:sldMk cId="1878589810" sldId="296"/>
            <ac:grpSpMk id="35" creationId="{688CD3D1-E17F-877D-2382-CC3F4A5BE93D}"/>
          </ac:grpSpMkLst>
        </pc:grpChg>
        <pc:grpChg chg="del mod">
          <ac:chgData name="Bowen Cheek" userId="8fca192e-0677-4b46-9386-7af871cc0c0f" providerId="ADAL" clId="{A7C2DF13-9E9B-41A5-8CD9-30DC2F6668C6}" dt="2026-04-27T13:36:18.759" v="3355"/>
          <ac:grpSpMkLst>
            <pc:docMk/>
            <pc:sldMk cId="1878589810" sldId="296"/>
            <ac:grpSpMk id="44" creationId="{A5DB939E-11F1-F847-243C-C23AA60C46DC}"/>
          </ac:grpSpMkLst>
        </pc:grpChg>
        <pc:grpChg chg="mod">
          <ac:chgData name="Bowen Cheek" userId="8fca192e-0677-4b46-9386-7af871cc0c0f" providerId="ADAL" clId="{A7C2DF13-9E9B-41A5-8CD9-30DC2F6668C6}" dt="2026-04-27T16:44:14.566" v="3894"/>
          <ac:grpSpMkLst>
            <pc:docMk/>
            <pc:sldMk cId="1878589810" sldId="296"/>
            <ac:grpSpMk id="51" creationId="{A4348225-62AF-7AF3-1299-3A9D3F2096AC}"/>
          </ac:grpSpMkLst>
        </pc:grpChg>
        <pc:grpChg chg="mod">
          <ac:chgData name="Bowen Cheek" userId="8fca192e-0677-4b46-9386-7af871cc0c0f" providerId="ADAL" clId="{A7C2DF13-9E9B-41A5-8CD9-30DC2F6668C6}" dt="2026-04-27T16:44:14.566" v="3894"/>
          <ac:grpSpMkLst>
            <pc:docMk/>
            <pc:sldMk cId="1878589810" sldId="296"/>
            <ac:grpSpMk id="52" creationId="{F4915CC1-EF31-3AC8-98F0-F1E8E7CE1AF9}"/>
          </ac:grpSpMkLst>
        </pc:grpChg>
        <pc:grpChg chg="mod">
          <ac:chgData name="Bowen Cheek" userId="8fca192e-0677-4b46-9386-7af871cc0c0f" providerId="ADAL" clId="{A7C2DF13-9E9B-41A5-8CD9-30DC2F6668C6}" dt="2026-04-27T16:44:14.566" v="3894"/>
          <ac:grpSpMkLst>
            <pc:docMk/>
            <pc:sldMk cId="1878589810" sldId="296"/>
            <ac:grpSpMk id="53" creationId="{1D4C6A85-1422-39A3-3B53-AEDB406F3AFD}"/>
          </ac:grpSpMkLst>
        </pc:grpChg>
        <pc:grpChg chg="del mod">
          <ac:chgData name="Bowen Cheek" userId="8fca192e-0677-4b46-9386-7af871cc0c0f" providerId="ADAL" clId="{A7C2DF13-9E9B-41A5-8CD9-30DC2F6668C6}" dt="2026-04-27T13:40:48.828" v="3395"/>
          <ac:grpSpMkLst>
            <pc:docMk/>
            <pc:sldMk cId="1878589810" sldId="296"/>
            <ac:grpSpMk id="58" creationId="{4019659F-CAAF-9144-5434-597229D86E57}"/>
          </ac:grpSpMkLst>
        </pc:grpChg>
        <pc:grpChg chg="del mod">
          <ac:chgData name="Bowen Cheek" userId="8fca192e-0677-4b46-9386-7af871cc0c0f" providerId="ADAL" clId="{A7C2DF13-9E9B-41A5-8CD9-30DC2F6668C6}" dt="2026-04-27T16:44:19.244" v="3902"/>
          <ac:grpSpMkLst>
            <pc:docMk/>
            <pc:sldMk cId="1878589810" sldId="296"/>
            <ac:grpSpMk id="61" creationId="{59035D6A-CB4C-A9BC-9D2B-7F0B419958C2}"/>
          </ac:grpSpMkLst>
        </pc:grpChg>
        <pc:grpChg chg="mod">
          <ac:chgData name="Bowen Cheek" userId="8fca192e-0677-4b46-9386-7af871cc0c0f" providerId="ADAL" clId="{A7C2DF13-9E9B-41A5-8CD9-30DC2F6668C6}" dt="2026-04-27T16:44:19.244" v="3902"/>
          <ac:grpSpMkLst>
            <pc:docMk/>
            <pc:sldMk cId="1878589810" sldId="296"/>
            <ac:grpSpMk id="62" creationId="{F6B6BA86-7852-5BB8-8CC5-D6B54D4850A9}"/>
          </ac:grpSpMkLst>
        </pc:grpChg>
        <pc:grpChg chg="mod">
          <ac:chgData name="Bowen Cheek" userId="8fca192e-0677-4b46-9386-7af871cc0c0f" providerId="ADAL" clId="{A7C2DF13-9E9B-41A5-8CD9-30DC2F6668C6}" dt="2026-04-27T13:36:44.556" v="3363"/>
          <ac:grpSpMkLst>
            <pc:docMk/>
            <pc:sldMk cId="1878589810" sldId="296"/>
            <ac:grpSpMk id="66" creationId="{6E1C9D5E-935A-E8D1-2693-C89FA31FF614}"/>
          </ac:grpSpMkLst>
        </pc:grpChg>
        <pc:grpChg chg="mod">
          <ac:chgData name="Bowen Cheek" userId="8fca192e-0677-4b46-9386-7af871cc0c0f" providerId="ADAL" clId="{A7C2DF13-9E9B-41A5-8CD9-30DC2F6668C6}" dt="2026-04-27T13:36:44.556" v="3363"/>
          <ac:grpSpMkLst>
            <pc:docMk/>
            <pc:sldMk cId="1878589810" sldId="296"/>
            <ac:grpSpMk id="67" creationId="{E3CB0390-4FD9-88AF-9D67-349A6C282E30}"/>
          </ac:grpSpMkLst>
        </pc:grpChg>
        <pc:grpChg chg="mod">
          <ac:chgData name="Bowen Cheek" userId="8fca192e-0677-4b46-9386-7af871cc0c0f" providerId="ADAL" clId="{A7C2DF13-9E9B-41A5-8CD9-30DC2F6668C6}" dt="2026-04-27T16:44:23.289" v="3911"/>
          <ac:grpSpMkLst>
            <pc:docMk/>
            <pc:sldMk cId="1878589810" sldId="296"/>
            <ac:grpSpMk id="71" creationId="{4A27C10D-422E-ADD5-4522-4F26A03D2D46}"/>
          </ac:grpSpMkLst>
        </pc:grpChg>
        <pc:grpChg chg="mod">
          <ac:chgData name="Bowen Cheek" userId="8fca192e-0677-4b46-9386-7af871cc0c0f" providerId="ADAL" clId="{A7C2DF13-9E9B-41A5-8CD9-30DC2F6668C6}" dt="2026-04-27T16:44:23.289" v="3911"/>
          <ac:grpSpMkLst>
            <pc:docMk/>
            <pc:sldMk cId="1878589810" sldId="296"/>
            <ac:grpSpMk id="72" creationId="{52D0932E-E4D8-94D0-458F-D63010E8D665}"/>
          </ac:grpSpMkLst>
        </pc:grpChg>
        <pc:grpChg chg="mod">
          <ac:chgData name="Bowen Cheek" userId="8fca192e-0677-4b46-9386-7af871cc0c0f" providerId="ADAL" clId="{A7C2DF13-9E9B-41A5-8CD9-30DC2F6668C6}" dt="2026-04-27T13:37:44.303" v="3372"/>
          <ac:grpSpMkLst>
            <pc:docMk/>
            <pc:sldMk cId="1878589810" sldId="296"/>
            <ac:grpSpMk id="76" creationId="{F6AC8DB9-0B7A-97F7-D99E-6CA2100FF001}"/>
          </ac:grpSpMkLst>
        </pc:grpChg>
        <pc:grpChg chg="mod">
          <ac:chgData name="Bowen Cheek" userId="8fca192e-0677-4b46-9386-7af871cc0c0f" providerId="ADAL" clId="{A7C2DF13-9E9B-41A5-8CD9-30DC2F6668C6}" dt="2026-04-27T13:37:44.303" v="3372"/>
          <ac:grpSpMkLst>
            <pc:docMk/>
            <pc:sldMk cId="1878589810" sldId="296"/>
            <ac:grpSpMk id="77" creationId="{0991B246-635C-BC7B-E788-3A570CBEEFAA}"/>
          </ac:grpSpMkLst>
        </pc:grpChg>
        <pc:grpChg chg="del mod">
          <ac:chgData name="Bowen Cheek" userId="8fca192e-0677-4b46-9386-7af871cc0c0f" providerId="ADAL" clId="{A7C2DF13-9E9B-41A5-8CD9-30DC2F6668C6}" dt="2026-04-27T16:48:14.661" v="3925"/>
          <ac:grpSpMkLst>
            <pc:docMk/>
            <pc:sldMk cId="1878589810" sldId="296"/>
            <ac:grpSpMk id="77" creationId="{163E5E0F-4E0B-5AB9-4973-7D35474AEDEF}"/>
          </ac:grpSpMkLst>
        </pc:grpChg>
        <pc:grpChg chg="del mod">
          <ac:chgData name="Bowen Cheek" userId="8fca192e-0677-4b46-9386-7af871cc0c0f" providerId="ADAL" clId="{A7C2DF13-9E9B-41A5-8CD9-30DC2F6668C6}" dt="2026-04-27T13:40:40.269" v="3392"/>
          <ac:grpSpMkLst>
            <pc:docMk/>
            <pc:sldMk cId="1878589810" sldId="296"/>
            <ac:grpSpMk id="80" creationId="{2BCE0D40-3998-4F3C-0F7C-30BD166BCD5F}"/>
          </ac:grpSpMkLst>
        </pc:grpChg>
        <pc:grpChg chg="del mod">
          <ac:chgData name="Bowen Cheek" userId="8fca192e-0677-4b46-9386-7af871cc0c0f" providerId="ADAL" clId="{A7C2DF13-9E9B-41A5-8CD9-30DC2F6668C6}" dt="2026-04-27T16:48:19.326" v="3928"/>
          <ac:grpSpMkLst>
            <pc:docMk/>
            <pc:sldMk cId="1878589810" sldId="296"/>
            <ac:grpSpMk id="86" creationId="{BAD2C713-4A77-8E66-8073-2ADF454DFEDB}"/>
          </ac:grpSpMkLst>
        </pc:grpChg>
        <pc:grpChg chg="del mod">
          <ac:chgData name="Bowen Cheek" userId="8fca192e-0677-4b46-9386-7af871cc0c0f" providerId="ADAL" clId="{A7C2DF13-9E9B-41A5-8CD9-30DC2F6668C6}" dt="2026-04-27T16:48:26.079" v="3931"/>
          <ac:grpSpMkLst>
            <pc:docMk/>
            <pc:sldMk cId="1878589810" sldId="296"/>
            <ac:grpSpMk id="89" creationId="{10E058B8-A6AF-AC83-9F92-3E493ED38EB5}"/>
          </ac:grpSpMkLst>
        </pc:grpChg>
        <pc:grpChg chg="del mod">
          <ac:chgData name="Bowen Cheek" userId="8fca192e-0677-4b46-9386-7af871cc0c0f" providerId="ADAL" clId="{A7C2DF13-9E9B-41A5-8CD9-30DC2F6668C6}" dt="2026-04-27T16:49:37.874" v="3940"/>
          <ac:grpSpMkLst>
            <pc:docMk/>
            <pc:sldMk cId="1878589810" sldId="296"/>
            <ac:grpSpMk id="92" creationId="{0F893B9A-3B53-FEAC-AFA6-5A50C6C62BFF}"/>
          </ac:grpSpMkLst>
        </pc:grpChg>
        <pc:grpChg chg="del mod">
          <ac:chgData name="Bowen Cheek" userId="8fca192e-0677-4b46-9386-7af871cc0c0f" providerId="ADAL" clId="{A7C2DF13-9E9B-41A5-8CD9-30DC2F6668C6}" dt="2026-04-27T16:49:46.118" v="3943"/>
          <ac:grpSpMkLst>
            <pc:docMk/>
            <pc:sldMk cId="1878589810" sldId="296"/>
            <ac:grpSpMk id="97" creationId="{13036E4B-1E98-B13C-5F45-7A11352C11FE}"/>
          </ac:grpSpMkLst>
        </pc:grpChg>
        <pc:grpChg chg="del mod">
          <ac:chgData name="Bowen Cheek" userId="8fca192e-0677-4b46-9386-7af871cc0c0f" providerId="ADAL" clId="{A7C2DF13-9E9B-41A5-8CD9-30DC2F6668C6}" dt="2026-04-27T13:40:40.269" v="3392"/>
          <ac:grpSpMkLst>
            <pc:docMk/>
            <pc:sldMk cId="1878589810" sldId="296"/>
            <ac:grpSpMk id="97" creationId="{DAD52C9D-21E3-270D-2B47-4CCB59918A14}"/>
          </ac:grpSpMkLst>
        </pc:grpChg>
        <pc:grpChg chg="del mod">
          <ac:chgData name="Bowen Cheek" userId="8fca192e-0677-4b46-9386-7af871cc0c0f" providerId="ADAL" clId="{A7C2DF13-9E9B-41A5-8CD9-30DC2F6668C6}" dt="2026-04-27T13:40:48.828" v="3395"/>
          <ac:grpSpMkLst>
            <pc:docMk/>
            <pc:sldMk cId="1878589810" sldId="296"/>
            <ac:grpSpMk id="98" creationId="{9F4E8B8B-AB73-4A2B-A4E4-B3926828A7B4}"/>
          </ac:grpSpMkLst>
        </pc:grpChg>
        <pc:grpChg chg="del mod">
          <ac:chgData name="Bowen Cheek" userId="8fca192e-0677-4b46-9386-7af871cc0c0f" providerId="ADAL" clId="{A7C2DF13-9E9B-41A5-8CD9-30DC2F6668C6}" dt="2026-04-27T16:50:00.997" v="3967"/>
          <ac:grpSpMkLst>
            <pc:docMk/>
            <pc:sldMk cId="1878589810" sldId="296"/>
            <ac:grpSpMk id="100" creationId="{3819EE1D-9D29-2723-B414-798E0A827B6F}"/>
          </ac:grpSpMkLst>
        </pc:grpChg>
        <pc:grpChg chg="mod">
          <ac:chgData name="Bowen Cheek" userId="8fca192e-0677-4b46-9386-7af871cc0c0f" providerId="ADAL" clId="{A7C2DF13-9E9B-41A5-8CD9-30DC2F6668C6}" dt="2026-04-27T13:40:48.828" v="3395"/>
          <ac:grpSpMkLst>
            <pc:docMk/>
            <pc:sldMk cId="1878589810" sldId="296"/>
            <ac:grpSpMk id="101" creationId="{5A720F7D-5F16-2ECB-9D6C-FE9C8726C03E}"/>
          </ac:grpSpMkLst>
        </pc:grpChg>
        <pc:grpChg chg="del mod">
          <ac:chgData name="Bowen Cheek" userId="8fca192e-0677-4b46-9386-7af871cc0c0f" providerId="ADAL" clId="{A7C2DF13-9E9B-41A5-8CD9-30DC2F6668C6}" dt="2026-04-27T13:41:16.922" v="3400"/>
          <ac:grpSpMkLst>
            <pc:docMk/>
            <pc:sldMk cId="1878589810" sldId="296"/>
            <ac:grpSpMk id="104" creationId="{60829D16-0AE0-DEEE-42BD-38FBEBEB835A}"/>
          </ac:grpSpMkLst>
        </pc:grpChg>
        <pc:grpChg chg="del mod">
          <ac:chgData name="Bowen Cheek" userId="8fca192e-0677-4b46-9386-7af871cc0c0f" providerId="ADAL" clId="{A7C2DF13-9E9B-41A5-8CD9-30DC2F6668C6}" dt="2026-04-27T16:49:52.873" v="3951"/>
          <ac:grpSpMkLst>
            <pc:docMk/>
            <pc:sldMk cId="1878589810" sldId="296"/>
            <ac:grpSpMk id="104" creationId="{F35270CB-BF08-B1A3-25DF-FAD76274BC31}"/>
          </ac:grpSpMkLst>
        </pc:grpChg>
        <pc:grpChg chg="del mod">
          <ac:chgData name="Bowen Cheek" userId="8fca192e-0677-4b46-9386-7af871cc0c0f" providerId="ADAL" clId="{A7C2DF13-9E9B-41A5-8CD9-30DC2F6668C6}" dt="2026-04-27T13:41:23.356" v="3415"/>
          <ac:grpSpMkLst>
            <pc:docMk/>
            <pc:sldMk cId="1878589810" sldId="296"/>
            <ac:grpSpMk id="106" creationId="{BFB90AEA-5794-A58A-F148-0D54DA855D62}"/>
          </ac:grpSpMkLst>
        </pc:grpChg>
        <pc:grpChg chg="del mod">
          <ac:chgData name="Bowen Cheek" userId="8fca192e-0677-4b46-9386-7af871cc0c0f" providerId="ADAL" clId="{A7C2DF13-9E9B-41A5-8CD9-30DC2F6668C6}" dt="2026-04-27T16:50:00.997" v="3967"/>
          <ac:grpSpMkLst>
            <pc:docMk/>
            <pc:sldMk cId="1878589810" sldId="296"/>
            <ac:grpSpMk id="108" creationId="{A46AF57C-482F-872F-8540-FE0040E71048}"/>
          </ac:grpSpMkLst>
        </pc:grpChg>
        <pc:grpChg chg="mod">
          <ac:chgData name="Bowen Cheek" userId="8fca192e-0677-4b46-9386-7af871cc0c0f" providerId="ADAL" clId="{A7C2DF13-9E9B-41A5-8CD9-30DC2F6668C6}" dt="2026-04-27T13:41:23.356" v="3415"/>
          <ac:grpSpMkLst>
            <pc:docMk/>
            <pc:sldMk cId="1878589810" sldId="296"/>
            <ac:grpSpMk id="121" creationId="{03BD1ADD-BD99-7D77-FFDA-D340F44CECA2}"/>
          </ac:grpSpMkLst>
        </pc:grpChg>
        <pc:grpChg chg="del mod">
          <ac:chgData name="Bowen Cheek" userId="8fca192e-0677-4b46-9386-7af871cc0c0f" providerId="ADAL" clId="{A7C2DF13-9E9B-41A5-8CD9-30DC2F6668C6}" dt="2026-04-27T16:50:00.997" v="3967"/>
          <ac:grpSpMkLst>
            <pc:docMk/>
            <pc:sldMk cId="1878589810" sldId="296"/>
            <ac:grpSpMk id="124" creationId="{5ED1F60B-1569-AE65-7738-9B6117F54179}"/>
          </ac:grpSpMkLst>
        </pc:grpChg>
        <pc:grpChg chg="mod">
          <ac:chgData name="Bowen Cheek" userId="8fca192e-0677-4b46-9386-7af871cc0c0f" providerId="ADAL" clId="{A7C2DF13-9E9B-41A5-8CD9-30DC2F6668C6}" dt="2026-04-27T16:50:00.997" v="3967"/>
          <ac:grpSpMkLst>
            <pc:docMk/>
            <pc:sldMk cId="1878589810" sldId="296"/>
            <ac:grpSpMk id="125" creationId="{AD30B9A4-034B-A10D-3754-32B77972A4DA}"/>
          </ac:grpSpMkLst>
        </pc:grpChg>
        <pc:grpChg chg="mod">
          <ac:chgData name="Bowen Cheek" userId="8fca192e-0677-4b46-9386-7af871cc0c0f" providerId="ADAL" clId="{A7C2DF13-9E9B-41A5-8CD9-30DC2F6668C6}" dt="2026-04-27T13:44:03.212" v="3424"/>
          <ac:grpSpMkLst>
            <pc:docMk/>
            <pc:sldMk cId="1878589810" sldId="296"/>
            <ac:grpSpMk id="130" creationId="{1B967559-C7CE-72E4-B66E-2C381C8ADDB9}"/>
          </ac:grpSpMkLst>
        </pc:grpChg>
        <pc:grpChg chg="mod">
          <ac:chgData name="Bowen Cheek" userId="8fca192e-0677-4b46-9386-7af871cc0c0f" providerId="ADAL" clId="{A7C2DF13-9E9B-41A5-8CD9-30DC2F6668C6}" dt="2026-04-27T16:50:38.068" v="3974"/>
          <ac:grpSpMkLst>
            <pc:docMk/>
            <pc:sldMk cId="1878589810" sldId="296"/>
            <ac:grpSpMk id="132" creationId="{76CA9365-EB07-5FB5-66D6-3182AE03CC01}"/>
          </ac:grpSpMkLst>
        </pc:grpChg>
        <pc:grpChg chg="mod">
          <ac:chgData name="Bowen Cheek" userId="8fca192e-0677-4b46-9386-7af871cc0c0f" providerId="ADAL" clId="{A7C2DF13-9E9B-41A5-8CD9-30DC2F6668C6}" dt="2026-04-27T13:44:04.838" v="3427"/>
          <ac:grpSpMkLst>
            <pc:docMk/>
            <pc:sldMk cId="1878589810" sldId="296"/>
            <ac:grpSpMk id="133" creationId="{3342DACC-1B32-1F14-BE56-78F5CFC58957}"/>
          </ac:grpSpMkLst>
        </pc:grpChg>
        <pc:grpChg chg="mod">
          <ac:chgData name="Bowen Cheek" userId="8fca192e-0677-4b46-9386-7af871cc0c0f" providerId="ADAL" clId="{A7C2DF13-9E9B-41A5-8CD9-30DC2F6668C6}" dt="2026-04-27T16:50:39.962" v="3977"/>
          <ac:grpSpMkLst>
            <pc:docMk/>
            <pc:sldMk cId="1878589810" sldId="296"/>
            <ac:grpSpMk id="135" creationId="{76066281-5E13-C9AA-FFCD-CA7BBAB6E3DE}"/>
          </ac:grpSpMkLst>
        </pc:grpChg>
        <pc:inkChg chg="add mod">
          <ac:chgData name="Bowen Cheek" userId="8fca192e-0677-4b46-9386-7af871cc0c0f" providerId="ADAL" clId="{A7C2DF13-9E9B-41A5-8CD9-30DC2F6668C6}" dt="2026-04-27T16:43:44.472" v="3855"/>
          <ac:inkMkLst>
            <pc:docMk/>
            <pc:sldMk cId="1878589810" sldId="296"/>
            <ac:inkMk id="6" creationId="{655285BE-41BE-5AC6-7B47-C37642811E44}"/>
          </ac:inkMkLst>
        </pc:inkChg>
        <pc:inkChg chg="add mod">
          <ac:chgData name="Bowen Cheek" userId="8fca192e-0677-4b46-9386-7af871cc0c0f" providerId="ADAL" clId="{A7C2DF13-9E9B-41A5-8CD9-30DC2F6668C6}" dt="2026-04-27T13:35:16.727" v="3320"/>
          <ac:inkMkLst>
            <pc:docMk/>
            <pc:sldMk cId="1878589810" sldId="296"/>
            <ac:inkMk id="6" creationId="{CEBA0271-486F-7FCD-4D7E-4ED8E004A516}"/>
          </ac:inkMkLst>
        </pc:inkChg>
        <pc:inkChg chg="add mod">
          <ac:chgData name="Bowen Cheek" userId="8fca192e-0677-4b46-9386-7af871cc0c0f" providerId="ADAL" clId="{A7C2DF13-9E9B-41A5-8CD9-30DC2F6668C6}" dt="2026-04-27T16:43:44.472" v="3855"/>
          <ac:inkMkLst>
            <pc:docMk/>
            <pc:sldMk cId="1878589810" sldId="296"/>
            <ac:inkMk id="7" creationId="{D6EFF5FC-9B8B-A17F-2551-FB5596CFA9F4}"/>
          </ac:inkMkLst>
        </pc:inkChg>
        <pc:inkChg chg="add mod">
          <ac:chgData name="Bowen Cheek" userId="8fca192e-0677-4b46-9386-7af871cc0c0f" providerId="ADAL" clId="{A7C2DF13-9E9B-41A5-8CD9-30DC2F6668C6}" dt="2026-04-27T13:35:16.727" v="3320"/>
          <ac:inkMkLst>
            <pc:docMk/>
            <pc:sldMk cId="1878589810" sldId="296"/>
            <ac:inkMk id="7" creationId="{EC57C971-BE98-59FC-A376-DA25D9DA036F}"/>
          </ac:inkMkLst>
        </pc:inkChg>
        <pc:inkChg chg="add mod">
          <ac:chgData name="Bowen Cheek" userId="8fca192e-0677-4b46-9386-7af871cc0c0f" providerId="ADAL" clId="{A7C2DF13-9E9B-41A5-8CD9-30DC2F6668C6}" dt="2026-04-27T13:35:16.727" v="3320"/>
          <ac:inkMkLst>
            <pc:docMk/>
            <pc:sldMk cId="1878589810" sldId="296"/>
            <ac:inkMk id="8" creationId="{359452E3-6D2A-AB71-1AFE-F005924E4371}"/>
          </ac:inkMkLst>
        </pc:inkChg>
        <pc:inkChg chg="add mod">
          <ac:chgData name="Bowen Cheek" userId="8fca192e-0677-4b46-9386-7af871cc0c0f" providerId="ADAL" clId="{A7C2DF13-9E9B-41A5-8CD9-30DC2F6668C6}" dt="2026-04-27T16:43:55.311" v="3878"/>
          <ac:inkMkLst>
            <pc:docMk/>
            <pc:sldMk cId="1878589810" sldId="296"/>
            <ac:inkMk id="8" creationId="{C1CFA381-96DF-A2D6-5A62-785EB0ED6186}"/>
          </ac:inkMkLst>
        </pc:inkChg>
        <pc:inkChg chg="add">
          <ac:chgData name="Bowen Cheek" userId="8fca192e-0677-4b46-9386-7af871cc0c0f" providerId="ADAL" clId="{A7C2DF13-9E9B-41A5-8CD9-30DC2F6668C6}" dt="2026-04-27T13:35:11.020" v="3308" actId="9405"/>
          <ac:inkMkLst>
            <pc:docMk/>
            <pc:sldMk cId="1878589810" sldId="296"/>
            <ac:inkMk id="9" creationId="{3956E3E8-3948-EAAF-1690-BADA164E94FC}"/>
          </ac:inkMkLst>
        </pc:inkChg>
        <pc:inkChg chg="add mod">
          <ac:chgData name="Bowen Cheek" userId="8fca192e-0677-4b46-9386-7af871cc0c0f" providerId="ADAL" clId="{A7C2DF13-9E9B-41A5-8CD9-30DC2F6668C6}" dt="2026-04-27T16:43:44.472" v="3855"/>
          <ac:inkMkLst>
            <pc:docMk/>
            <pc:sldMk cId="1878589810" sldId="296"/>
            <ac:inkMk id="9" creationId="{E74437CA-1A0B-55FA-0532-B90FEE85E885}"/>
          </ac:inkMkLst>
        </pc:inkChg>
        <pc:inkChg chg="add mod">
          <ac:chgData name="Bowen Cheek" userId="8fca192e-0677-4b46-9386-7af871cc0c0f" providerId="ADAL" clId="{A7C2DF13-9E9B-41A5-8CD9-30DC2F6668C6}" dt="2026-04-27T16:43:44.472" v="3855"/>
          <ac:inkMkLst>
            <pc:docMk/>
            <pc:sldMk cId="1878589810" sldId="296"/>
            <ac:inkMk id="10" creationId="{4473E069-EB73-1439-CEEF-C12CEF29B9E5}"/>
          </ac:inkMkLst>
        </pc:inkChg>
        <pc:inkChg chg="add">
          <ac:chgData name="Bowen Cheek" userId="8fca192e-0677-4b46-9386-7af871cc0c0f" providerId="ADAL" clId="{A7C2DF13-9E9B-41A5-8CD9-30DC2F6668C6}" dt="2026-04-27T13:35:11.194" v="3309" actId="9405"/>
          <ac:inkMkLst>
            <pc:docMk/>
            <pc:sldMk cId="1878589810" sldId="296"/>
            <ac:inkMk id="10" creationId="{98EEBC8C-BF42-5DA6-0947-7D9D9C57432B}"/>
          </ac:inkMkLst>
        </pc:inkChg>
        <pc:inkChg chg="add mod">
          <ac:chgData name="Bowen Cheek" userId="8fca192e-0677-4b46-9386-7af871cc0c0f" providerId="ADAL" clId="{A7C2DF13-9E9B-41A5-8CD9-30DC2F6668C6}" dt="2026-04-27T16:43:55.311" v="3878"/>
          <ac:inkMkLst>
            <pc:docMk/>
            <pc:sldMk cId="1878589810" sldId="296"/>
            <ac:inkMk id="11" creationId="{C6611F68-C9EB-6D96-3CA4-70A43C09EEAE}"/>
          </ac:inkMkLst>
        </pc:inkChg>
        <pc:inkChg chg="add">
          <ac:chgData name="Bowen Cheek" userId="8fca192e-0677-4b46-9386-7af871cc0c0f" providerId="ADAL" clId="{A7C2DF13-9E9B-41A5-8CD9-30DC2F6668C6}" dt="2026-04-27T13:35:11.494" v="3310" actId="9405"/>
          <ac:inkMkLst>
            <pc:docMk/>
            <pc:sldMk cId="1878589810" sldId="296"/>
            <ac:inkMk id="11" creationId="{D24BD97B-5DC1-2005-63E0-0C12263C39D0}"/>
          </ac:inkMkLst>
        </pc:inkChg>
        <pc:inkChg chg="add">
          <ac:chgData name="Bowen Cheek" userId="8fca192e-0677-4b46-9386-7af871cc0c0f" providerId="ADAL" clId="{A7C2DF13-9E9B-41A5-8CD9-30DC2F6668C6}" dt="2026-04-27T13:35:11.669" v="3311" actId="9405"/>
          <ac:inkMkLst>
            <pc:docMk/>
            <pc:sldMk cId="1878589810" sldId="296"/>
            <ac:inkMk id="12" creationId="{32A47B52-CBD2-7A52-C3D1-07F9BA35C2EE}"/>
          </ac:inkMkLst>
        </pc:inkChg>
        <pc:inkChg chg="add">
          <ac:chgData name="Bowen Cheek" userId="8fca192e-0677-4b46-9386-7af871cc0c0f" providerId="ADAL" clId="{A7C2DF13-9E9B-41A5-8CD9-30DC2F6668C6}" dt="2026-04-27T13:35:13.276" v="3312" actId="9405"/>
          <ac:inkMkLst>
            <pc:docMk/>
            <pc:sldMk cId="1878589810" sldId="296"/>
            <ac:inkMk id="13" creationId="{00B8F02E-EC40-5AD0-7414-D0718B76FE31}"/>
          </ac:inkMkLst>
        </pc:inkChg>
        <pc:inkChg chg="add">
          <ac:chgData name="Bowen Cheek" userId="8fca192e-0677-4b46-9386-7af871cc0c0f" providerId="ADAL" clId="{A7C2DF13-9E9B-41A5-8CD9-30DC2F6668C6}" dt="2026-04-27T16:43:47.350" v="3856" actId="9405"/>
          <ac:inkMkLst>
            <pc:docMk/>
            <pc:sldMk cId="1878589810" sldId="296"/>
            <ac:inkMk id="13" creationId="{13E66D1E-61C5-235F-0389-D32AC3D15C33}"/>
          </ac:inkMkLst>
        </pc:inkChg>
        <pc:inkChg chg="add mod">
          <ac:chgData name="Bowen Cheek" userId="8fca192e-0677-4b46-9386-7af871cc0c0f" providerId="ADAL" clId="{A7C2DF13-9E9B-41A5-8CD9-30DC2F6668C6}" dt="2026-04-27T16:43:55.311" v="3878"/>
          <ac:inkMkLst>
            <pc:docMk/>
            <pc:sldMk cId="1878589810" sldId="296"/>
            <ac:inkMk id="14" creationId="{D65F3CA6-D413-2A14-4B06-00E1EE495577}"/>
          </ac:inkMkLst>
        </pc:inkChg>
        <pc:inkChg chg="add mod">
          <ac:chgData name="Bowen Cheek" userId="8fca192e-0677-4b46-9386-7af871cc0c0f" providerId="ADAL" clId="{A7C2DF13-9E9B-41A5-8CD9-30DC2F6668C6}" dt="2026-04-27T13:35:16.727" v="3320"/>
          <ac:inkMkLst>
            <pc:docMk/>
            <pc:sldMk cId="1878589810" sldId="296"/>
            <ac:inkMk id="14" creationId="{EE42C6E0-357A-155C-ABBD-A4ED636386FF}"/>
          </ac:inkMkLst>
        </pc:inkChg>
        <pc:inkChg chg="add">
          <ac:chgData name="Bowen Cheek" userId="8fca192e-0677-4b46-9386-7af871cc0c0f" providerId="ADAL" clId="{A7C2DF13-9E9B-41A5-8CD9-30DC2F6668C6}" dt="2026-04-27T16:43:47.922" v="3858" actId="9405"/>
          <ac:inkMkLst>
            <pc:docMk/>
            <pc:sldMk cId="1878589810" sldId="296"/>
            <ac:inkMk id="15" creationId="{29D49BD8-92C7-3184-2DF5-A800B0CEC6E0}"/>
          </ac:inkMkLst>
        </pc:inkChg>
        <pc:inkChg chg="add">
          <ac:chgData name="Bowen Cheek" userId="8fca192e-0677-4b46-9386-7af871cc0c0f" providerId="ADAL" clId="{A7C2DF13-9E9B-41A5-8CD9-30DC2F6668C6}" dt="2026-04-27T13:35:14.274" v="3314" actId="9405"/>
          <ac:inkMkLst>
            <pc:docMk/>
            <pc:sldMk cId="1878589810" sldId="296"/>
            <ac:inkMk id="15" creationId="{AF1D2D77-F5B5-2456-3EAC-9343A925BA85}"/>
          </ac:inkMkLst>
        </pc:inkChg>
        <pc:inkChg chg="add mod">
          <ac:chgData name="Bowen Cheek" userId="8fca192e-0677-4b46-9386-7af871cc0c0f" providerId="ADAL" clId="{A7C2DF13-9E9B-41A5-8CD9-30DC2F6668C6}" dt="2026-04-27T13:35:16.727" v="3320"/>
          <ac:inkMkLst>
            <pc:docMk/>
            <pc:sldMk cId="1878589810" sldId="296"/>
            <ac:inkMk id="16" creationId="{5E7EE3CE-A508-7A7F-9BE6-5E8BBDE05A74}"/>
          </ac:inkMkLst>
        </pc:inkChg>
        <pc:inkChg chg="add">
          <ac:chgData name="Bowen Cheek" userId="8fca192e-0677-4b46-9386-7af871cc0c0f" providerId="ADAL" clId="{A7C2DF13-9E9B-41A5-8CD9-30DC2F6668C6}" dt="2026-04-27T16:43:48.112" v="3859" actId="9405"/>
          <ac:inkMkLst>
            <pc:docMk/>
            <pc:sldMk cId="1878589810" sldId="296"/>
            <ac:inkMk id="16" creationId="{A42C00A4-2047-26E1-D1A0-0459E7D909C8}"/>
          </ac:inkMkLst>
        </pc:inkChg>
        <pc:inkChg chg="add mod">
          <ac:chgData name="Bowen Cheek" userId="8fca192e-0677-4b46-9386-7af871cc0c0f" providerId="ADAL" clId="{A7C2DF13-9E9B-41A5-8CD9-30DC2F6668C6}" dt="2026-04-27T13:35:16.727" v="3320"/>
          <ac:inkMkLst>
            <pc:docMk/>
            <pc:sldMk cId="1878589810" sldId="296"/>
            <ac:inkMk id="17" creationId="{64A08435-67FA-E4C4-0C1B-CB7159E84F37}"/>
          </ac:inkMkLst>
        </pc:inkChg>
        <pc:inkChg chg="add">
          <ac:chgData name="Bowen Cheek" userId="8fca192e-0677-4b46-9386-7af871cc0c0f" providerId="ADAL" clId="{A7C2DF13-9E9B-41A5-8CD9-30DC2F6668C6}" dt="2026-04-27T16:43:48.460" v="3860" actId="9405"/>
          <ac:inkMkLst>
            <pc:docMk/>
            <pc:sldMk cId="1878589810" sldId="296"/>
            <ac:inkMk id="17" creationId="{9D39BCE7-D044-1D8A-E04D-F8D9E22C883B}"/>
          </ac:inkMkLst>
        </pc:inkChg>
        <pc:inkChg chg="add">
          <ac:chgData name="Bowen Cheek" userId="8fca192e-0677-4b46-9386-7af871cc0c0f" providerId="ADAL" clId="{A7C2DF13-9E9B-41A5-8CD9-30DC2F6668C6}" dt="2026-04-27T16:43:48.699" v="3861" actId="9405"/>
          <ac:inkMkLst>
            <pc:docMk/>
            <pc:sldMk cId="1878589810" sldId="296"/>
            <ac:inkMk id="18" creationId="{AFBA16E2-5D17-DE07-C065-2EC248AE0DDC}"/>
          </ac:inkMkLst>
        </pc:inkChg>
        <pc:inkChg chg="add">
          <ac:chgData name="Bowen Cheek" userId="8fca192e-0677-4b46-9386-7af871cc0c0f" providerId="ADAL" clId="{A7C2DF13-9E9B-41A5-8CD9-30DC2F6668C6}" dt="2026-04-27T13:35:15.133" v="3317" actId="9405"/>
          <ac:inkMkLst>
            <pc:docMk/>
            <pc:sldMk cId="1878589810" sldId="296"/>
            <ac:inkMk id="18" creationId="{C6625FCC-0F3B-CF3B-868A-C37F3BC10797}"/>
          </ac:inkMkLst>
        </pc:inkChg>
        <pc:inkChg chg="add">
          <ac:chgData name="Bowen Cheek" userId="8fca192e-0677-4b46-9386-7af871cc0c0f" providerId="ADAL" clId="{A7C2DF13-9E9B-41A5-8CD9-30DC2F6668C6}" dt="2026-04-27T16:43:49" v="3862" actId="9405"/>
          <ac:inkMkLst>
            <pc:docMk/>
            <pc:sldMk cId="1878589810" sldId="296"/>
            <ac:inkMk id="19" creationId="{61397738-D21C-2719-E56F-550FF5254963}"/>
          </ac:inkMkLst>
        </pc:inkChg>
        <pc:inkChg chg="add mod">
          <ac:chgData name="Bowen Cheek" userId="8fca192e-0677-4b46-9386-7af871cc0c0f" providerId="ADAL" clId="{A7C2DF13-9E9B-41A5-8CD9-30DC2F6668C6}" dt="2026-04-27T13:35:16.727" v="3320"/>
          <ac:inkMkLst>
            <pc:docMk/>
            <pc:sldMk cId="1878589810" sldId="296"/>
            <ac:inkMk id="19" creationId="{8F1A265A-BEA8-EC54-A1A7-5156356A888C}"/>
          </ac:inkMkLst>
        </pc:inkChg>
        <pc:inkChg chg="add">
          <ac:chgData name="Bowen Cheek" userId="8fca192e-0677-4b46-9386-7af871cc0c0f" providerId="ADAL" clId="{A7C2DF13-9E9B-41A5-8CD9-30DC2F6668C6}" dt="2026-04-27T16:43:49.174" v="3863" actId="9405"/>
          <ac:inkMkLst>
            <pc:docMk/>
            <pc:sldMk cId="1878589810" sldId="296"/>
            <ac:inkMk id="20" creationId="{7BD11927-1FF8-4F77-4C0E-C5DDC9D6F5F9}"/>
          </ac:inkMkLst>
        </pc:inkChg>
        <pc:inkChg chg="add">
          <ac:chgData name="Bowen Cheek" userId="8fca192e-0677-4b46-9386-7af871cc0c0f" providerId="ADAL" clId="{A7C2DF13-9E9B-41A5-8CD9-30DC2F6668C6}" dt="2026-04-27T13:35:16.008" v="3319" actId="9405"/>
          <ac:inkMkLst>
            <pc:docMk/>
            <pc:sldMk cId="1878589810" sldId="296"/>
            <ac:inkMk id="20" creationId="{D7C37EC3-29B2-E104-7F7D-ADA136C41F99}"/>
          </ac:inkMkLst>
        </pc:inkChg>
        <pc:inkChg chg="add mod">
          <ac:chgData name="Bowen Cheek" userId="8fca192e-0677-4b46-9386-7af871cc0c0f" providerId="ADAL" clId="{A7C2DF13-9E9B-41A5-8CD9-30DC2F6668C6}" dt="2026-04-27T16:43:55.311" v="3878"/>
          <ac:inkMkLst>
            <pc:docMk/>
            <pc:sldMk cId="1878589810" sldId="296"/>
            <ac:inkMk id="21" creationId="{8B252EDA-2347-0761-DC03-DA6C38A23DC2}"/>
          </ac:inkMkLst>
        </pc:inkChg>
        <pc:inkChg chg="add">
          <ac:chgData name="Bowen Cheek" userId="8fca192e-0677-4b46-9386-7af871cc0c0f" providerId="ADAL" clId="{A7C2DF13-9E9B-41A5-8CD9-30DC2F6668C6}" dt="2026-04-27T16:43:50.395" v="3865" actId="9405"/>
          <ac:inkMkLst>
            <pc:docMk/>
            <pc:sldMk cId="1878589810" sldId="296"/>
            <ac:inkMk id="22" creationId="{C37950DB-00FC-9599-61DB-10BE40FC4911}"/>
          </ac:inkMkLst>
        </pc:inkChg>
        <pc:inkChg chg="add">
          <ac:chgData name="Bowen Cheek" userId="8fca192e-0677-4b46-9386-7af871cc0c0f" providerId="ADAL" clId="{A7C2DF13-9E9B-41A5-8CD9-30DC2F6668C6}" dt="2026-04-27T16:43:50.804" v="3866" actId="9405"/>
          <ac:inkMkLst>
            <pc:docMk/>
            <pc:sldMk cId="1878589810" sldId="296"/>
            <ac:inkMk id="23" creationId="{CE828E7D-7252-1A2E-BF49-004515D3ECCC}"/>
          </ac:inkMkLst>
        </pc:inkChg>
        <pc:inkChg chg="add">
          <ac:chgData name="Bowen Cheek" userId="8fca192e-0677-4b46-9386-7af871cc0c0f" providerId="ADAL" clId="{A7C2DF13-9E9B-41A5-8CD9-30DC2F6668C6}" dt="2026-04-27T13:35:40.733" v="3321" actId="9405"/>
          <ac:inkMkLst>
            <pc:docMk/>
            <pc:sldMk cId="1878589810" sldId="296"/>
            <ac:inkMk id="24" creationId="{6BCDAEEF-3032-C28C-A8FC-0F7BEA90DEFB}"/>
          </ac:inkMkLst>
        </pc:inkChg>
        <pc:inkChg chg="add">
          <ac:chgData name="Bowen Cheek" userId="8fca192e-0677-4b46-9386-7af871cc0c0f" providerId="ADAL" clId="{A7C2DF13-9E9B-41A5-8CD9-30DC2F6668C6}" dt="2026-04-27T16:43:51.105" v="3867" actId="9405"/>
          <ac:inkMkLst>
            <pc:docMk/>
            <pc:sldMk cId="1878589810" sldId="296"/>
            <ac:inkMk id="24" creationId="{DFC887FB-3E08-30BD-6641-AAF041706C71}"/>
          </ac:inkMkLst>
        </pc:inkChg>
        <pc:inkChg chg="add">
          <ac:chgData name="Bowen Cheek" userId="8fca192e-0677-4b46-9386-7af871cc0c0f" providerId="ADAL" clId="{A7C2DF13-9E9B-41A5-8CD9-30DC2F6668C6}" dt="2026-04-27T16:43:51.295" v="3868" actId="9405"/>
          <ac:inkMkLst>
            <pc:docMk/>
            <pc:sldMk cId="1878589810" sldId="296"/>
            <ac:inkMk id="25" creationId="{C3407A83-678F-ED08-DC6C-012B7D1E6054}"/>
          </ac:inkMkLst>
        </pc:inkChg>
        <pc:inkChg chg="add mod">
          <ac:chgData name="Bowen Cheek" userId="8fca192e-0677-4b46-9386-7af871cc0c0f" providerId="ADAL" clId="{A7C2DF13-9E9B-41A5-8CD9-30DC2F6668C6}" dt="2026-04-27T13:40:48.828" v="3395"/>
          <ac:inkMkLst>
            <pc:docMk/>
            <pc:sldMk cId="1878589810" sldId="296"/>
            <ac:inkMk id="25" creationId="{FF6AE300-EA18-DC8F-72F7-01004AC7AD1E}"/>
          </ac:inkMkLst>
        </pc:inkChg>
        <pc:inkChg chg="add mod">
          <ac:chgData name="Bowen Cheek" userId="8fca192e-0677-4b46-9386-7af871cc0c0f" providerId="ADAL" clId="{A7C2DF13-9E9B-41A5-8CD9-30DC2F6668C6}" dt="2026-04-27T16:43:55.311" v="3878"/>
          <ac:inkMkLst>
            <pc:docMk/>
            <pc:sldMk cId="1878589810" sldId="296"/>
            <ac:inkMk id="26" creationId="{111086A8-E9E2-4B84-CB25-798881A9561E}"/>
          </ac:inkMkLst>
        </pc:inkChg>
        <pc:inkChg chg="add mod">
          <ac:chgData name="Bowen Cheek" userId="8fca192e-0677-4b46-9386-7af871cc0c0f" providerId="ADAL" clId="{A7C2DF13-9E9B-41A5-8CD9-30DC2F6668C6}" dt="2026-04-27T13:36:05.580" v="3331"/>
          <ac:inkMkLst>
            <pc:docMk/>
            <pc:sldMk cId="1878589810" sldId="296"/>
            <ac:inkMk id="26" creationId="{6150E533-5D04-3796-2038-66B2921F6870}"/>
          </ac:inkMkLst>
        </pc:inkChg>
        <pc:inkChg chg="add">
          <ac:chgData name="Bowen Cheek" userId="8fca192e-0677-4b46-9386-7af871cc0c0f" providerId="ADAL" clId="{A7C2DF13-9E9B-41A5-8CD9-30DC2F6668C6}" dt="2026-04-27T16:43:51.896" v="3870" actId="9405"/>
          <ac:inkMkLst>
            <pc:docMk/>
            <pc:sldMk cId="1878589810" sldId="296"/>
            <ac:inkMk id="27" creationId="{0CD97B15-A51C-6C55-CD36-3460502B5EFC}"/>
          </ac:inkMkLst>
        </pc:inkChg>
        <pc:inkChg chg="add mod">
          <ac:chgData name="Bowen Cheek" userId="8fca192e-0677-4b46-9386-7af871cc0c0f" providerId="ADAL" clId="{A7C2DF13-9E9B-41A5-8CD9-30DC2F6668C6}" dt="2026-04-27T13:36:05.580" v="3331"/>
          <ac:inkMkLst>
            <pc:docMk/>
            <pc:sldMk cId="1878589810" sldId="296"/>
            <ac:inkMk id="27" creationId="{9D774D86-B49C-78A2-DD6B-2D153EA1AB7E}"/>
          </ac:inkMkLst>
        </pc:inkChg>
        <pc:inkChg chg="add mod">
          <ac:chgData name="Bowen Cheek" userId="8fca192e-0677-4b46-9386-7af871cc0c0f" providerId="ADAL" clId="{A7C2DF13-9E9B-41A5-8CD9-30DC2F6668C6}" dt="2026-04-27T13:40:48.828" v="3395"/>
          <ac:inkMkLst>
            <pc:docMk/>
            <pc:sldMk cId="1878589810" sldId="296"/>
            <ac:inkMk id="28" creationId="{D178F1CF-010E-C5EC-680B-2906BF75BE37}"/>
          </ac:inkMkLst>
        </pc:inkChg>
        <pc:inkChg chg="add">
          <ac:chgData name="Bowen Cheek" userId="8fca192e-0677-4b46-9386-7af871cc0c0f" providerId="ADAL" clId="{A7C2DF13-9E9B-41A5-8CD9-30DC2F6668C6}" dt="2026-04-27T16:43:52.182" v="3871" actId="9405"/>
          <ac:inkMkLst>
            <pc:docMk/>
            <pc:sldMk cId="1878589810" sldId="296"/>
            <ac:inkMk id="28" creationId="{FE792DB8-CBAA-5F04-5CC6-7D09CC1E7AC6}"/>
          </ac:inkMkLst>
        </pc:inkChg>
        <pc:inkChg chg="add">
          <ac:chgData name="Bowen Cheek" userId="8fca192e-0677-4b46-9386-7af871cc0c0f" providerId="ADAL" clId="{A7C2DF13-9E9B-41A5-8CD9-30DC2F6668C6}" dt="2026-04-27T16:43:52.389" v="3872" actId="9405"/>
          <ac:inkMkLst>
            <pc:docMk/>
            <pc:sldMk cId="1878589810" sldId="296"/>
            <ac:inkMk id="29" creationId="{194DBF11-1697-1499-AFB8-65A777A71F81}"/>
          </ac:inkMkLst>
        </pc:inkChg>
        <pc:inkChg chg="add mod">
          <ac:chgData name="Bowen Cheek" userId="8fca192e-0677-4b46-9386-7af871cc0c0f" providerId="ADAL" clId="{A7C2DF13-9E9B-41A5-8CD9-30DC2F6668C6}" dt="2026-04-27T13:36:05.580" v="3331"/>
          <ac:inkMkLst>
            <pc:docMk/>
            <pc:sldMk cId="1878589810" sldId="296"/>
            <ac:inkMk id="30" creationId="{A807FBF9-54B3-44EA-36A9-703FEC416E60}"/>
          </ac:inkMkLst>
        </pc:inkChg>
        <pc:inkChg chg="add">
          <ac:chgData name="Bowen Cheek" userId="8fca192e-0677-4b46-9386-7af871cc0c0f" providerId="ADAL" clId="{A7C2DF13-9E9B-41A5-8CD9-30DC2F6668C6}" dt="2026-04-27T16:43:52.833" v="3873" actId="9405"/>
          <ac:inkMkLst>
            <pc:docMk/>
            <pc:sldMk cId="1878589810" sldId="296"/>
            <ac:inkMk id="30" creationId="{D01919CA-28F9-F9D2-6563-6BF3BAC69091}"/>
          </ac:inkMkLst>
        </pc:inkChg>
        <pc:inkChg chg="add mod">
          <ac:chgData name="Bowen Cheek" userId="8fca192e-0677-4b46-9386-7af871cc0c0f" providerId="ADAL" clId="{A7C2DF13-9E9B-41A5-8CD9-30DC2F6668C6}" dt="2026-04-27T13:36:05.580" v="3331"/>
          <ac:inkMkLst>
            <pc:docMk/>
            <pc:sldMk cId="1878589810" sldId="296"/>
            <ac:inkMk id="31" creationId="{29313119-EC0D-1108-7470-6D7644F9899D}"/>
          </ac:inkMkLst>
        </pc:inkChg>
        <pc:inkChg chg="add mod">
          <ac:chgData name="Bowen Cheek" userId="8fca192e-0677-4b46-9386-7af871cc0c0f" providerId="ADAL" clId="{A7C2DF13-9E9B-41A5-8CD9-30DC2F6668C6}" dt="2026-04-27T16:43:55.311" v="3878"/>
          <ac:inkMkLst>
            <pc:docMk/>
            <pc:sldMk cId="1878589810" sldId="296"/>
            <ac:inkMk id="31" creationId="{6081F21C-ECD3-ACF6-57D8-39E07EAF93C3}"/>
          </ac:inkMkLst>
        </pc:inkChg>
        <pc:inkChg chg="add mod">
          <ac:chgData name="Bowen Cheek" userId="8fca192e-0677-4b46-9386-7af871cc0c0f" providerId="ADAL" clId="{A7C2DF13-9E9B-41A5-8CD9-30DC2F6668C6}" dt="2026-04-27T16:43:55.311" v="3878"/>
          <ac:inkMkLst>
            <pc:docMk/>
            <pc:sldMk cId="1878589810" sldId="296"/>
            <ac:inkMk id="32" creationId="{702ED94F-F603-4C51-AF3F-AFAFA70F0B1A}"/>
          </ac:inkMkLst>
        </pc:inkChg>
        <pc:inkChg chg="add mod">
          <ac:chgData name="Bowen Cheek" userId="8fca192e-0677-4b46-9386-7af871cc0c0f" providerId="ADAL" clId="{A7C2DF13-9E9B-41A5-8CD9-30DC2F6668C6}" dt="2026-04-27T13:36:05.580" v="3331"/>
          <ac:inkMkLst>
            <pc:docMk/>
            <pc:sldMk cId="1878589810" sldId="296"/>
            <ac:inkMk id="33" creationId="{33A21031-1A16-323A-E854-DFD0E4D454DE}"/>
          </ac:inkMkLst>
        </pc:inkChg>
        <pc:inkChg chg="add">
          <ac:chgData name="Bowen Cheek" userId="8fca192e-0677-4b46-9386-7af871cc0c0f" providerId="ADAL" clId="{A7C2DF13-9E9B-41A5-8CD9-30DC2F6668C6}" dt="2026-04-27T16:43:54.038" v="3876" actId="9405"/>
          <ac:inkMkLst>
            <pc:docMk/>
            <pc:sldMk cId="1878589810" sldId="296"/>
            <ac:inkMk id="33" creationId="{44D4D438-8DC7-AE9E-E0F9-77899CA3E53C}"/>
          </ac:inkMkLst>
        </pc:inkChg>
        <pc:inkChg chg="add mod">
          <ac:chgData name="Bowen Cheek" userId="8fca192e-0677-4b46-9386-7af871cc0c0f" providerId="ADAL" clId="{A7C2DF13-9E9B-41A5-8CD9-30DC2F6668C6}" dt="2026-04-27T16:43:55.311" v="3878"/>
          <ac:inkMkLst>
            <pc:docMk/>
            <pc:sldMk cId="1878589810" sldId="296"/>
            <ac:inkMk id="34" creationId="{841B3E53-88F7-C9A7-3465-70004524A605}"/>
          </ac:inkMkLst>
        </pc:inkChg>
        <pc:inkChg chg="add mod">
          <ac:chgData name="Bowen Cheek" userId="8fca192e-0677-4b46-9386-7af871cc0c0f" providerId="ADAL" clId="{A7C2DF13-9E9B-41A5-8CD9-30DC2F6668C6}" dt="2026-04-27T13:36:12.186" v="3341"/>
          <ac:inkMkLst>
            <pc:docMk/>
            <pc:sldMk cId="1878589810" sldId="296"/>
            <ac:inkMk id="35" creationId="{E7BCB516-000C-61F8-9885-409735091128}"/>
          </ac:inkMkLst>
        </pc:inkChg>
        <pc:inkChg chg="add mod">
          <ac:chgData name="Bowen Cheek" userId="8fca192e-0677-4b46-9386-7af871cc0c0f" providerId="ADAL" clId="{A7C2DF13-9E9B-41A5-8CD9-30DC2F6668C6}" dt="2026-04-27T13:36:12.186" v="3341"/>
          <ac:inkMkLst>
            <pc:docMk/>
            <pc:sldMk cId="1878589810" sldId="296"/>
            <ac:inkMk id="36" creationId="{82D9E1A3-A18F-10C7-8EEA-FF8C997D8498}"/>
          </ac:inkMkLst>
        </pc:inkChg>
        <pc:inkChg chg="add">
          <ac:chgData name="Bowen Cheek" userId="8fca192e-0677-4b46-9386-7af871cc0c0f" providerId="ADAL" clId="{A7C2DF13-9E9B-41A5-8CD9-30DC2F6668C6}" dt="2026-04-27T16:43:58.985" v="3879" actId="9405"/>
          <ac:inkMkLst>
            <pc:docMk/>
            <pc:sldMk cId="1878589810" sldId="296"/>
            <ac:inkMk id="36" creationId="{864523EE-B836-E2AA-9D08-6253262402DB}"/>
          </ac:inkMkLst>
        </pc:inkChg>
        <pc:inkChg chg="add">
          <ac:chgData name="Bowen Cheek" userId="8fca192e-0677-4b46-9386-7af871cc0c0f" providerId="ADAL" clId="{A7C2DF13-9E9B-41A5-8CD9-30DC2F6668C6}" dt="2026-04-27T16:44:10.036" v="3880" actId="9405"/>
          <ac:inkMkLst>
            <pc:docMk/>
            <pc:sldMk cId="1878589810" sldId="296"/>
            <ac:inkMk id="37" creationId="{A52801D8-874F-88E7-698F-4DA5B2AA9669}"/>
          </ac:inkMkLst>
        </pc:inkChg>
        <pc:inkChg chg="add mod">
          <ac:chgData name="Bowen Cheek" userId="8fca192e-0677-4b46-9386-7af871cc0c0f" providerId="ADAL" clId="{A7C2DF13-9E9B-41A5-8CD9-30DC2F6668C6}" dt="2026-04-27T13:36:12.186" v="3341"/>
          <ac:inkMkLst>
            <pc:docMk/>
            <pc:sldMk cId="1878589810" sldId="296"/>
            <ac:inkMk id="37" creationId="{E153A149-ABBE-325C-848E-44D36D1BD51F}"/>
          </ac:inkMkLst>
        </pc:inkChg>
        <pc:inkChg chg="add mod">
          <ac:chgData name="Bowen Cheek" userId="8fca192e-0677-4b46-9386-7af871cc0c0f" providerId="ADAL" clId="{A7C2DF13-9E9B-41A5-8CD9-30DC2F6668C6}" dt="2026-04-27T16:44:14.566" v="3894"/>
          <ac:inkMkLst>
            <pc:docMk/>
            <pc:sldMk cId="1878589810" sldId="296"/>
            <ac:inkMk id="38" creationId="{586D637C-309E-41D0-CAB3-9520C3DFD439}"/>
          </ac:inkMkLst>
        </pc:inkChg>
        <pc:inkChg chg="add mod">
          <ac:chgData name="Bowen Cheek" userId="8fca192e-0677-4b46-9386-7af871cc0c0f" providerId="ADAL" clId="{A7C2DF13-9E9B-41A5-8CD9-30DC2F6668C6}" dt="2026-04-27T13:36:12.186" v="3341"/>
          <ac:inkMkLst>
            <pc:docMk/>
            <pc:sldMk cId="1878589810" sldId="296"/>
            <ac:inkMk id="38" creationId="{EADFA2AB-F73B-50CE-1EC5-5AFA94AF8EA9}"/>
          </ac:inkMkLst>
        </pc:inkChg>
        <pc:inkChg chg="add mod">
          <ac:chgData name="Bowen Cheek" userId="8fca192e-0677-4b46-9386-7af871cc0c0f" providerId="ADAL" clId="{A7C2DF13-9E9B-41A5-8CD9-30DC2F6668C6}" dt="2026-04-27T16:44:14.566" v="3894"/>
          <ac:inkMkLst>
            <pc:docMk/>
            <pc:sldMk cId="1878589810" sldId="296"/>
            <ac:inkMk id="39" creationId="{9D9E50D6-4F9D-3992-5548-4F8249C00C43}"/>
          </ac:inkMkLst>
        </pc:inkChg>
        <pc:inkChg chg="add mod">
          <ac:chgData name="Bowen Cheek" userId="8fca192e-0677-4b46-9386-7af871cc0c0f" providerId="ADAL" clId="{A7C2DF13-9E9B-41A5-8CD9-30DC2F6668C6}" dt="2026-04-27T13:36:18.759" v="3355"/>
          <ac:inkMkLst>
            <pc:docMk/>
            <pc:sldMk cId="1878589810" sldId="296"/>
            <ac:inkMk id="39" creationId="{B0178FC5-EDB3-DC18-D7D3-A70330D8E2A6}"/>
          </ac:inkMkLst>
        </pc:inkChg>
        <pc:inkChg chg="add">
          <ac:chgData name="Bowen Cheek" userId="8fca192e-0677-4b46-9386-7af871cc0c0f" providerId="ADAL" clId="{A7C2DF13-9E9B-41A5-8CD9-30DC2F6668C6}" dt="2026-04-27T16:44:10.977" v="3883" actId="9405"/>
          <ac:inkMkLst>
            <pc:docMk/>
            <pc:sldMk cId="1878589810" sldId="296"/>
            <ac:inkMk id="40" creationId="{44630975-811E-5733-892A-3E58D2B81252}"/>
          </ac:inkMkLst>
        </pc:inkChg>
        <pc:inkChg chg="add mod">
          <ac:chgData name="Bowen Cheek" userId="8fca192e-0677-4b46-9386-7af871cc0c0f" providerId="ADAL" clId="{A7C2DF13-9E9B-41A5-8CD9-30DC2F6668C6}" dt="2026-04-27T13:36:18.759" v="3355"/>
          <ac:inkMkLst>
            <pc:docMk/>
            <pc:sldMk cId="1878589810" sldId="296"/>
            <ac:inkMk id="40" creationId="{BF91499C-2A84-66D1-A049-CDCE513CB25E}"/>
          </ac:inkMkLst>
        </pc:inkChg>
        <pc:inkChg chg="add mod">
          <ac:chgData name="Bowen Cheek" userId="8fca192e-0677-4b46-9386-7af871cc0c0f" providerId="ADAL" clId="{A7C2DF13-9E9B-41A5-8CD9-30DC2F6668C6}" dt="2026-04-27T16:44:14.566" v="3894"/>
          <ac:inkMkLst>
            <pc:docMk/>
            <pc:sldMk cId="1878589810" sldId="296"/>
            <ac:inkMk id="41" creationId="{6D25C3A6-1461-0640-CCD8-8821602706BA}"/>
          </ac:inkMkLst>
        </pc:inkChg>
        <pc:inkChg chg="add mod">
          <ac:chgData name="Bowen Cheek" userId="8fca192e-0677-4b46-9386-7af871cc0c0f" providerId="ADAL" clId="{A7C2DF13-9E9B-41A5-8CD9-30DC2F6668C6}" dt="2026-04-27T13:36:18.759" v="3355"/>
          <ac:inkMkLst>
            <pc:docMk/>
            <pc:sldMk cId="1878589810" sldId="296"/>
            <ac:inkMk id="41" creationId="{D7E47996-C72E-5398-AE4C-22C97422603A}"/>
          </ac:inkMkLst>
        </pc:inkChg>
        <pc:inkChg chg="add mod">
          <ac:chgData name="Bowen Cheek" userId="8fca192e-0677-4b46-9386-7af871cc0c0f" providerId="ADAL" clId="{A7C2DF13-9E9B-41A5-8CD9-30DC2F6668C6}" dt="2026-04-27T16:44:14.566" v="3894"/>
          <ac:inkMkLst>
            <pc:docMk/>
            <pc:sldMk cId="1878589810" sldId="296"/>
            <ac:inkMk id="42" creationId="{6A98D7FD-B27C-718F-1979-D4F824CD9B6F}"/>
          </ac:inkMkLst>
        </pc:inkChg>
        <pc:inkChg chg="add mod">
          <ac:chgData name="Bowen Cheek" userId="8fca192e-0677-4b46-9386-7af871cc0c0f" providerId="ADAL" clId="{A7C2DF13-9E9B-41A5-8CD9-30DC2F6668C6}" dt="2026-04-27T13:36:18.759" v="3355"/>
          <ac:inkMkLst>
            <pc:docMk/>
            <pc:sldMk cId="1878589810" sldId="296"/>
            <ac:inkMk id="42" creationId="{BEDD95A2-21FD-A4DE-6B8A-CF4894FF57A3}"/>
          </ac:inkMkLst>
        </pc:inkChg>
        <pc:inkChg chg="add">
          <ac:chgData name="Bowen Cheek" userId="8fca192e-0677-4b46-9386-7af871cc0c0f" providerId="ADAL" clId="{A7C2DF13-9E9B-41A5-8CD9-30DC2F6668C6}" dt="2026-04-27T16:44:11.581" v="3886" actId="9405"/>
          <ac:inkMkLst>
            <pc:docMk/>
            <pc:sldMk cId="1878589810" sldId="296"/>
            <ac:inkMk id="43" creationId="{D436003F-3D1D-7D31-9583-1BBADAE01027}"/>
          </ac:inkMkLst>
        </pc:inkChg>
        <pc:inkChg chg="add mod">
          <ac:chgData name="Bowen Cheek" userId="8fca192e-0677-4b46-9386-7af871cc0c0f" providerId="ADAL" clId="{A7C2DF13-9E9B-41A5-8CD9-30DC2F6668C6}" dt="2026-04-27T13:36:12.186" v="3341"/>
          <ac:inkMkLst>
            <pc:docMk/>
            <pc:sldMk cId="1878589810" sldId="296"/>
            <ac:inkMk id="43" creationId="{F3D93D7B-617C-DB8A-5FE0-F6A512977858}"/>
          </ac:inkMkLst>
        </pc:inkChg>
        <pc:inkChg chg="add">
          <ac:chgData name="Bowen Cheek" userId="8fca192e-0677-4b46-9386-7af871cc0c0f" providerId="ADAL" clId="{A7C2DF13-9E9B-41A5-8CD9-30DC2F6668C6}" dt="2026-04-27T16:44:12.216" v="3887" actId="9405"/>
          <ac:inkMkLst>
            <pc:docMk/>
            <pc:sldMk cId="1878589810" sldId="296"/>
            <ac:inkMk id="44" creationId="{380D8C47-33C2-55AA-BA52-A8177C6CA50C}"/>
          </ac:inkMkLst>
        </pc:inkChg>
        <pc:inkChg chg="add">
          <ac:chgData name="Bowen Cheek" userId="8fca192e-0677-4b46-9386-7af871cc0c0f" providerId="ADAL" clId="{A7C2DF13-9E9B-41A5-8CD9-30DC2F6668C6}" dt="2026-04-27T16:44:12.485" v="3888" actId="9405"/>
          <ac:inkMkLst>
            <pc:docMk/>
            <pc:sldMk cId="1878589810" sldId="296"/>
            <ac:inkMk id="45" creationId="{7BA1C3F0-1C83-4129-4828-21E19BE8227C}"/>
          </ac:inkMkLst>
        </pc:inkChg>
        <pc:inkChg chg="add">
          <ac:chgData name="Bowen Cheek" userId="8fca192e-0677-4b46-9386-7af871cc0c0f" providerId="ADAL" clId="{A7C2DF13-9E9B-41A5-8CD9-30DC2F6668C6}" dt="2026-04-27T13:36:12.805" v="3342" actId="9405"/>
          <ac:inkMkLst>
            <pc:docMk/>
            <pc:sldMk cId="1878589810" sldId="296"/>
            <ac:inkMk id="45" creationId="{C9F89519-B769-01BD-1A2F-A07C5ABF6FC5}"/>
          </ac:inkMkLst>
        </pc:inkChg>
        <pc:inkChg chg="add">
          <ac:chgData name="Bowen Cheek" userId="8fca192e-0677-4b46-9386-7af871cc0c0f" providerId="ADAL" clId="{A7C2DF13-9E9B-41A5-8CD9-30DC2F6668C6}" dt="2026-04-27T13:36:13.290" v="3343" actId="9405"/>
          <ac:inkMkLst>
            <pc:docMk/>
            <pc:sldMk cId="1878589810" sldId="296"/>
            <ac:inkMk id="46" creationId="{90194DE4-B192-817F-514B-2A4D17F8D0BD}"/>
          </ac:inkMkLst>
        </pc:inkChg>
        <pc:inkChg chg="add">
          <ac:chgData name="Bowen Cheek" userId="8fca192e-0677-4b46-9386-7af871cc0c0f" providerId="ADAL" clId="{A7C2DF13-9E9B-41A5-8CD9-30DC2F6668C6}" dt="2026-04-27T16:44:12.675" v="3889" actId="9405"/>
          <ac:inkMkLst>
            <pc:docMk/>
            <pc:sldMk cId="1878589810" sldId="296"/>
            <ac:inkMk id="46" creationId="{C7E968E4-F6B4-9D22-90BD-FE7957793275}"/>
          </ac:inkMkLst>
        </pc:inkChg>
        <pc:inkChg chg="add mod">
          <ac:chgData name="Bowen Cheek" userId="8fca192e-0677-4b46-9386-7af871cc0c0f" providerId="ADAL" clId="{A7C2DF13-9E9B-41A5-8CD9-30DC2F6668C6}" dt="2026-04-27T16:44:14.566" v="3894"/>
          <ac:inkMkLst>
            <pc:docMk/>
            <pc:sldMk cId="1878589810" sldId="296"/>
            <ac:inkMk id="47" creationId="{0D24078A-3E58-5929-B5B0-D10442141BE7}"/>
          </ac:inkMkLst>
        </pc:inkChg>
        <pc:inkChg chg="add">
          <ac:chgData name="Bowen Cheek" userId="8fca192e-0677-4b46-9386-7af871cc0c0f" providerId="ADAL" clId="{A7C2DF13-9E9B-41A5-8CD9-30DC2F6668C6}" dt="2026-04-27T13:36:13.639" v="3344" actId="9405"/>
          <ac:inkMkLst>
            <pc:docMk/>
            <pc:sldMk cId="1878589810" sldId="296"/>
            <ac:inkMk id="47" creationId="{A81989BB-D152-B7D2-1E79-6FB33AC246B6}"/>
          </ac:inkMkLst>
        </pc:inkChg>
        <pc:inkChg chg="add mod">
          <ac:chgData name="Bowen Cheek" userId="8fca192e-0677-4b46-9386-7af871cc0c0f" providerId="ADAL" clId="{A7C2DF13-9E9B-41A5-8CD9-30DC2F6668C6}" dt="2026-04-27T13:36:18.759" v="3355"/>
          <ac:inkMkLst>
            <pc:docMk/>
            <pc:sldMk cId="1878589810" sldId="296"/>
            <ac:inkMk id="48" creationId="{04AB45D3-597E-DE02-3B93-8BF45DF53716}"/>
          </ac:inkMkLst>
        </pc:inkChg>
        <pc:inkChg chg="add mod">
          <ac:chgData name="Bowen Cheek" userId="8fca192e-0677-4b46-9386-7af871cc0c0f" providerId="ADAL" clId="{A7C2DF13-9E9B-41A5-8CD9-30DC2F6668C6}" dt="2026-04-27T16:44:14.566" v="3894"/>
          <ac:inkMkLst>
            <pc:docMk/>
            <pc:sldMk cId="1878589810" sldId="296"/>
            <ac:inkMk id="48" creationId="{CF733F7E-49DC-8885-69A2-BBC8E9262D35}"/>
          </ac:inkMkLst>
        </pc:inkChg>
        <pc:inkChg chg="add">
          <ac:chgData name="Bowen Cheek" userId="8fca192e-0677-4b46-9386-7af871cc0c0f" providerId="ADAL" clId="{A7C2DF13-9E9B-41A5-8CD9-30DC2F6668C6}" dt="2026-04-27T13:36:14.467" v="3346" actId="9405"/>
          <ac:inkMkLst>
            <pc:docMk/>
            <pc:sldMk cId="1878589810" sldId="296"/>
            <ac:inkMk id="49" creationId="{45572F06-0BCA-E4DF-A93F-4F12928535E2}"/>
          </ac:inkMkLst>
        </pc:inkChg>
        <pc:inkChg chg="add mod">
          <ac:chgData name="Bowen Cheek" userId="8fca192e-0677-4b46-9386-7af871cc0c0f" providerId="ADAL" clId="{A7C2DF13-9E9B-41A5-8CD9-30DC2F6668C6}" dt="2026-04-27T16:44:14.566" v="3894"/>
          <ac:inkMkLst>
            <pc:docMk/>
            <pc:sldMk cId="1878589810" sldId="296"/>
            <ac:inkMk id="49" creationId="{A69E261F-6ED0-B66F-BF77-309FCBDC7666}"/>
          </ac:inkMkLst>
        </pc:inkChg>
        <pc:inkChg chg="add">
          <ac:chgData name="Bowen Cheek" userId="8fca192e-0677-4b46-9386-7af871cc0c0f" providerId="ADAL" clId="{A7C2DF13-9E9B-41A5-8CD9-30DC2F6668C6}" dt="2026-04-27T13:36:14.721" v="3347" actId="9405"/>
          <ac:inkMkLst>
            <pc:docMk/>
            <pc:sldMk cId="1878589810" sldId="296"/>
            <ac:inkMk id="50" creationId="{C0FA66F0-AC13-802D-427E-0919FC9D8C6F}"/>
          </ac:inkMkLst>
        </pc:inkChg>
        <pc:inkChg chg="add">
          <ac:chgData name="Bowen Cheek" userId="8fca192e-0677-4b46-9386-7af871cc0c0f" providerId="ADAL" clId="{A7C2DF13-9E9B-41A5-8CD9-30DC2F6668C6}" dt="2026-04-27T16:44:13.657" v="3893" actId="9405"/>
          <ac:inkMkLst>
            <pc:docMk/>
            <pc:sldMk cId="1878589810" sldId="296"/>
            <ac:inkMk id="50" creationId="{D3918C98-7F8D-E20F-0825-AD0F950C646C}"/>
          </ac:inkMkLst>
        </pc:inkChg>
        <pc:inkChg chg="add">
          <ac:chgData name="Bowen Cheek" userId="8fca192e-0677-4b46-9386-7af871cc0c0f" providerId="ADAL" clId="{A7C2DF13-9E9B-41A5-8CD9-30DC2F6668C6}" dt="2026-04-27T13:36:15.102" v="3348" actId="9405"/>
          <ac:inkMkLst>
            <pc:docMk/>
            <pc:sldMk cId="1878589810" sldId="296"/>
            <ac:inkMk id="51" creationId="{30DD561E-2A42-826B-EF38-6AFE419C7684}"/>
          </ac:inkMkLst>
        </pc:inkChg>
        <pc:inkChg chg="add">
          <ac:chgData name="Bowen Cheek" userId="8fca192e-0677-4b46-9386-7af871cc0c0f" providerId="ADAL" clId="{A7C2DF13-9E9B-41A5-8CD9-30DC2F6668C6}" dt="2026-04-27T13:36:15.323" v="3349" actId="9405"/>
          <ac:inkMkLst>
            <pc:docMk/>
            <pc:sldMk cId="1878589810" sldId="296"/>
            <ac:inkMk id="52" creationId="{3A1AADEC-D076-F23C-25BB-7D97AA6EC837}"/>
          </ac:inkMkLst>
        </pc:inkChg>
        <pc:inkChg chg="add mod">
          <ac:chgData name="Bowen Cheek" userId="8fca192e-0677-4b46-9386-7af871cc0c0f" providerId="ADAL" clId="{A7C2DF13-9E9B-41A5-8CD9-30DC2F6668C6}" dt="2026-04-27T13:36:18.759" v="3355"/>
          <ac:inkMkLst>
            <pc:docMk/>
            <pc:sldMk cId="1878589810" sldId="296"/>
            <ac:inkMk id="53" creationId="{3F7C29F3-E808-B451-67E5-D90DB31FC5BE}"/>
          </ac:inkMkLst>
        </pc:inkChg>
        <pc:inkChg chg="add mod">
          <ac:chgData name="Bowen Cheek" userId="8fca192e-0677-4b46-9386-7af871cc0c0f" providerId="ADAL" clId="{A7C2DF13-9E9B-41A5-8CD9-30DC2F6668C6}" dt="2026-04-27T13:36:18.759" v="3355"/>
          <ac:inkMkLst>
            <pc:docMk/>
            <pc:sldMk cId="1878589810" sldId="296"/>
            <ac:inkMk id="54" creationId="{B2556A5D-A497-7560-156E-FD08E6FB6CE0}"/>
          </ac:inkMkLst>
        </pc:inkChg>
        <pc:inkChg chg="add mod">
          <ac:chgData name="Bowen Cheek" userId="8fca192e-0677-4b46-9386-7af871cc0c0f" providerId="ADAL" clId="{A7C2DF13-9E9B-41A5-8CD9-30DC2F6668C6}" dt="2026-04-27T16:44:19.244" v="3902"/>
          <ac:inkMkLst>
            <pc:docMk/>
            <pc:sldMk cId="1878589810" sldId="296"/>
            <ac:inkMk id="54" creationId="{B62AAB7A-D7D3-85BB-AD4C-3936F9859B50}"/>
          </ac:inkMkLst>
        </pc:inkChg>
        <pc:inkChg chg="add mod">
          <ac:chgData name="Bowen Cheek" userId="8fca192e-0677-4b46-9386-7af871cc0c0f" providerId="ADAL" clId="{A7C2DF13-9E9B-41A5-8CD9-30DC2F6668C6}" dt="2026-04-27T13:36:18.759" v="3355"/>
          <ac:inkMkLst>
            <pc:docMk/>
            <pc:sldMk cId="1878589810" sldId="296"/>
            <ac:inkMk id="55" creationId="{2D0F7228-D1B7-4245-162B-B83B14CAA163}"/>
          </ac:inkMkLst>
        </pc:inkChg>
        <pc:inkChg chg="add mod">
          <ac:chgData name="Bowen Cheek" userId="8fca192e-0677-4b46-9386-7af871cc0c0f" providerId="ADAL" clId="{A7C2DF13-9E9B-41A5-8CD9-30DC2F6668C6}" dt="2026-04-27T16:44:19.244" v="3902"/>
          <ac:inkMkLst>
            <pc:docMk/>
            <pc:sldMk cId="1878589810" sldId="296"/>
            <ac:inkMk id="55" creationId="{C3C954EE-5C08-10BC-4051-6DFF7B400B13}"/>
          </ac:inkMkLst>
        </pc:inkChg>
        <pc:inkChg chg="add">
          <ac:chgData name="Bowen Cheek" userId="8fca192e-0677-4b46-9386-7af871cc0c0f" providerId="ADAL" clId="{A7C2DF13-9E9B-41A5-8CD9-30DC2F6668C6}" dt="2026-04-27T13:36:17.487" v="3353" actId="9405"/>
          <ac:inkMkLst>
            <pc:docMk/>
            <pc:sldMk cId="1878589810" sldId="296"/>
            <ac:inkMk id="56" creationId="{2ADF1A95-A21C-DA78-128B-7EDF848380B8}"/>
          </ac:inkMkLst>
        </pc:inkChg>
        <pc:inkChg chg="add mod">
          <ac:chgData name="Bowen Cheek" userId="8fca192e-0677-4b46-9386-7af871cc0c0f" providerId="ADAL" clId="{A7C2DF13-9E9B-41A5-8CD9-30DC2F6668C6}" dt="2026-04-27T16:44:19.244" v="3902"/>
          <ac:inkMkLst>
            <pc:docMk/>
            <pc:sldMk cId="1878589810" sldId="296"/>
            <ac:inkMk id="56" creationId="{E13CF8EB-E695-8507-DED4-AAA609D2466B}"/>
          </ac:inkMkLst>
        </pc:inkChg>
        <pc:inkChg chg="add">
          <ac:chgData name="Bowen Cheek" userId="8fca192e-0677-4b46-9386-7af871cc0c0f" providerId="ADAL" clId="{A7C2DF13-9E9B-41A5-8CD9-30DC2F6668C6}" dt="2026-04-27T13:36:18.185" v="3354" actId="9405"/>
          <ac:inkMkLst>
            <pc:docMk/>
            <pc:sldMk cId="1878589810" sldId="296"/>
            <ac:inkMk id="57" creationId="{72E53B15-CA11-4097-4C38-2AE0DAAF5AB1}"/>
          </ac:inkMkLst>
        </pc:inkChg>
        <pc:inkChg chg="add mod">
          <ac:chgData name="Bowen Cheek" userId="8fca192e-0677-4b46-9386-7af871cc0c0f" providerId="ADAL" clId="{A7C2DF13-9E9B-41A5-8CD9-30DC2F6668C6}" dt="2026-04-27T16:44:19.244" v="3902"/>
          <ac:inkMkLst>
            <pc:docMk/>
            <pc:sldMk cId="1878589810" sldId="296"/>
            <ac:inkMk id="57" creationId="{887D0F1C-A2E4-E640-D7AE-693C0E59EBDB}"/>
          </ac:inkMkLst>
        </pc:inkChg>
        <pc:inkChg chg="add mod">
          <ac:chgData name="Bowen Cheek" userId="8fca192e-0677-4b46-9386-7af871cc0c0f" providerId="ADAL" clId="{A7C2DF13-9E9B-41A5-8CD9-30DC2F6668C6}" dt="2026-04-27T16:44:19.244" v="3902"/>
          <ac:inkMkLst>
            <pc:docMk/>
            <pc:sldMk cId="1878589810" sldId="296"/>
            <ac:inkMk id="58" creationId="{F0C7EBFE-C81C-DC31-08BA-28D0C6D42FDA}"/>
          </ac:inkMkLst>
        </pc:inkChg>
        <pc:inkChg chg="add mod">
          <ac:chgData name="Bowen Cheek" userId="8fca192e-0677-4b46-9386-7af871cc0c0f" providerId="ADAL" clId="{A7C2DF13-9E9B-41A5-8CD9-30DC2F6668C6}" dt="2026-04-27T16:44:19.244" v="3902"/>
          <ac:inkMkLst>
            <pc:docMk/>
            <pc:sldMk cId="1878589810" sldId="296"/>
            <ac:inkMk id="59" creationId="{192EEC81-0411-F2D1-F654-43DA71B23364}"/>
          </ac:inkMkLst>
        </pc:inkChg>
        <pc:inkChg chg="add mod">
          <ac:chgData name="Bowen Cheek" userId="8fca192e-0677-4b46-9386-7af871cc0c0f" providerId="ADAL" clId="{A7C2DF13-9E9B-41A5-8CD9-30DC2F6668C6}" dt="2026-04-27T13:36:44.556" v="3363"/>
          <ac:inkMkLst>
            <pc:docMk/>
            <pc:sldMk cId="1878589810" sldId="296"/>
            <ac:inkMk id="59" creationId="{5A79CFA3-C260-D6E7-3C92-28CAEEE50C57}"/>
          </ac:inkMkLst>
        </pc:inkChg>
        <pc:inkChg chg="add mod">
          <ac:chgData name="Bowen Cheek" userId="8fca192e-0677-4b46-9386-7af871cc0c0f" providerId="ADAL" clId="{A7C2DF13-9E9B-41A5-8CD9-30DC2F6668C6}" dt="2026-04-27T13:36:44.556" v="3363"/>
          <ac:inkMkLst>
            <pc:docMk/>
            <pc:sldMk cId="1878589810" sldId="296"/>
            <ac:inkMk id="60" creationId="{3E661EA3-3D53-3A0B-80B2-B2D9A4C88E2E}"/>
          </ac:inkMkLst>
        </pc:inkChg>
        <pc:inkChg chg="add mod">
          <ac:chgData name="Bowen Cheek" userId="8fca192e-0677-4b46-9386-7af871cc0c0f" providerId="ADAL" clId="{A7C2DF13-9E9B-41A5-8CD9-30DC2F6668C6}" dt="2026-04-27T16:44:19.244" v="3902"/>
          <ac:inkMkLst>
            <pc:docMk/>
            <pc:sldMk cId="1878589810" sldId="296"/>
            <ac:inkMk id="60" creationId="{8AD07A48-2E8A-6398-C434-E2B25E553A7F}"/>
          </ac:inkMkLst>
        </pc:inkChg>
        <pc:inkChg chg="add mod">
          <ac:chgData name="Bowen Cheek" userId="8fca192e-0677-4b46-9386-7af871cc0c0f" providerId="ADAL" clId="{A7C2DF13-9E9B-41A5-8CD9-30DC2F6668C6}" dt="2026-04-27T13:36:44.556" v="3363"/>
          <ac:inkMkLst>
            <pc:docMk/>
            <pc:sldMk cId="1878589810" sldId="296"/>
            <ac:inkMk id="61" creationId="{FD6BE59C-72AB-68F3-D453-EAB186DBAD6B}"/>
          </ac:inkMkLst>
        </pc:inkChg>
        <pc:inkChg chg="add mod">
          <ac:chgData name="Bowen Cheek" userId="8fca192e-0677-4b46-9386-7af871cc0c0f" providerId="ADAL" clId="{A7C2DF13-9E9B-41A5-8CD9-30DC2F6668C6}" dt="2026-04-27T13:36:44.556" v="3363"/>
          <ac:inkMkLst>
            <pc:docMk/>
            <pc:sldMk cId="1878589810" sldId="296"/>
            <ac:inkMk id="62" creationId="{707EB5E9-6E79-48A5-AA19-30F67E319E71}"/>
          </ac:inkMkLst>
        </pc:inkChg>
        <pc:inkChg chg="add mod">
          <ac:chgData name="Bowen Cheek" userId="8fca192e-0677-4b46-9386-7af871cc0c0f" providerId="ADAL" clId="{A7C2DF13-9E9B-41A5-8CD9-30DC2F6668C6}" dt="2026-04-27T16:44:23.289" v="3911"/>
          <ac:inkMkLst>
            <pc:docMk/>
            <pc:sldMk cId="1878589810" sldId="296"/>
            <ac:inkMk id="63" creationId="{88831DC4-7B53-11D3-66B6-769769983C2A}"/>
          </ac:inkMkLst>
        </pc:inkChg>
        <pc:inkChg chg="add mod">
          <ac:chgData name="Bowen Cheek" userId="8fca192e-0677-4b46-9386-7af871cc0c0f" providerId="ADAL" clId="{A7C2DF13-9E9B-41A5-8CD9-30DC2F6668C6}" dt="2026-04-27T13:36:44.556" v="3363"/>
          <ac:inkMkLst>
            <pc:docMk/>
            <pc:sldMk cId="1878589810" sldId="296"/>
            <ac:inkMk id="63" creationId="{DA8AA3B6-A1D5-0213-1E76-3F3E742AC18A}"/>
          </ac:inkMkLst>
        </pc:inkChg>
        <pc:inkChg chg="add mod">
          <ac:chgData name="Bowen Cheek" userId="8fca192e-0677-4b46-9386-7af871cc0c0f" providerId="ADAL" clId="{A7C2DF13-9E9B-41A5-8CD9-30DC2F6668C6}" dt="2026-04-27T13:36:44.556" v="3363"/>
          <ac:inkMkLst>
            <pc:docMk/>
            <pc:sldMk cId="1878589810" sldId="296"/>
            <ac:inkMk id="64" creationId="{3CD17A6E-A214-39A2-C53C-6445D7A68F8C}"/>
          </ac:inkMkLst>
        </pc:inkChg>
        <pc:inkChg chg="add mod">
          <ac:chgData name="Bowen Cheek" userId="8fca192e-0677-4b46-9386-7af871cc0c0f" providerId="ADAL" clId="{A7C2DF13-9E9B-41A5-8CD9-30DC2F6668C6}" dt="2026-04-27T16:44:23.289" v="3911"/>
          <ac:inkMkLst>
            <pc:docMk/>
            <pc:sldMk cId="1878589810" sldId="296"/>
            <ac:inkMk id="64" creationId="{BD8FA9CE-9B28-7C1F-7DF6-A56325212560}"/>
          </ac:inkMkLst>
        </pc:inkChg>
        <pc:inkChg chg="add mod">
          <ac:chgData name="Bowen Cheek" userId="8fca192e-0677-4b46-9386-7af871cc0c0f" providerId="ADAL" clId="{A7C2DF13-9E9B-41A5-8CD9-30DC2F6668C6}" dt="2026-04-27T16:44:23.289" v="3911"/>
          <ac:inkMkLst>
            <pc:docMk/>
            <pc:sldMk cId="1878589810" sldId="296"/>
            <ac:inkMk id="65" creationId="{4A75A37B-455F-4DF1-EBEC-9447E54ED3F1}"/>
          </ac:inkMkLst>
        </pc:inkChg>
        <pc:inkChg chg="add mod">
          <ac:chgData name="Bowen Cheek" userId="8fca192e-0677-4b46-9386-7af871cc0c0f" providerId="ADAL" clId="{A7C2DF13-9E9B-41A5-8CD9-30DC2F6668C6}" dt="2026-04-27T13:36:44.556" v="3363"/>
          <ac:inkMkLst>
            <pc:docMk/>
            <pc:sldMk cId="1878589810" sldId="296"/>
            <ac:inkMk id="65" creationId="{A5F3A547-927D-E57F-736E-2183F35BE24B}"/>
          </ac:inkMkLst>
        </pc:inkChg>
        <pc:inkChg chg="add mod">
          <ac:chgData name="Bowen Cheek" userId="8fca192e-0677-4b46-9386-7af871cc0c0f" providerId="ADAL" clId="{A7C2DF13-9E9B-41A5-8CD9-30DC2F6668C6}" dt="2026-04-27T16:44:23.289" v="3911"/>
          <ac:inkMkLst>
            <pc:docMk/>
            <pc:sldMk cId="1878589810" sldId="296"/>
            <ac:inkMk id="66" creationId="{1129AD42-B110-DFF6-E20A-4F7105101B51}"/>
          </ac:inkMkLst>
        </pc:inkChg>
        <pc:inkChg chg="add mod">
          <ac:chgData name="Bowen Cheek" userId="8fca192e-0677-4b46-9386-7af871cc0c0f" providerId="ADAL" clId="{A7C2DF13-9E9B-41A5-8CD9-30DC2F6668C6}" dt="2026-04-27T16:44:23.289" v="3911"/>
          <ac:inkMkLst>
            <pc:docMk/>
            <pc:sldMk cId="1878589810" sldId="296"/>
            <ac:inkMk id="67" creationId="{DA8ACC4B-1411-3146-7ED9-64AD2AD3731E}"/>
          </ac:inkMkLst>
        </pc:inkChg>
        <pc:inkChg chg="add mod">
          <ac:chgData name="Bowen Cheek" userId="8fca192e-0677-4b46-9386-7af871cc0c0f" providerId="ADAL" clId="{A7C2DF13-9E9B-41A5-8CD9-30DC2F6668C6}" dt="2026-04-27T13:37:44.303" v="3372"/>
          <ac:inkMkLst>
            <pc:docMk/>
            <pc:sldMk cId="1878589810" sldId="296"/>
            <ac:inkMk id="68" creationId="{23B97200-C9D8-4CDD-AB4C-DF2FFAF97F7C}"/>
          </ac:inkMkLst>
        </pc:inkChg>
        <pc:inkChg chg="add mod">
          <ac:chgData name="Bowen Cheek" userId="8fca192e-0677-4b46-9386-7af871cc0c0f" providerId="ADAL" clId="{A7C2DF13-9E9B-41A5-8CD9-30DC2F6668C6}" dt="2026-04-27T16:44:23.289" v="3911"/>
          <ac:inkMkLst>
            <pc:docMk/>
            <pc:sldMk cId="1878589810" sldId="296"/>
            <ac:inkMk id="68" creationId="{96512956-F61E-2B0E-BB6D-3A56601CEA6A}"/>
          </ac:inkMkLst>
        </pc:inkChg>
        <pc:inkChg chg="add mod">
          <ac:chgData name="Bowen Cheek" userId="8fca192e-0677-4b46-9386-7af871cc0c0f" providerId="ADAL" clId="{A7C2DF13-9E9B-41A5-8CD9-30DC2F6668C6}" dt="2026-04-27T13:37:44.303" v="3372"/>
          <ac:inkMkLst>
            <pc:docMk/>
            <pc:sldMk cId="1878589810" sldId="296"/>
            <ac:inkMk id="69" creationId="{4381FAE1-B0EF-FD83-EDC6-6CA9BA882FBF}"/>
          </ac:inkMkLst>
        </pc:inkChg>
        <pc:inkChg chg="add mod">
          <ac:chgData name="Bowen Cheek" userId="8fca192e-0677-4b46-9386-7af871cc0c0f" providerId="ADAL" clId="{A7C2DF13-9E9B-41A5-8CD9-30DC2F6668C6}" dt="2026-04-27T16:44:23.289" v="3911"/>
          <ac:inkMkLst>
            <pc:docMk/>
            <pc:sldMk cId="1878589810" sldId="296"/>
            <ac:inkMk id="69" creationId="{9961BCD3-9F2E-016B-5FB4-26FFA1B38AA9}"/>
          </ac:inkMkLst>
        </pc:inkChg>
        <pc:inkChg chg="add mod">
          <ac:chgData name="Bowen Cheek" userId="8fca192e-0677-4b46-9386-7af871cc0c0f" providerId="ADAL" clId="{A7C2DF13-9E9B-41A5-8CD9-30DC2F6668C6}" dt="2026-04-27T16:44:23.289" v="3911"/>
          <ac:inkMkLst>
            <pc:docMk/>
            <pc:sldMk cId="1878589810" sldId="296"/>
            <ac:inkMk id="70" creationId="{1B92C06F-A938-F3F5-4A67-D26BF5081BA1}"/>
          </ac:inkMkLst>
        </pc:inkChg>
        <pc:inkChg chg="add mod">
          <ac:chgData name="Bowen Cheek" userId="8fca192e-0677-4b46-9386-7af871cc0c0f" providerId="ADAL" clId="{A7C2DF13-9E9B-41A5-8CD9-30DC2F6668C6}" dt="2026-04-27T13:37:44.303" v="3372"/>
          <ac:inkMkLst>
            <pc:docMk/>
            <pc:sldMk cId="1878589810" sldId="296"/>
            <ac:inkMk id="70" creationId="{8B0FB081-E75E-8BA5-ADE3-4E8DB2877F8D}"/>
          </ac:inkMkLst>
        </pc:inkChg>
        <pc:inkChg chg="add mod">
          <ac:chgData name="Bowen Cheek" userId="8fca192e-0677-4b46-9386-7af871cc0c0f" providerId="ADAL" clId="{A7C2DF13-9E9B-41A5-8CD9-30DC2F6668C6}" dt="2026-04-27T13:37:44.303" v="3372"/>
          <ac:inkMkLst>
            <pc:docMk/>
            <pc:sldMk cId="1878589810" sldId="296"/>
            <ac:inkMk id="71" creationId="{6EA2E5A0-9989-60B7-AB4D-5AC0E6AB74E5}"/>
          </ac:inkMkLst>
        </pc:inkChg>
        <pc:inkChg chg="add mod">
          <ac:chgData name="Bowen Cheek" userId="8fca192e-0677-4b46-9386-7af871cc0c0f" providerId="ADAL" clId="{A7C2DF13-9E9B-41A5-8CD9-30DC2F6668C6}" dt="2026-04-27T13:37:44.303" v="3372"/>
          <ac:inkMkLst>
            <pc:docMk/>
            <pc:sldMk cId="1878589810" sldId="296"/>
            <ac:inkMk id="72" creationId="{266BBD38-2B52-81EB-D099-60C85B120A61}"/>
          </ac:inkMkLst>
        </pc:inkChg>
        <pc:inkChg chg="add">
          <ac:chgData name="Bowen Cheek" userId="8fca192e-0677-4b46-9386-7af871cc0c0f" providerId="ADAL" clId="{A7C2DF13-9E9B-41A5-8CD9-30DC2F6668C6}" dt="2026-04-27T16:45:07.491" v="3912" actId="9405"/>
          <ac:inkMkLst>
            <pc:docMk/>
            <pc:sldMk cId="1878589810" sldId="296"/>
            <ac:inkMk id="73" creationId="{14F5064E-72A8-4A8C-DEA0-2CD27361F546}"/>
          </ac:inkMkLst>
        </pc:inkChg>
        <pc:inkChg chg="add mod">
          <ac:chgData name="Bowen Cheek" userId="8fca192e-0677-4b46-9386-7af871cc0c0f" providerId="ADAL" clId="{A7C2DF13-9E9B-41A5-8CD9-30DC2F6668C6}" dt="2026-04-27T13:37:44.303" v="3372"/>
          <ac:inkMkLst>
            <pc:docMk/>
            <pc:sldMk cId="1878589810" sldId="296"/>
            <ac:inkMk id="73" creationId="{69BDE97D-0190-569C-4DD4-4262615DA421}"/>
          </ac:inkMkLst>
        </pc:inkChg>
        <pc:inkChg chg="add">
          <ac:chgData name="Bowen Cheek" userId="8fca192e-0677-4b46-9386-7af871cc0c0f" providerId="ADAL" clId="{A7C2DF13-9E9B-41A5-8CD9-30DC2F6668C6}" dt="2026-04-27T16:45:09.805" v="3913" actId="9405"/>
          <ac:inkMkLst>
            <pc:docMk/>
            <pc:sldMk cId="1878589810" sldId="296"/>
            <ac:inkMk id="74" creationId="{6F96B2B7-FE35-BDF2-AE9E-A8B44C0CDB3C}"/>
          </ac:inkMkLst>
        </pc:inkChg>
        <pc:inkChg chg="add mod">
          <ac:chgData name="Bowen Cheek" userId="8fca192e-0677-4b46-9386-7af871cc0c0f" providerId="ADAL" clId="{A7C2DF13-9E9B-41A5-8CD9-30DC2F6668C6}" dt="2026-04-27T13:37:44.303" v="3372"/>
          <ac:inkMkLst>
            <pc:docMk/>
            <pc:sldMk cId="1878589810" sldId="296"/>
            <ac:inkMk id="74" creationId="{7C573F9B-5E85-144E-E894-B7D9E81BD125}"/>
          </ac:inkMkLst>
        </pc:inkChg>
        <pc:inkChg chg="add mod">
          <ac:chgData name="Bowen Cheek" userId="8fca192e-0677-4b46-9386-7af871cc0c0f" providerId="ADAL" clId="{A7C2DF13-9E9B-41A5-8CD9-30DC2F6668C6}" dt="2026-04-27T16:48:09.784" v="3916"/>
          <ac:inkMkLst>
            <pc:docMk/>
            <pc:sldMk cId="1878589810" sldId="296"/>
            <ac:inkMk id="75" creationId="{984AFD2D-1923-A052-4EBE-44970EAE151C}"/>
          </ac:inkMkLst>
        </pc:inkChg>
        <pc:inkChg chg="add mod">
          <ac:chgData name="Bowen Cheek" userId="8fca192e-0677-4b46-9386-7af871cc0c0f" providerId="ADAL" clId="{A7C2DF13-9E9B-41A5-8CD9-30DC2F6668C6}" dt="2026-04-27T13:37:44.303" v="3372"/>
          <ac:inkMkLst>
            <pc:docMk/>
            <pc:sldMk cId="1878589810" sldId="296"/>
            <ac:inkMk id="75" creationId="{AA390714-E1AB-EF97-7BB5-0B98F29B22C1}"/>
          </ac:inkMkLst>
        </pc:inkChg>
        <pc:inkChg chg="add mod">
          <ac:chgData name="Bowen Cheek" userId="8fca192e-0677-4b46-9386-7af871cc0c0f" providerId="ADAL" clId="{A7C2DF13-9E9B-41A5-8CD9-30DC2F6668C6}" dt="2026-04-27T16:49:46.118" v="3943"/>
          <ac:inkMkLst>
            <pc:docMk/>
            <pc:sldMk cId="1878589810" sldId="296"/>
            <ac:inkMk id="76" creationId="{A74E7B61-A857-6614-37FE-3E310EC94811}"/>
          </ac:inkMkLst>
        </pc:inkChg>
        <pc:inkChg chg="add mod">
          <ac:chgData name="Bowen Cheek" userId="8fca192e-0677-4b46-9386-7af871cc0c0f" providerId="ADAL" clId="{A7C2DF13-9E9B-41A5-8CD9-30DC2F6668C6}" dt="2026-04-27T13:40:31.706" v="3375"/>
          <ac:inkMkLst>
            <pc:docMk/>
            <pc:sldMk cId="1878589810" sldId="296"/>
            <ac:inkMk id="78" creationId="{428409A7-1496-FECF-7071-161AE3086F32}"/>
          </ac:inkMkLst>
        </pc:inkChg>
        <pc:inkChg chg="add mod">
          <ac:chgData name="Bowen Cheek" userId="8fca192e-0677-4b46-9386-7af871cc0c0f" providerId="ADAL" clId="{A7C2DF13-9E9B-41A5-8CD9-30DC2F6668C6}" dt="2026-04-27T16:49:46.118" v="3943"/>
          <ac:inkMkLst>
            <pc:docMk/>
            <pc:sldMk cId="1878589810" sldId="296"/>
            <ac:inkMk id="78" creationId="{5F9B2040-3890-F494-FA51-C7C04A001475}"/>
          </ac:inkMkLst>
        </pc:inkChg>
        <pc:inkChg chg="add mod">
          <ac:chgData name="Bowen Cheek" userId="8fca192e-0677-4b46-9386-7af871cc0c0f" providerId="ADAL" clId="{A7C2DF13-9E9B-41A5-8CD9-30DC2F6668C6}" dt="2026-04-27T13:40:31.706" v="3375"/>
          <ac:inkMkLst>
            <pc:docMk/>
            <pc:sldMk cId="1878589810" sldId="296"/>
            <ac:inkMk id="79" creationId="{6731EA5E-1FE6-1471-0FF5-7DE46EC5537A}"/>
          </ac:inkMkLst>
        </pc:inkChg>
        <pc:inkChg chg="add mod">
          <ac:chgData name="Bowen Cheek" userId="8fca192e-0677-4b46-9386-7af871cc0c0f" providerId="ADAL" clId="{A7C2DF13-9E9B-41A5-8CD9-30DC2F6668C6}" dt="2026-04-27T16:48:14.661" v="3925"/>
          <ac:inkMkLst>
            <pc:docMk/>
            <pc:sldMk cId="1878589810" sldId="296"/>
            <ac:inkMk id="79" creationId="{885A69CA-CFD7-E620-C768-54F729258E4F}"/>
          </ac:inkMkLst>
        </pc:inkChg>
        <pc:inkChg chg="add mod">
          <ac:chgData name="Bowen Cheek" userId="8fca192e-0677-4b46-9386-7af871cc0c0f" providerId="ADAL" clId="{A7C2DF13-9E9B-41A5-8CD9-30DC2F6668C6}" dt="2026-04-27T16:49:33.781" v="3938"/>
          <ac:inkMkLst>
            <pc:docMk/>
            <pc:sldMk cId="1878589810" sldId="296"/>
            <ac:inkMk id="80" creationId="{65242576-6D16-B84B-B79D-A1C1A0A643E5}"/>
          </ac:inkMkLst>
        </pc:inkChg>
        <pc:inkChg chg="add">
          <ac:chgData name="Bowen Cheek" userId="8fca192e-0677-4b46-9386-7af871cc0c0f" providerId="ADAL" clId="{A7C2DF13-9E9B-41A5-8CD9-30DC2F6668C6}" dt="2026-04-27T13:40:31.714" v="3376" actId="9405"/>
          <ac:inkMkLst>
            <pc:docMk/>
            <pc:sldMk cId="1878589810" sldId="296"/>
            <ac:inkMk id="81" creationId="{20C793F6-F7F5-06C4-EFE1-B27136072CA0}"/>
          </ac:inkMkLst>
        </pc:inkChg>
        <pc:inkChg chg="add mod">
          <ac:chgData name="Bowen Cheek" userId="8fca192e-0677-4b46-9386-7af871cc0c0f" providerId="ADAL" clId="{A7C2DF13-9E9B-41A5-8CD9-30DC2F6668C6}" dt="2026-04-27T16:50:00.997" v="3967"/>
          <ac:inkMkLst>
            <pc:docMk/>
            <pc:sldMk cId="1878589810" sldId="296"/>
            <ac:inkMk id="81" creationId="{D1448CC9-AE9F-52A8-0378-47A2D27152CA}"/>
          </ac:inkMkLst>
        </pc:inkChg>
        <pc:inkChg chg="add mod">
          <ac:chgData name="Bowen Cheek" userId="8fca192e-0677-4b46-9386-7af871cc0c0f" providerId="ADAL" clId="{A7C2DF13-9E9B-41A5-8CD9-30DC2F6668C6}" dt="2026-04-27T16:49:46.118" v="3943"/>
          <ac:inkMkLst>
            <pc:docMk/>
            <pc:sldMk cId="1878589810" sldId="296"/>
            <ac:inkMk id="82" creationId="{05F03C0B-B7F1-14F4-489A-3892963A6689}"/>
          </ac:inkMkLst>
        </pc:inkChg>
        <pc:inkChg chg="add">
          <ac:chgData name="Bowen Cheek" userId="8fca192e-0677-4b46-9386-7af871cc0c0f" providerId="ADAL" clId="{A7C2DF13-9E9B-41A5-8CD9-30DC2F6668C6}" dt="2026-04-27T13:40:32.371" v="3377" actId="9405"/>
          <ac:inkMkLst>
            <pc:docMk/>
            <pc:sldMk cId="1878589810" sldId="296"/>
            <ac:inkMk id="82" creationId="{EB903498-57CE-3B38-9171-E5607D0A1351}"/>
          </ac:inkMkLst>
        </pc:inkChg>
        <pc:inkChg chg="add mod">
          <ac:chgData name="Bowen Cheek" userId="8fca192e-0677-4b46-9386-7af871cc0c0f" providerId="ADAL" clId="{A7C2DF13-9E9B-41A5-8CD9-30DC2F6668C6}" dt="2026-04-27T16:48:14.661" v="3925"/>
          <ac:inkMkLst>
            <pc:docMk/>
            <pc:sldMk cId="1878589810" sldId="296"/>
            <ac:inkMk id="83" creationId="{530668D7-EE97-FDE3-5049-79E0BDE742F1}"/>
          </ac:inkMkLst>
        </pc:inkChg>
        <pc:inkChg chg="add">
          <ac:chgData name="Bowen Cheek" userId="8fca192e-0677-4b46-9386-7af871cc0c0f" providerId="ADAL" clId="{A7C2DF13-9E9B-41A5-8CD9-30DC2F6668C6}" dt="2026-04-27T13:40:32.926" v="3378" actId="9405"/>
          <ac:inkMkLst>
            <pc:docMk/>
            <pc:sldMk cId="1878589810" sldId="296"/>
            <ac:inkMk id="83" creationId="{8C22679A-4948-235D-8173-1A894201F274}"/>
          </ac:inkMkLst>
        </pc:inkChg>
        <pc:inkChg chg="add">
          <ac:chgData name="Bowen Cheek" userId="8fca192e-0677-4b46-9386-7af871cc0c0f" providerId="ADAL" clId="{A7C2DF13-9E9B-41A5-8CD9-30DC2F6668C6}" dt="2026-04-27T13:40:33.290" v="3379" actId="9405"/>
          <ac:inkMkLst>
            <pc:docMk/>
            <pc:sldMk cId="1878589810" sldId="296"/>
            <ac:inkMk id="84" creationId="{0833E295-F414-4341-D1E3-A7638D07BDE4}"/>
          </ac:inkMkLst>
        </pc:inkChg>
        <pc:inkChg chg="add mod">
          <ac:chgData name="Bowen Cheek" userId="8fca192e-0677-4b46-9386-7af871cc0c0f" providerId="ADAL" clId="{A7C2DF13-9E9B-41A5-8CD9-30DC2F6668C6}" dt="2026-04-27T16:49:46.118" v="3943"/>
          <ac:inkMkLst>
            <pc:docMk/>
            <pc:sldMk cId="1878589810" sldId="296"/>
            <ac:inkMk id="84" creationId="{1407F659-536E-C133-85A3-B359CF4D342F}"/>
          </ac:inkMkLst>
        </pc:inkChg>
        <pc:inkChg chg="add mod">
          <ac:chgData name="Bowen Cheek" userId="8fca192e-0677-4b46-9386-7af871cc0c0f" providerId="ADAL" clId="{A7C2DF13-9E9B-41A5-8CD9-30DC2F6668C6}" dt="2026-04-27T13:40:40.269" v="3392"/>
          <ac:inkMkLst>
            <pc:docMk/>
            <pc:sldMk cId="1878589810" sldId="296"/>
            <ac:inkMk id="85" creationId="{916E94A0-A8D2-BD4A-0E91-4B507B412DA1}"/>
          </ac:inkMkLst>
        </pc:inkChg>
        <pc:inkChg chg="add mod">
          <ac:chgData name="Bowen Cheek" userId="8fca192e-0677-4b46-9386-7af871cc0c0f" providerId="ADAL" clId="{A7C2DF13-9E9B-41A5-8CD9-30DC2F6668C6}" dt="2026-04-27T16:49:46.118" v="3943"/>
          <ac:inkMkLst>
            <pc:docMk/>
            <pc:sldMk cId="1878589810" sldId="296"/>
            <ac:inkMk id="85" creationId="{D8DDB735-C2F9-AAFE-1F28-8F5F3392F915}"/>
          </ac:inkMkLst>
        </pc:inkChg>
        <pc:inkChg chg="add mod">
          <ac:chgData name="Bowen Cheek" userId="8fca192e-0677-4b46-9386-7af871cc0c0f" providerId="ADAL" clId="{A7C2DF13-9E9B-41A5-8CD9-30DC2F6668C6}" dt="2026-04-27T13:40:40.269" v="3392"/>
          <ac:inkMkLst>
            <pc:docMk/>
            <pc:sldMk cId="1878589810" sldId="296"/>
            <ac:inkMk id="86" creationId="{97E79897-F9DF-C67C-FF17-02801E9D0816}"/>
          </ac:inkMkLst>
        </pc:inkChg>
        <pc:inkChg chg="add mod">
          <ac:chgData name="Bowen Cheek" userId="8fca192e-0677-4b46-9386-7af871cc0c0f" providerId="ADAL" clId="{A7C2DF13-9E9B-41A5-8CD9-30DC2F6668C6}" dt="2026-04-27T16:49:46.118" v="3943"/>
          <ac:inkMkLst>
            <pc:docMk/>
            <pc:sldMk cId="1878589810" sldId="296"/>
            <ac:inkMk id="87" creationId="{1CD16491-9019-62FE-4723-3A3E4FD5A9F0}"/>
          </ac:inkMkLst>
        </pc:inkChg>
        <pc:inkChg chg="add mod">
          <ac:chgData name="Bowen Cheek" userId="8fca192e-0677-4b46-9386-7af871cc0c0f" providerId="ADAL" clId="{A7C2DF13-9E9B-41A5-8CD9-30DC2F6668C6}" dt="2026-04-27T13:40:40.269" v="3392"/>
          <ac:inkMkLst>
            <pc:docMk/>
            <pc:sldMk cId="1878589810" sldId="296"/>
            <ac:inkMk id="87" creationId="{E96E0D86-3837-19D4-71CB-3F982DE7280A}"/>
          </ac:inkMkLst>
        </pc:inkChg>
        <pc:inkChg chg="add mod">
          <ac:chgData name="Bowen Cheek" userId="8fca192e-0677-4b46-9386-7af871cc0c0f" providerId="ADAL" clId="{A7C2DF13-9E9B-41A5-8CD9-30DC2F6668C6}" dt="2026-04-27T16:50:00.997" v="3967"/>
          <ac:inkMkLst>
            <pc:docMk/>
            <pc:sldMk cId="1878589810" sldId="296"/>
            <ac:inkMk id="88" creationId="{6308CE9E-913B-E816-72ED-E581F2D21233}"/>
          </ac:inkMkLst>
        </pc:inkChg>
        <pc:inkChg chg="add mod">
          <ac:chgData name="Bowen Cheek" userId="8fca192e-0677-4b46-9386-7af871cc0c0f" providerId="ADAL" clId="{A7C2DF13-9E9B-41A5-8CD9-30DC2F6668C6}" dt="2026-04-27T13:40:48.828" v="3395"/>
          <ac:inkMkLst>
            <pc:docMk/>
            <pc:sldMk cId="1878589810" sldId="296"/>
            <ac:inkMk id="88" creationId="{AF0DFFAB-DE54-FA9C-EEA0-CA10C34B02BA}"/>
          </ac:inkMkLst>
        </pc:inkChg>
        <pc:inkChg chg="add">
          <ac:chgData name="Bowen Cheek" userId="8fca192e-0677-4b46-9386-7af871cc0c0f" providerId="ADAL" clId="{A7C2DF13-9E9B-41A5-8CD9-30DC2F6668C6}" dt="2026-04-27T13:40:35.900" v="3384" actId="9405"/>
          <ac:inkMkLst>
            <pc:docMk/>
            <pc:sldMk cId="1878589810" sldId="296"/>
            <ac:inkMk id="89" creationId="{61B04E2E-ECAF-07BC-D561-3CD7398B19A3}"/>
          </ac:inkMkLst>
        </pc:inkChg>
        <pc:inkChg chg="add">
          <ac:chgData name="Bowen Cheek" userId="8fca192e-0677-4b46-9386-7af871cc0c0f" providerId="ADAL" clId="{A7C2DF13-9E9B-41A5-8CD9-30DC2F6668C6}" dt="2026-04-27T13:40:36.361" v="3385" actId="9405"/>
          <ac:inkMkLst>
            <pc:docMk/>
            <pc:sldMk cId="1878589810" sldId="296"/>
            <ac:inkMk id="90" creationId="{8CBEAC98-15A3-6FD8-7368-6D9EA029F900}"/>
          </ac:inkMkLst>
        </pc:inkChg>
        <pc:inkChg chg="add mod">
          <ac:chgData name="Bowen Cheek" userId="8fca192e-0677-4b46-9386-7af871cc0c0f" providerId="ADAL" clId="{A7C2DF13-9E9B-41A5-8CD9-30DC2F6668C6}" dt="2026-04-27T16:49:33.781" v="3938"/>
          <ac:inkMkLst>
            <pc:docMk/>
            <pc:sldMk cId="1878589810" sldId="296"/>
            <ac:inkMk id="90" creationId="{AB58F5EC-F40C-10D9-2989-D570DA7F0DCF}"/>
          </ac:inkMkLst>
        </pc:inkChg>
        <pc:inkChg chg="add mod">
          <ac:chgData name="Bowen Cheek" userId="8fca192e-0677-4b46-9386-7af871cc0c0f" providerId="ADAL" clId="{A7C2DF13-9E9B-41A5-8CD9-30DC2F6668C6}" dt="2026-04-27T13:40:40.269" v="3392"/>
          <ac:inkMkLst>
            <pc:docMk/>
            <pc:sldMk cId="1878589810" sldId="296"/>
            <ac:inkMk id="91" creationId="{B66B4709-C96A-873F-26AC-9EB0E6774C3D}"/>
          </ac:inkMkLst>
        </pc:inkChg>
        <pc:inkChg chg="add mod">
          <ac:chgData name="Bowen Cheek" userId="8fca192e-0677-4b46-9386-7af871cc0c0f" providerId="ADAL" clId="{A7C2DF13-9E9B-41A5-8CD9-30DC2F6668C6}" dt="2026-04-27T16:49:46.118" v="3943"/>
          <ac:inkMkLst>
            <pc:docMk/>
            <pc:sldMk cId="1878589810" sldId="296"/>
            <ac:inkMk id="91" creationId="{D8B09BDA-EBC3-1375-CA7B-873CC227AE7B}"/>
          </ac:inkMkLst>
        </pc:inkChg>
        <pc:inkChg chg="add mod">
          <ac:chgData name="Bowen Cheek" userId="8fca192e-0677-4b46-9386-7af871cc0c0f" providerId="ADAL" clId="{A7C2DF13-9E9B-41A5-8CD9-30DC2F6668C6}" dt="2026-04-27T13:40:48.828" v="3395"/>
          <ac:inkMkLst>
            <pc:docMk/>
            <pc:sldMk cId="1878589810" sldId="296"/>
            <ac:inkMk id="92" creationId="{BC73A08B-F8E2-D63A-75FE-731810463156}"/>
          </ac:inkMkLst>
        </pc:inkChg>
        <pc:inkChg chg="add del">
          <ac:chgData name="Bowen Cheek" userId="8fca192e-0677-4b46-9386-7af871cc0c0f" providerId="ADAL" clId="{A7C2DF13-9E9B-41A5-8CD9-30DC2F6668C6}" dt="2026-04-27T16:49:15.977" v="3933"/>
          <ac:inkMkLst>
            <pc:docMk/>
            <pc:sldMk cId="1878589810" sldId="296"/>
            <ac:inkMk id="93" creationId="{5EB98BBA-2844-1F6A-82F1-8A9510CF4374}"/>
          </ac:inkMkLst>
        </pc:inkChg>
        <pc:inkChg chg="add">
          <ac:chgData name="Bowen Cheek" userId="8fca192e-0677-4b46-9386-7af871cc0c0f" providerId="ADAL" clId="{A7C2DF13-9E9B-41A5-8CD9-30DC2F6668C6}" dt="2026-04-27T13:40:37.441" v="3388" actId="9405"/>
          <ac:inkMkLst>
            <pc:docMk/>
            <pc:sldMk cId="1878589810" sldId="296"/>
            <ac:inkMk id="93" creationId="{DC45F6CD-0731-70D3-C6AD-A09CCB5D9C70}"/>
          </ac:inkMkLst>
        </pc:inkChg>
        <pc:inkChg chg="add del mod">
          <ac:chgData name="Bowen Cheek" userId="8fca192e-0677-4b46-9386-7af871cc0c0f" providerId="ADAL" clId="{A7C2DF13-9E9B-41A5-8CD9-30DC2F6668C6}" dt="2026-04-27T16:49:30.758" v="3937"/>
          <ac:inkMkLst>
            <pc:docMk/>
            <pc:sldMk cId="1878589810" sldId="296"/>
            <ac:inkMk id="94" creationId="{504BF1EA-1BA0-BEB1-8572-D5FF5492B7F5}"/>
          </ac:inkMkLst>
        </pc:inkChg>
        <pc:inkChg chg="add mod">
          <ac:chgData name="Bowen Cheek" userId="8fca192e-0677-4b46-9386-7af871cc0c0f" providerId="ADAL" clId="{A7C2DF13-9E9B-41A5-8CD9-30DC2F6668C6}" dt="2026-04-27T13:40:48.828" v="3395"/>
          <ac:inkMkLst>
            <pc:docMk/>
            <pc:sldMk cId="1878589810" sldId="296"/>
            <ac:inkMk id="94" creationId="{5EC1F012-4C77-C258-EF09-BE49142F3B5A}"/>
          </ac:inkMkLst>
        </pc:inkChg>
        <pc:inkChg chg="add del">
          <ac:chgData name="Bowen Cheek" userId="8fca192e-0677-4b46-9386-7af871cc0c0f" providerId="ADAL" clId="{A7C2DF13-9E9B-41A5-8CD9-30DC2F6668C6}" dt="2026-04-27T16:49:29.968" v="3936"/>
          <ac:inkMkLst>
            <pc:docMk/>
            <pc:sldMk cId="1878589810" sldId="296"/>
            <ac:inkMk id="95" creationId="{E988C9CF-2B9D-2FCE-C42F-30A5C2345C20}"/>
          </ac:inkMkLst>
        </pc:inkChg>
        <pc:inkChg chg="add">
          <ac:chgData name="Bowen Cheek" userId="8fca192e-0677-4b46-9386-7af871cc0c0f" providerId="ADAL" clId="{A7C2DF13-9E9B-41A5-8CD9-30DC2F6668C6}" dt="2026-04-27T13:40:38.491" v="3390" actId="9405"/>
          <ac:inkMkLst>
            <pc:docMk/>
            <pc:sldMk cId="1878589810" sldId="296"/>
            <ac:inkMk id="95" creationId="{F480CC88-BA76-63DB-AF29-5CEE0E238CF6}"/>
          </ac:inkMkLst>
        </pc:inkChg>
        <pc:inkChg chg="add mod">
          <ac:chgData name="Bowen Cheek" userId="8fca192e-0677-4b46-9386-7af871cc0c0f" providerId="ADAL" clId="{A7C2DF13-9E9B-41A5-8CD9-30DC2F6668C6}" dt="2026-04-27T13:40:40.269" v="3392"/>
          <ac:inkMkLst>
            <pc:docMk/>
            <pc:sldMk cId="1878589810" sldId="296"/>
            <ac:inkMk id="96" creationId="{348336C7-0438-EC53-1908-0B6C7FE8802B}"/>
          </ac:inkMkLst>
        </pc:inkChg>
        <pc:inkChg chg="add mod">
          <ac:chgData name="Bowen Cheek" userId="8fca192e-0677-4b46-9386-7af871cc0c0f" providerId="ADAL" clId="{A7C2DF13-9E9B-41A5-8CD9-30DC2F6668C6}" dt="2026-04-27T16:49:46.118" v="3943"/>
          <ac:inkMkLst>
            <pc:docMk/>
            <pc:sldMk cId="1878589810" sldId="296"/>
            <ac:inkMk id="96" creationId="{34DCDF72-2F7C-48CC-8DB8-FE32212EA25D}"/>
          </ac:inkMkLst>
        </pc:inkChg>
        <pc:inkChg chg="add">
          <ac:chgData name="Bowen Cheek" userId="8fca192e-0677-4b46-9386-7af871cc0c0f" providerId="ADAL" clId="{A7C2DF13-9E9B-41A5-8CD9-30DC2F6668C6}" dt="2026-04-27T16:49:39.078" v="3941" actId="9405"/>
          <ac:inkMkLst>
            <pc:docMk/>
            <pc:sldMk cId="1878589810" sldId="296"/>
            <ac:inkMk id="98" creationId="{DC87CC6F-59BC-11A6-9CB7-0C417312E59A}"/>
          </ac:inkMkLst>
        </pc:inkChg>
        <pc:inkChg chg="add mod">
          <ac:chgData name="Bowen Cheek" userId="8fca192e-0677-4b46-9386-7af871cc0c0f" providerId="ADAL" clId="{A7C2DF13-9E9B-41A5-8CD9-30DC2F6668C6}" dt="2026-04-27T13:40:48.828" v="3395"/>
          <ac:inkMkLst>
            <pc:docMk/>
            <pc:sldMk cId="1878589810" sldId="296"/>
            <ac:inkMk id="99" creationId="{0F1C45AE-D793-8A32-6B77-6FB7BAD12920}"/>
          </ac:inkMkLst>
        </pc:inkChg>
        <pc:inkChg chg="add">
          <ac:chgData name="Bowen Cheek" userId="8fca192e-0677-4b46-9386-7af871cc0c0f" providerId="ADAL" clId="{A7C2DF13-9E9B-41A5-8CD9-30DC2F6668C6}" dt="2026-04-27T16:49:45.249" v="3942" actId="9405"/>
          <ac:inkMkLst>
            <pc:docMk/>
            <pc:sldMk cId="1878589810" sldId="296"/>
            <ac:inkMk id="99" creationId="{DF69C9AB-16C7-D794-52E6-2808F6D6B4AB}"/>
          </ac:inkMkLst>
        </pc:inkChg>
        <pc:inkChg chg="add">
          <ac:chgData name="Bowen Cheek" userId="8fca192e-0677-4b46-9386-7af871cc0c0f" providerId="ADAL" clId="{A7C2DF13-9E9B-41A5-8CD9-30DC2F6668C6}" dt="2026-04-27T13:40:47.944" v="3394" actId="9405"/>
          <ac:inkMkLst>
            <pc:docMk/>
            <pc:sldMk cId="1878589810" sldId="296"/>
            <ac:inkMk id="100" creationId="{41E482A8-2ABF-6587-DAEB-5F97FEF4F6C9}"/>
          </ac:inkMkLst>
        </pc:inkChg>
        <pc:inkChg chg="add mod">
          <ac:chgData name="Bowen Cheek" userId="8fca192e-0677-4b46-9386-7af871cc0c0f" providerId="ADAL" clId="{A7C2DF13-9E9B-41A5-8CD9-30DC2F6668C6}" dt="2026-04-27T16:49:52.873" v="3951"/>
          <ac:inkMkLst>
            <pc:docMk/>
            <pc:sldMk cId="1878589810" sldId="296"/>
            <ac:inkMk id="101" creationId="{D172114D-AC4C-C6A4-216C-82B4123FA124}"/>
          </ac:inkMkLst>
        </pc:inkChg>
        <pc:inkChg chg="add mod">
          <ac:chgData name="Bowen Cheek" userId="8fca192e-0677-4b46-9386-7af871cc0c0f" providerId="ADAL" clId="{A7C2DF13-9E9B-41A5-8CD9-30DC2F6668C6}" dt="2026-04-27T13:41:23.356" v="3415"/>
          <ac:inkMkLst>
            <pc:docMk/>
            <pc:sldMk cId="1878589810" sldId="296"/>
            <ac:inkMk id="102" creationId="{3895B955-5A70-DF63-69D2-15B188DFF1D4}"/>
          </ac:inkMkLst>
        </pc:inkChg>
        <pc:inkChg chg="add mod">
          <ac:chgData name="Bowen Cheek" userId="8fca192e-0677-4b46-9386-7af871cc0c0f" providerId="ADAL" clId="{A7C2DF13-9E9B-41A5-8CD9-30DC2F6668C6}" dt="2026-04-27T16:49:52.873" v="3951"/>
          <ac:inkMkLst>
            <pc:docMk/>
            <pc:sldMk cId="1878589810" sldId="296"/>
            <ac:inkMk id="102" creationId="{A26237B3-DACC-289B-0595-6C87EA49DF09}"/>
          </ac:inkMkLst>
        </pc:inkChg>
        <pc:inkChg chg="add mod">
          <ac:chgData name="Bowen Cheek" userId="8fca192e-0677-4b46-9386-7af871cc0c0f" providerId="ADAL" clId="{A7C2DF13-9E9B-41A5-8CD9-30DC2F6668C6}" dt="2026-04-27T16:50:00.997" v="3967"/>
          <ac:inkMkLst>
            <pc:docMk/>
            <pc:sldMk cId="1878589810" sldId="296"/>
            <ac:inkMk id="103" creationId="{044D03CD-9A88-ED2E-0201-21023C9194D7}"/>
          </ac:inkMkLst>
        </pc:inkChg>
        <pc:inkChg chg="add mod">
          <ac:chgData name="Bowen Cheek" userId="8fca192e-0677-4b46-9386-7af871cc0c0f" providerId="ADAL" clId="{A7C2DF13-9E9B-41A5-8CD9-30DC2F6668C6}" dt="2026-04-27T13:41:23.356" v="3415"/>
          <ac:inkMkLst>
            <pc:docMk/>
            <pc:sldMk cId="1878589810" sldId="296"/>
            <ac:inkMk id="103" creationId="{F100E624-0351-D44A-4576-A1617B1636BF}"/>
          </ac:inkMkLst>
        </pc:inkChg>
        <pc:inkChg chg="add mod">
          <ac:chgData name="Bowen Cheek" userId="8fca192e-0677-4b46-9386-7af871cc0c0f" providerId="ADAL" clId="{A7C2DF13-9E9B-41A5-8CD9-30DC2F6668C6}" dt="2026-04-27T13:41:16.922" v="3400"/>
          <ac:inkMkLst>
            <pc:docMk/>
            <pc:sldMk cId="1878589810" sldId="296"/>
            <ac:inkMk id="105" creationId="{4F07D6DF-0785-F7BE-C49B-9C2B94404B53}"/>
          </ac:inkMkLst>
        </pc:inkChg>
        <pc:inkChg chg="add mod">
          <ac:chgData name="Bowen Cheek" userId="8fca192e-0677-4b46-9386-7af871cc0c0f" providerId="ADAL" clId="{A7C2DF13-9E9B-41A5-8CD9-30DC2F6668C6}" dt="2026-04-27T16:49:52.873" v="3951"/>
          <ac:inkMkLst>
            <pc:docMk/>
            <pc:sldMk cId="1878589810" sldId="296"/>
            <ac:inkMk id="105" creationId="{FE9E0937-F0D2-9304-0758-9E4F909E63C4}"/>
          </ac:inkMkLst>
        </pc:inkChg>
        <pc:inkChg chg="add mod">
          <ac:chgData name="Bowen Cheek" userId="8fca192e-0677-4b46-9386-7af871cc0c0f" providerId="ADAL" clId="{A7C2DF13-9E9B-41A5-8CD9-30DC2F6668C6}" dt="2026-04-27T16:49:52.873" v="3951"/>
          <ac:inkMkLst>
            <pc:docMk/>
            <pc:sldMk cId="1878589810" sldId="296"/>
            <ac:inkMk id="106" creationId="{C7119CD1-8E51-2C33-2F9B-94A477515772}"/>
          </ac:inkMkLst>
        </pc:inkChg>
        <pc:inkChg chg="add mod">
          <ac:chgData name="Bowen Cheek" userId="8fca192e-0677-4b46-9386-7af871cc0c0f" providerId="ADAL" clId="{A7C2DF13-9E9B-41A5-8CD9-30DC2F6668C6}" dt="2026-04-27T16:50:00.997" v="3967"/>
          <ac:inkMkLst>
            <pc:docMk/>
            <pc:sldMk cId="1878589810" sldId="296"/>
            <ac:inkMk id="107" creationId="{092F4FDA-7BF1-C084-1F37-DB386E757C94}"/>
          </ac:inkMkLst>
        </pc:inkChg>
        <pc:inkChg chg="add">
          <ac:chgData name="Bowen Cheek" userId="8fca192e-0677-4b46-9386-7af871cc0c0f" providerId="ADAL" clId="{A7C2DF13-9E9B-41A5-8CD9-30DC2F6668C6}" dt="2026-04-27T13:41:17.911" v="3401" actId="9405"/>
          <ac:inkMkLst>
            <pc:docMk/>
            <pc:sldMk cId="1878589810" sldId="296"/>
            <ac:inkMk id="107" creationId="{C9317052-309C-A608-C3F9-BFBC1F26C0CF}"/>
          </ac:inkMkLst>
        </pc:inkChg>
        <pc:inkChg chg="add">
          <ac:chgData name="Bowen Cheek" userId="8fca192e-0677-4b46-9386-7af871cc0c0f" providerId="ADAL" clId="{A7C2DF13-9E9B-41A5-8CD9-30DC2F6668C6}" dt="2026-04-27T13:41:18.707" v="3402" actId="9405"/>
          <ac:inkMkLst>
            <pc:docMk/>
            <pc:sldMk cId="1878589810" sldId="296"/>
            <ac:inkMk id="108" creationId="{36189634-F1CF-45C1-A667-B8B97451EBDD}"/>
          </ac:inkMkLst>
        </pc:inkChg>
        <pc:inkChg chg="add">
          <ac:chgData name="Bowen Cheek" userId="8fca192e-0677-4b46-9386-7af871cc0c0f" providerId="ADAL" clId="{A7C2DF13-9E9B-41A5-8CD9-30DC2F6668C6}" dt="2026-04-27T16:49:53.555" v="3952" actId="9405"/>
          <ac:inkMkLst>
            <pc:docMk/>
            <pc:sldMk cId="1878589810" sldId="296"/>
            <ac:inkMk id="109" creationId="{0F104C01-8F17-C645-C292-8FF16C3E3603}"/>
          </ac:inkMkLst>
        </pc:inkChg>
        <pc:inkChg chg="add mod">
          <ac:chgData name="Bowen Cheek" userId="8fca192e-0677-4b46-9386-7af871cc0c0f" providerId="ADAL" clId="{A7C2DF13-9E9B-41A5-8CD9-30DC2F6668C6}" dt="2026-04-27T13:41:23.356" v="3415"/>
          <ac:inkMkLst>
            <pc:docMk/>
            <pc:sldMk cId="1878589810" sldId="296"/>
            <ac:inkMk id="109" creationId="{7C6E3F98-6E0D-1CB0-FDFE-A5AA1DD6A036}"/>
          </ac:inkMkLst>
        </pc:inkChg>
        <pc:inkChg chg="add">
          <ac:chgData name="Bowen Cheek" userId="8fca192e-0677-4b46-9386-7af871cc0c0f" providerId="ADAL" clId="{A7C2DF13-9E9B-41A5-8CD9-30DC2F6668C6}" dt="2026-04-27T16:49:54.253" v="3953" actId="9405"/>
          <ac:inkMkLst>
            <pc:docMk/>
            <pc:sldMk cId="1878589810" sldId="296"/>
            <ac:inkMk id="110" creationId="{140D8B55-D613-3184-F47D-8DE4A6E5834E}"/>
          </ac:inkMkLst>
        </pc:inkChg>
        <pc:inkChg chg="add mod">
          <ac:chgData name="Bowen Cheek" userId="8fca192e-0677-4b46-9386-7af871cc0c0f" providerId="ADAL" clId="{A7C2DF13-9E9B-41A5-8CD9-30DC2F6668C6}" dt="2026-04-27T13:41:23.356" v="3415"/>
          <ac:inkMkLst>
            <pc:docMk/>
            <pc:sldMk cId="1878589810" sldId="296"/>
            <ac:inkMk id="110" creationId="{693C3B51-CB5E-D4B5-9294-3C15F82981F1}"/>
          </ac:inkMkLst>
        </pc:inkChg>
        <pc:inkChg chg="add">
          <ac:chgData name="Bowen Cheek" userId="8fca192e-0677-4b46-9386-7af871cc0c0f" providerId="ADAL" clId="{A7C2DF13-9E9B-41A5-8CD9-30DC2F6668C6}" dt="2026-04-27T16:49:54.713" v="3954" actId="9405"/>
          <ac:inkMkLst>
            <pc:docMk/>
            <pc:sldMk cId="1878589810" sldId="296"/>
            <ac:inkMk id="111" creationId="{28AB31EA-4A27-5A51-885B-BF04FCFB7F91}"/>
          </ac:inkMkLst>
        </pc:inkChg>
        <pc:inkChg chg="add">
          <ac:chgData name="Bowen Cheek" userId="8fca192e-0677-4b46-9386-7af871cc0c0f" providerId="ADAL" clId="{A7C2DF13-9E9B-41A5-8CD9-30DC2F6668C6}" dt="2026-04-27T13:41:20.294" v="3405" actId="9405"/>
          <ac:inkMkLst>
            <pc:docMk/>
            <pc:sldMk cId="1878589810" sldId="296"/>
            <ac:inkMk id="111" creationId="{E158777A-8486-EBBB-D020-305931159472}"/>
          </ac:inkMkLst>
        </pc:inkChg>
        <pc:inkChg chg="add">
          <ac:chgData name="Bowen Cheek" userId="8fca192e-0677-4b46-9386-7af871cc0c0f" providerId="ADAL" clId="{A7C2DF13-9E9B-41A5-8CD9-30DC2F6668C6}" dt="2026-04-27T16:49:55.029" v="3955" actId="9405"/>
          <ac:inkMkLst>
            <pc:docMk/>
            <pc:sldMk cId="1878589810" sldId="296"/>
            <ac:inkMk id="112" creationId="{7E27B0C0-DC61-0482-4FF3-1BC998B21F0D}"/>
          </ac:inkMkLst>
        </pc:inkChg>
        <pc:inkChg chg="add mod">
          <ac:chgData name="Bowen Cheek" userId="8fca192e-0677-4b46-9386-7af871cc0c0f" providerId="ADAL" clId="{A7C2DF13-9E9B-41A5-8CD9-30DC2F6668C6}" dt="2026-04-27T13:41:23.356" v="3415"/>
          <ac:inkMkLst>
            <pc:docMk/>
            <pc:sldMk cId="1878589810" sldId="296"/>
            <ac:inkMk id="112" creationId="{9239673F-83A8-3AA1-148C-C83850AE0A7D}"/>
          </ac:inkMkLst>
        </pc:inkChg>
        <pc:inkChg chg="add mod">
          <ac:chgData name="Bowen Cheek" userId="8fca192e-0677-4b46-9386-7af871cc0c0f" providerId="ADAL" clId="{A7C2DF13-9E9B-41A5-8CD9-30DC2F6668C6}" dt="2026-04-27T13:41:23.356" v="3415"/>
          <ac:inkMkLst>
            <pc:docMk/>
            <pc:sldMk cId="1878589810" sldId="296"/>
            <ac:inkMk id="113" creationId="{88F14DBF-A10D-0522-672A-3DB8623C1E97}"/>
          </ac:inkMkLst>
        </pc:inkChg>
        <pc:inkChg chg="add">
          <ac:chgData name="Bowen Cheek" userId="8fca192e-0677-4b46-9386-7af871cc0c0f" providerId="ADAL" clId="{A7C2DF13-9E9B-41A5-8CD9-30DC2F6668C6}" dt="2026-04-27T16:49:56.119" v="3956" actId="9405"/>
          <ac:inkMkLst>
            <pc:docMk/>
            <pc:sldMk cId="1878589810" sldId="296"/>
            <ac:inkMk id="113" creationId="{A9EB203A-060C-3F6F-381D-D1F0DE2D8D59}"/>
          </ac:inkMkLst>
        </pc:inkChg>
        <pc:inkChg chg="add">
          <ac:chgData name="Bowen Cheek" userId="8fca192e-0677-4b46-9386-7af871cc0c0f" providerId="ADAL" clId="{A7C2DF13-9E9B-41A5-8CD9-30DC2F6668C6}" dt="2026-04-27T13:41:21.422" v="3408" actId="9405"/>
          <ac:inkMkLst>
            <pc:docMk/>
            <pc:sldMk cId="1878589810" sldId="296"/>
            <ac:inkMk id="114" creationId="{85585619-FFF3-432C-7B50-EBD2D121D50C}"/>
          </ac:inkMkLst>
        </pc:inkChg>
        <pc:inkChg chg="add mod">
          <ac:chgData name="Bowen Cheek" userId="8fca192e-0677-4b46-9386-7af871cc0c0f" providerId="ADAL" clId="{A7C2DF13-9E9B-41A5-8CD9-30DC2F6668C6}" dt="2026-04-27T16:50:00.997" v="3967"/>
          <ac:inkMkLst>
            <pc:docMk/>
            <pc:sldMk cId="1878589810" sldId="296"/>
            <ac:inkMk id="114" creationId="{B8664275-FD26-784D-A75A-A54B857D8501}"/>
          </ac:inkMkLst>
        </pc:inkChg>
        <pc:inkChg chg="add">
          <ac:chgData name="Bowen Cheek" userId="8fca192e-0677-4b46-9386-7af871cc0c0f" providerId="ADAL" clId="{A7C2DF13-9E9B-41A5-8CD9-30DC2F6668C6}" dt="2026-04-27T13:41:21.568" v="3409" actId="9405"/>
          <ac:inkMkLst>
            <pc:docMk/>
            <pc:sldMk cId="1878589810" sldId="296"/>
            <ac:inkMk id="115" creationId="{2C449D5B-9E80-4EA8-E4EA-6CC0C408AB6B}"/>
          </ac:inkMkLst>
        </pc:inkChg>
        <pc:inkChg chg="add">
          <ac:chgData name="Bowen Cheek" userId="8fca192e-0677-4b46-9386-7af871cc0c0f" providerId="ADAL" clId="{A7C2DF13-9E9B-41A5-8CD9-30DC2F6668C6}" dt="2026-04-27T16:49:57.101" v="3958" actId="9405"/>
          <ac:inkMkLst>
            <pc:docMk/>
            <pc:sldMk cId="1878589810" sldId="296"/>
            <ac:inkMk id="115" creationId="{EE1437C3-D309-13F6-56BB-65E2098EA54F}"/>
          </ac:inkMkLst>
        </pc:inkChg>
        <pc:inkChg chg="add mod">
          <ac:chgData name="Bowen Cheek" userId="8fca192e-0677-4b46-9386-7af871cc0c0f" providerId="ADAL" clId="{A7C2DF13-9E9B-41A5-8CD9-30DC2F6668C6}" dt="2026-04-27T16:50:00.997" v="3967"/>
          <ac:inkMkLst>
            <pc:docMk/>
            <pc:sldMk cId="1878589810" sldId="296"/>
            <ac:inkMk id="116" creationId="{576DA949-6425-78FD-0900-2A4222F84C31}"/>
          </ac:inkMkLst>
        </pc:inkChg>
        <pc:inkChg chg="add">
          <ac:chgData name="Bowen Cheek" userId="8fca192e-0677-4b46-9386-7af871cc0c0f" providerId="ADAL" clId="{A7C2DF13-9E9B-41A5-8CD9-30DC2F6668C6}" dt="2026-04-27T13:41:21.964" v="3410" actId="9405"/>
          <ac:inkMkLst>
            <pc:docMk/>
            <pc:sldMk cId="1878589810" sldId="296"/>
            <ac:inkMk id="116" creationId="{C5D380F9-B599-0822-1112-81271F0A1F82}"/>
          </ac:inkMkLst>
        </pc:inkChg>
        <pc:inkChg chg="add">
          <ac:chgData name="Bowen Cheek" userId="8fca192e-0677-4b46-9386-7af871cc0c0f" providerId="ADAL" clId="{A7C2DF13-9E9B-41A5-8CD9-30DC2F6668C6}" dt="2026-04-27T13:41:22.169" v="3411" actId="9405"/>
          <ac:inkMkLst>
            <pc:docMk/>
            <pc:sldMk cId="1878589810" sldId="296"/>
            <ac:inkMk id="117" creationId="{2520BC1B-A1BE-0C27-5545-1C6C65E1421A}"/>
          </ac:inkMkLst>
        </pc:inkChg>
        <pc:inkChg chg="add">
          <ac:chgData name="Bowen Cheek" userId="8fca192e-0677-4b46-9386-7af871cc0c0f" providerId="ADAL" clId="{A7C2DF13-9E9B-41A5-8CD9-30DC2F6668C6}" dt="2026-04-27T16:49:57.896" v="3960" actId="9405"/>
          <ac:inkMkLst>
            <pc:docMk/>
            <pc:sldMk cId="1878589810" sldId="296"/>
            <ac:inkMk id="117" creationId="{8FE873E0-8FEC-ED97-E13C-6CEF50201818}"/>
          </ac:inkMkLst>
        </pc:inkChg>
        <pc:inkChg chg="add">
          <ac:chgData name="Bowen Cheek" userId="8fca192e-0677-4b46-9386-7af871cc0c0f" providerId="ADAL" clId="{A7C2DF13-9E9B-41A5-8CD9-30DC2F6668C6}" dt="2026-04-27T16:49:58.353" v="3961" actId="9405"/>
          <ac:inkMkLst>
            <pc:docMk/>
            <pc:sldMk cId="1878589810" sldId="296"/>
            <ac:inkMk id="118" creationId="{64B7F554-4B89-2C55-E1BC-27F9A4929837}"/>
          </ac:inkMkLst>
        </pc:inkChg>
        <pc:inkChg chg="add mod">
          <ac:chgData name="Bowen Cheek" userId="8fca192e-0677-4b46-9386-7af871cc0c0f" providerId="ADAL" clId="{A7C2DF13-9E9B-41A5-8CD9-30DC2F6668C6}" dt="2026-04-27T13:41:23.356" v="3415"/>
          <ac:inkMkLst>
            <pc:docMk/>
            <pc:sldMk cId="1878589810" sldId="296"/>
            <ac:inkMk id="118" creationId="{7880CF16-AAEB-0B67-049D-403F47CCBBEF}"/>
          </ac:inkMkLst>
        </pc:inkChg>
        <pc:inkChg chg="add mod">
          <ac:chgData name="Bowen Cheek" userId="8fca192e-0677-4b46-9386-7af871cc0c0f" providerId="ADAL" clId="{A7C2DF13-9E9B-41A5-8CD9-30DC2F6668C6}" dt="2026-04-27T13:41:23.356" v="3415"/>
          <ac:inkMkLst>
            <pc:docMk/>
            <pc:sldMk cId="1878589810" sldId="296"/>
            <ac:inkMk id="119" creationId="{4AC5BDEB-93AE-EFD3-B479-65763F052591}"/>
          </ac:inkMkLst>
        </pc:inkChg>
        <pc:inkChg chg="add">
          <ac:chgData name="Bowen Cheek" userId="8fca192e-0677-4b46-9386-7af871cc0c0f" providerId="ADAL" clId="{A7C2DF13-9E9B-41A5-8CD9-30DC2F6668C6}" dt="2026-04-27T16:49:59.037" v="3962" actId="9405"/>
          <ac:inkMkLst>
            <pc:docMk/>
            <pc:sldMk cId="1878589810" sldId="296"/>
            <ac:inkMk id="119" creationId="{86856165-432F-9885-D24B-80EE7CA7C41F}"/>
          </ac:inkMkLst>
        </pc:inkChg>
        <pc:inkChg chg="add">
          <ac:chgData name="Bowen Cheek" userId="8fca192e-0677-4b46-9386-7af871cc0c0f" providerId="ADAL" clId="{A7C2DF13-9E9B-41A5-8CD9-30DC2F6668C6}" dt="2026-04-27T16:49:59.211" v="3963" actId="9405"/>
          <ac:inkMkLst>
            <pc:docMk/>
            <pc:sldMk cId="1878589810" sldId="296"/>
            <ac:inkMk id="120" creationId="{F81A85C0-F3D0-BB7B-E8E6-258D0E51D437}"/>
          </ac:inkMkLst>
        </pc:inkChg>
        <pc:inkChg chg="add">
          <ac:chgData name="Bowen Cheek" userId="8fca192e-0677-4b46-9386-7af871cc0c0f" providerId="ADAL" clId="{A7C2DF13-9E9B-41A5-8CD9-30DC2F6668C6}" dt="2026-04-27T13:41:22.838" v="3414" actId="9405"/>
          <ac:inkMkLst>
            <pc:docMk/>
            <pc:sldMk cId="1878589810" sldId="296"/>
            <ac:inkMk id="120" creationId="{FCB3B2E4-1860-701C-67DB-4B46E94AE01A}"/>
          </ac:inkMkLst>
        </pc:inkChg>
        <pc:inkChg chg="add">
          <ac:chgData name="Bowen Cheek" userId="8fca192e-0677-4b46-9386-7af871cc0c0f" providerId="ADAL" clId="{A7C2DF13-9E9B-41A5-8CD9-30DC2F6668C6}" dt="2026-04-27T16:49:59.609" v="3964" actId="9405"/>
          <ac:inkMkLst>
            <pc:docMk/>
            <pc:sldMk cId="1878589810" sldId="296"/>
            <ac:inkMk id="121" creationId="{3977BD24-E694-436B-3666-4A57EB940A64}"/>
          </ac:inkMkLst>
        </pc:inkChg>
        <pc:inkChg chg="add">
          <ac:chgData name="Bowen Cheek" userId="8fca192e-0677-4b46-9386-7af871cc0c0f" providerId="ADAL" clId="{A7C2DF13-9E9B-41A5-8CD9-30DC2F6668C6}" dt="2026-04-27T13:41:40.442" v="3416" actId="9405"/>
          <ac:inkMkLst>
            <pc:docMk/>
            <pc:sldMk cId="1878589810" sldId="296"/>
            <ac:inkMk id="122" creationId="{59C51DD2-41E8-4C2C-348F-D442C4E80718}"/>
          </ac:inkMkLst>
        </pc:inkChg>
        <pc:inkChg chg="add">
          <ac:chgData name="Bowen Cheek" userId="8fca192e-0677-4b46-9386-7af871cc0c0f" providerId="ADAL" clId="{A7C2DF13-9E9B-41A5-8CD9-30DC2F6668C6}" dt="2026-04-27T16:50:00.053" v="3965" actId="9405"/>
          <ac:inkMkLst>
            <pc:docMk/>
            <pc:sldMk cId="1878589810" sldId="296"/>
            <ac:inkMk id="122" creationId="{8FDD025F-9FA4-7225-D7FF-B5ECF3676F57}"/>
          </ac:inkMkLst>
        </pc:inkChg>
        <pc:inkChg chg="add">
          <ac:chgData name="Bowen Cheek" userId="8fca192e-0677-4b46-9386-7af871cc0c0f" providerId="ADAL" clId="{A7C2DF13-9E9B-41A5-8CD9-30DC2F6668C6}" dt="2026-04-27T13:43:58.397" v="3417" actId="9405"/>
          <ac:inkMkLst>
            <pc:docMk/>
            <pc:sldMk cId="1878589810" sldId="296"/>
            <ac:inkMk id="123" creationId="{B7D45ABE-2E4D-B0EA-68A2-2FE69FF215EF}"/>
          </ac:inkMkLst>
        </pc:inkChg>
        <pc:inkChg chg="add">
          <ac:chgData name="Bowen Cheek" userId="8fca192e-0677-4b46-9386-7af871cc0c0f" providerId="ADAL" clId="{A7C2DF13-9E9B-41A5-8CD9-30DC2F6668C6}" dt="2026-04-27T16:50:00.357" v="3966" actId="9405"/>
          <ac:inkMkLst>
            <pc:docMk/>
            <pc:sldMk cId="1878589810" sldId="296"/>
            <ac:inkMk id="123" creationId="{F291677F-DE47-71EB-1F3E-A4F02E36139F}"/>
          </ac:inkMkLst>
        </pc:inkChg>
        <pc:inkChg chg="add mod">
          <ac:chgData name="Bowen Cheek" userId="8fca192e-0677-4b46-9386-7af871cc0c0f" providerId="ADAL" clId="{A7C2DF13-9E9B-41A5-8CD9-30DC2F6668C6}" dt="2026-04-27T13:44:03.212" v="3424"/>
          <ac:inkMkLst>
            <pc:docMk/>
            <pc:sldMk cId="1878589810" sldId="296"/>
            <ac:inkMk id="124" creationId="{08A70359-A294-C961-FA93-D210403410B2}"/>
          </ac:inkMkLst>
        </pc:inkChg>
        <pc:inkChg chg="add mod">
          <ac:chgData name="Bowen Cheek" userId="8fca192e-0677-4b46-9386-7af871cc0c0f" providerId="ADAL" clId="{A7C2DF13-9E9B-41A5-8CD9-30DC2F6668C6}" dt="2026-04-27T13:44:03.212" v="3424"/>
          <ac:inkMkLst>
            <pc:docMk/>
            <pc:sldMk cId="1878589810" sldId="296"/>
            <ac:inkMk id="125" creationId="{24961889-C0B9-8374-D7BB-D9D9D80063C8}"/>
          </ac:inkMkLst>
        </pc:inkChg>
        <pc:inkChg chg="add mod">
          <ac:chgData name="Bowen Cheek" userId="8fca192e-0677-4b46-9386-7af871cc0c0f" providerId="ADAL" clId="{A7C2DF13-9E9B-41A5-8CD9-30DC2F6668C6}" dt="2026-04-27T13:44:03.212" v="3424"/>
          <ac:inkMkLst>
            <pc:docMk/>
            <pc:sldMk cId="1878589810" sldId="296"/>
            <ac:inkMk id="126" creationId="{866722A4-72F6-CEC1-06FD-05BD5C23BDAE}"/>
          </ac:inkMkLst>
        </pc:inkChg>
        <pc:inkChg chg="add mod">
          <ac:chgData name="Bowen Cheek" userId="8fca192e-0677-4b46-9386-7af871cc0c0f" providerId="ADAL" clId="{A7C2DF13-9E9B-41A5-8CD9-30DC2F6668C6}" dt="2026-04-27T16:50:38.068" v="3974"/>
          <ac:inkMkLst>
            <pc:docMk/>
            <pc:sldMk cId="1878589810" sldId="296"/>
            <ac:inkMk id="126" creationId="{906A51A9-D031-967A-110E-D856B56612D6}"/>
          </ac:inkMkLst>
        </pc:inkChg>
        <pc:inkChg chg="add mod">
          <ac:chgData name="Bowen Cheek" userId="8fca192e-0677-4b46-9386-7af871cc0c0f" providerId="ADAL" clId="{A7C2DF13-9E9B-41A5-8CD9-30DC2F6668C6}" dt="2026-04-27T13:44:03.212" v="3424"/>
          <ac:inkMkLst>
            <pc:docMk/>
            <pc:sldMk cId="1878589810" sldId="296"/>
            <ac:inkMk id="127" creationId="{4FD22511-C74E-8CDC-A8D0-F90D9B276DA6}"/>
          </ac:inkMkLst>
        </pc:inkChg>
        <pc:inkChg chg="add mod">
          <ac:chgData name="Bowen Cheek" userId="8fca192e-0677-4b46-9386-7af871cc0c0f" providerId="ADAL" clId="{A7C2DF13-9E9B-41A5-8CD9-30DC2F6668C6}" dt="2026-04-27T16:50:38.068" v="3974"/>
          <ac:inkMkLst>
            <pc:docMk/>
            <pc:sldMk cId="1878589810" sldId="296"/>
            <ac:inkMk id="127" creationId="{C930A598-D304-F06D-6151-1BA446A17D02}"/>
          </ac:inkMkLst>
        </pc:inkChg>
        <pc:inkChg chg="add mod">
          <ac:chgData name="Bowen Cheek" userId="8fca192e-0677-4b46-9386-7af871cc0c0f" providerId="ADAL" clId="{A7C2DF13-9E9B-41A5-8CD9-30DC2F6668C6}" dt="2026-04-27T13:44:03.212" v="3424"/>
          <ac:inkMkLst>
            <pc:docMk/>
            <pc:sldMk cId="1878589810" sldId="296"/>
            <ac:inkMk id="128" creationId="{35D94CF0-02E8-021F-E396-B2F35CD246FE}"/>
          </ac:inkMkLst>
        </pc:inkChg>
        <pc:inkChg chg="add mod">
          <ac:chgData name="Bowen Cheek" userId="8fca192e-0677-4b46-9386-7af871cc0c0f" providerId="ADAL" clId="{A7C2DF13-9E9B-41A5-8CD9-30DC2F6668C6}" dt="2026-04-27T16:50:38.068" v="3974"/>
          <ac:inkMkLst>
            <pc:docMk/>
            <pc:sldMk cId="1878589810" sldId="296"/>
            <ac:inkMk id="128" creationId="{EF808677-2BC2-277C-212C-3D1E1D29132F}"/>
          </ac:inkMkLst>
        </pc:inkChg>
        <pc:inkChg chg="add mod">
          <ac:chgData name="Bowen Cheek" userId="8fca192e-0677-4b46-9386-7af871cc0c0f" providerId="ADAL" clId="{A7C2DF13-9E9B-41A5-8CD9-30DC2F6668C6}" dt="2026-04-27T16:50:38.068" v="3974"/>
          <ac:inkMkLst>
            <pc:docMk/>
            <pc:sldMk cId="1878589810" sldId="296"/>
            <ac:inkMk id="129" creationId="{3145FF4D-C03A-7603-118A-3A21B6C9935C}"/>
          </ac:inkMkLst>
        </pc:inkChg>
        <pc:inkChg chg="add mod">
          <ac:chgData name="Bowen Cheek" userId="8fca192e-0677-4b46-9386-7af871cc0c0f" providerId="ADAL" clId="{A7C2DF13-9E9B-41A5-8CD9-30DC2F6668C6}" dt="2026-04-27T13:44:03.212" v="3424"/>
          <ac:inkMkLst>
            <pc:docMk/>
            <pc:sldMk cId="1878589810" sldId="296"/>
            <ac:inkMk id="129" creationId="{8FB17355-88F6-238D-E32C-54A8FAA96F11}"/>
          </ac:inkMkLst>
        </pc:inkChg>
        <pc:inkChg chg="add mod">
          <ac:chgData name="Bowen Cheek" userId="8fca192e-0677-4b46-9386-7af871cc0c0f" providerId="ADAL" clId="{A7C2DF13-9E9B-41A5-8CD9-30DC2F6668C6}" dt="2026-04-27T16:50:38.068" v="3974"/>
          <ac:inkMkLst>
            <pc:docMk/>
            <pc:sldMk cId="1878589810" sldId="296"/>
            <ac:inkMk id="130" creationId="{6C1FF989-B8ED-5DC5-C3F7-9E1F501BBB62}"/>
          </ac:inkMkLst>
        </pc:inkChg>
        <pc:inkChg chg="add mod">
          <ac:chgData name="Bowen Cheek" userId="8fca192e-0677-4b46-9386-7af871cc0c0f" providerId="ADAL" clId="{A7C2DF13-9E9B-41A5-8CD9-30DC2F6668C6}" dt="2026-04-27T16:50:38.068" v="3974"/>
          <ac:inkMkLst>
            <pc:docMk/>
            <pc:sldMk cId="1878589810" sldId="296"/>
            <ac:inkMk id="131" creationId="{12B17ED2-FF39-0744-9468-EB5CF035BD34}"/>
          </ac:inkMkLst>
        </pc:inkChg>
        <pc:inkChg chg="add mod">
          <ac:chgData name="Bowen Cheek" userId="8fca192e-0677-4b46-9386-7af871cc0c0f" providerId="ADAL" clId="{A7C2DF13-9E9B-41A5-8CD9-30DC2F6668C6}" dt="2026-04-27T13:44:04.838" v="3427"/>
          <ac:inkMkLst>
            <pc:docMk/>
            <pc:sldMk cId="1878589810" sldId="296"/>
            <ac:inkMk id="131" creationId="{ACA7B1A3-275B-3396-C0C3-B65BD90BDF8B}"/>
          </ac:inkMkLst>
        </pc:inkChg>
        <pc:inkChg chg="add mod">
          <ac:chgData name="Bowen Cheek" userId="8fca192e-0677-4b46-9386-7af871cc0c0f" providerId="ADAL" clId="{A7C2DF13-9E9B-41A5-8CD9-30DC2F6668C6}" dt="2026-04-27T13:44:04.838" v="3427"/>
          <ac:inkMkLst>
            <pc:docMk/>
            <pc:sldMk cId="1878589810" sldId="296"/>
            <ac:inkMk id="132" creationId="{1EEACFE1-73A4-403B-7F93-5AE9453A2FAB}"/>
          </ac:inkMkLst>
        </pc:inkChg>
        <pc:inkChg chg="add mod">
          <ac:chgData name="Bowen Cheek" userId="8fca192e-0677-4b46-9386-7af871cc0c0f" providerId="ADAL" clId="{A7C2DF13-9E9B-41A5-8CD9-30DC2F6668C6}" dt="2026-04-27T16:50:39.962" v="3977"/>
          <ac:inkMkLst>
            <pc:docMk/>
            <pc:sldMk cId="1878589810" sldId="296"/>
            <ac:inkMk id="133" creationId="{6DBBF275-AD31-4523-408B-AC6D5A7B5D04}"/>
          </ac:inkMkLst>
        </pc:inkChg>
        <pc:inkChg chg="add">
          <ac:chgData name="Bowen Cheek" userId="8fca192e-0677-4b46-9386-7af871cc0c0f" providerId="ADAL" clId="{A7C2DF13-9E9B-41A5-8CD9-30DC2F6668C6}" dt="2026-04-27T13:45:51.801" v="3428" actId="9405"/>
          <ac:inkMkLst>
            <pc:docMk/>
            <pc:sldMk cId="1878589810" sldId="296"/>
            <ac:inkMk id="134" creationId="{946E0AD4-47C5-9E27-8493-5B9435B4EEFD}"/>
          </ac:inkMkLst>
        </pc:inkChg>
        <pc:inkChg chg="add mod">
          <ac:chgData name="Bowen Cheek" userId="8fca192e-0677-4b46-9386-7af871cc0c0f" providerId="ADAL" clId="{A7C2DF13-9E9B-41A5-8CD9-30DC2F6668C6}" dt="2026-04-27T16:50:39.962" v="3977"/>
          <ac:inkMkLst>
            <pc:docMk/>
            <pc:sldMk cId="1878589810" sldId="296"/>
            <ac:inkMk id="134" creationId="{F35840A0-4438-7D41-2F01-AA6511F24D28}"/>
          </ac:inkMkLst>
        </pc:inkChg>
        <pc:inkChg chg="add">
          <ac:chgData name="Bowen Cheek" userId="8fca192e-0677-4b46-9386-7af871cc0c0f" providerId="ADAL" clId="{A7C2DF13-9E9B-41A5-8CD9-30DC2F6668C6}" dt="2026-04-27T13:45:55.330" v="3429" actId="9405"/>
          <ac:inkMkLst>
            <pc:docMk/>
            <pc:sldMk cId="1878589810" sldId="296"/>
            <ac:inkMk id="135" creationId="{1C7E483F-9C33-1BD4-6103-62FD5CBBA36A}"/>
          </ac:inkMkLst>
        </pc:inkChg>
      </pc:sldChg>
      <pc:sldChg chg="addSp delSp modSp mod">
        <pc:chgData name="Bowen Cheek" userId="8fca192e-0677-4b46-9386-7af871cc0c0f" providerId="ADAL" clId="{A7C2DF13-9E9B-41A5-8CD9-30DC2F6668C6}" dt="2026-04-27T17:00:11.669" v="4067"/>
        <pc:sldMkLst>
          <pc:docMk/>
          <pc:sldMk cId="2240253944" sldId="298"/>
        </pc:sldMkLst>
        <pc:grpChg chg="mod">
          <ac:chgData name="Bowen Cheek" userId="8fca192e-0677-4b46-9386-7af871cc0c0f" providerId="ADAL" clId="{A7C2DF13-9E9B-41A5-8CD9-30DC2F6668C6}" dt="2026-04-27T16:54:56.812" v="3980"/>
          <ac:grpSpMkLst>
            <pc:docMk/>
            <pc:sldMk cId="2240253944" sldId="298"/>
            <ac:grpSpMk id="8" creationId="{1D960C7F-B453-E329-3DC1-52D8A931E90E}"/>
          </ac:grpSpMkLst>
        </pc:grpChg>
        <pc:grpChg chg="del mod">
          <ac:chgData name="Bowen Cheek" userId="8fca192e-0677-4b46-9386-7af871cc0c0f" providerId="ADAL" clId="{A7C2DF13-9E9B-41A5-8CD9-30DC2F6668C6}" dt="2026-04-27T13:47:43.765" v="3439"/>
          <ac:grpSpMkLst>
            <pc:docMk/>
            <pc:sldMk cId="2240253944" sldId="298"/>
            <ac:grpSpMk id="12" creationId="{844AD16E-A7BC-CA37-0B23-BE805F69E581}"/>
          </ac:grpSpMkLst>
        </pc:grpChg>
        <pc:grpChg chg="del mod">
          <ac:chgData name="Bowen Cheek" userId="8fca192e-0677-4b46-9386-7af871cc0c0f" providerId="ADAL" clId="{A7C2DF13-9E9B-41A5-8CD9-30DC2F6668C6}" dt="2026-04-27T13:48:13.879" v="3460"/>
          <ac:grpSpMkLst>
            <pc:docMk/>
            <pc:sldMk cId="2240253944" sldId="298"/>
            <ac:grpSpMk id="15" creationId="{D8F9299E-C41A-1B5F-9EDF-37F000ED544F}"/>
          </ac:grpSpMkLst>
        </pc:grpChg>
        <pc:grpChg chg="mod">
          <ac:chgData name="Bowen Cheek" userId="8fca192e-0677-4b46-9386-7af871cc0c0f" providerId="ADAL" clId="{A7C2DF13-9E9B-41A5-8CD9-30DC2F6668C6}" dt="2026-04-27T16:55:47.402" v="3995"/>
          <ac:grpSpMkLst>
            <pc:docMk/>
            <pc:sldMk cId="2240253944" sldId="298"/>
            <ac:grpSpMk id="23" creationId="{0183128B-3310-7ADB-EDA6-77641202FBCE}"/>
          </ac:grpSpMkLst>
        </pc:grpChg>
        <pc:grpChg chg="del mod">
          <ac:chgData name="Bowen Cheek" userId="8fca192e-0677-4b46-9386-7af871cc0c0f" providerId="ADAL" clId="{A7C2DF13-9E9B-41A5-8CD9-30DC2F6668C6}" dt="2026-04-27T13:48:13.879" v="3460"/>
          <ac:grpSpMkLst>
            <pc:docMk/>
            <pc:sldMk cId="2240253944" sldId="298"/>
            <ac:grpSpMk id="23" creationId="{F6096F3C-C7F9-BAF2-1B8A-3DE16D186BF8}"/>
          </ac:grpSpMkLst>
        </pc:grpChg>
        <pc:grpChg chg="del mod">
          <ac:chgData name="Bowen Cheek" userId="8fca192e-0677-4b46-9386-7af871cc0c0f" providerId="ADAL" clId="{A7C2DF13-9E9B-41A5-8CD9-30DC2F6668C6}" dt="2026-04-27T13:47:55.673" v="3454"/>
          <ac:grpSpMkLst>
            <pc:docMk/>
            <pc:sldMk cId="2240253944" sldId="298"/>
            <ac:grpSpMk id="30" creationId="{0C6DEA38-43A1-595C-A5DB-FE578729AE66}"/>
          </ac:grpSpMkLst>
        </pc:grpChg>
        <pc:grpChg chg="del mod">
          <ac:chgData name="Bowen Cheek" userId="8fca192e-0677-4b46-9386-7af871cc0c0f" providerId="ADAL" clId="{A7C2DF13-9E9B-41A5-8CD9-30DC2F6668C6}" dt="2026-04-27T13:48:13.879" v="3460"/>
          <ac:grpSpMkLst>
            <pc:docMk/>
            <pc:sldMk cId="2240253944" sldId="298"/>
            <ac:grpSpMk id="31" creationId="{501F8924-B4ED-58AD-7213-552417013F01}"/>
          </ac:grpSpMkLst>
        </pc:grpChg>
        <pc:grpChg chg="mod">
          <ac:chgData name="Bowen Cheek" userId="8fca192e-0677-4b46-9386-7af871cc0c0f" providerId="ADAL" clId="{A7C2DF13-9E9B-41A5-8CD9-30DC2F6668C6}" dt="2026-04-27T16:55:52.874" v="4003"/>
          <ac:grpSpMkLst>
            <pc:docMk/>
            <pc:sldMk cId="2240253944" sldId="298"/>
            <ac:grpSpMk id="31" creationId="{56F00BDE-0FFB-B683-F818-0A9533AFF8E3}"/>
          </ac:grpSpMkLst>
        </pc:grpChg>
        <pc:grpChg chg="mod">
          <ac:chgData name="Bowen Cheek" userId="8fca192e-0677-4b46-9386-7af871cc0c0f" providerId="ADAL" clId="{A7C2DF13-9E9B-41A5-8CD9-30DC2F6668C6}" dt="2026-04-27T16:55:52.874" v="4003"/>
          <ac:grpSpMkLst>
            <pc:docMk/>
            <pc:sldMk cId="2240253944" sldId="298"/>
            <ac:grpSpMk id="32" creationId="{54680179-9B3C-DC1A-6702-2315D57D7246}"/>
          </ac:grpSpMkLst>
        </pc:grpChg>
        <pc:grpChg chg="del mod">
          <ac:chgData name="Bowen Cheek" userId="8fca192e-0677-4b46-9386-7af871cc0c0f" providerId="ADAL" clId="{A7C2DF13-9E9B-41A5-8CD9-30DC2F6668C6}" dt="2026-04-27T13:48:13.879" v="3460"/>
          <ac:grpSpMkLst>
            <pc:docMk/>
            <pc:sldMk cId="2240253944" sldId="298"/>
            <ac:grpSpMk id="37" creationId="{E311997D-158F-C4F8-3E17-2815F8210B84}"/>
          </ac:grpSpMkLst>
        </pc:grpChg>
        <pc:grpChg chg="mod">
          <ac:chgData name="Bowen Cheek" userId="8fca192e-0677-4b46-9386-7af871cc0c0f" providerId="ADAL" clId="{A7C2DF13-9E9B-41A5-8CD9-30DC2F6668C6}" dt="2026-04-27T13:48:13.879" v="3460"/>
          <ac:grpSpMkLst>
            <pc:docMk/>
            <pc:sldMk cId="2240253944" sldId="298"/>
            <ac:grpSpMk id="38" creationId="{BFC2434C-4DEF-200F-782F-5FB72F07B7E6}"/>
          </ac:grpSpMkLst>
        </pc:grpChg>
        <pc:grpChg chg="del mod">
          <ac:chgData name="Bowen Cheek" userId="8fca192e-0677-4b46-9386-7af871cc0c0f" providerId="ADAL" clId="{A7C2DF13-9E9B-41A5-8CD9-30DC2F6668C6}" dt="2026-04-27T13:48:25.706" v="3469"/>
          <ac:grpSpMkLst>
            <pc:docMk/>
            <pc:sldMk cId="2240253944" sldId="298"/>
            <ac:grpSpMk id="42" creationId="{C1AAFCAC-4690-06E4-9390-DAB191A271BF}"/>
          </ac:grpSpMkLst>
        </pc:grpChg>
        <pc:grpChg chg="mod">
          <ac:chgData name="Bowen Cheek" userId="8fca192e-0677-4b46-9386-7af871cc0c0f" providerId="ADAL" clId="{A7C2DF13-9E9B-41A5-8CD9-30DC2F6668C6}" dt="2026-04-27T16:56:00.269" v="4017"/>
          <ac:grpSpMkLst>
            <pc:docMk/>
            <pc:sldMk cId="2240253944" sldId="298"/>
            <ac:grpSpMk id="46" creationId="{C8B39016-1C7A-3474-3A73-6C7646A965DE}"/>
          </ac:grpSpMkLst>
        </pc:grpChg>
        <pc:grpChg chg="mod">
          <ac:chgData name="Bowen Cheek" userId="8fca192e-0677-4b46-9386-7af871cc0c0f" providerId="ADAL" clId="{A7C2DF13-9E9B-41A5-8CD9-30DC2F6668C6}" dt="2026-04-27T16:56:00.269" v="4017"/>
          <ac:grpSpMkLst>
            <pc:docMk/>
            <pc:sldMk cId="2240253944" sldId="298"/>
            <ac:grpSpMk id="47" creationId="{208114FE-6575-C0C2-C8B9-CCD11360CC8D}"/>
          </ac:grpSpMkLst>
        </pc:grpChg>
        <pc:grpChg chg="mod">
          <ac:chgData name="Bowen Cheek" userId="8fca192e-0677-4b46-9386-7af871cc0c0f" providerId="ADAL" clId="{A7C2DF13-9E9B-41A5-8CD9-30DC2F6668C6}" dt="2026-04-27T13:48:25.706" v="3469"/>
          <ac:grpSpMkLst>
            <pc:docMk/>
            <pc:sldMk cId="2240253944" sldId="298"/>
            <ac:grpSpMk id="47" creationId="{2D1B9FFA-B13D-8F3F-1392-87381670D028}"/>
          </ac:grpSpMkLst>
        </pc:grpChg>
        <pc:grpChg chg="mod">
          <ac:chgData name="Bowen Cheek" userId="8fca192e-0677-4b46-9386-7af871cc0c0f" providerId="ADAL" clId="{A7C2DF13-9E9B-41A5-8CD9-30DC2F6668C6}" dt="2026-04-27T16:56:11.467" v="4024"/>
          <ac:grpSpMkLst>
            <pc:docMk/>
            <pc:sldMk cId="2240253944" sldId="298"/>
            <ac:grpSpMk id="54" creationId="{89AF2EA1-0FE4-D962-B198-793AF9EF9A4D}"/>
          </ac:grpSpMkLst>
        </pc:grpChg>
        <pc:grpChg chg="mod">
          <ac:chgData name="Bowen Cheek" userId="8fca192e-0677-4b46-9386-7af871cc0c0f" providerId="ADAL" clId="{A7C2DF13-9E9B-41A5-8CD9-30DC2F6668C6}" dt="2026-04-27T13:48:30.015" v="3479"/>
          <ac:grpSpMkLst>
            <pc:docMk/>
            <pc:sldMk cId="2240253944" sldId="298"/>
            <ac:grpSpMk id="57" creationId="{B852989C-7D94-0B62-3E44-4204D3AFCBE7}"/>
          </ac:grpSpMkLst>
        </pc:grpChg>
        <pc:grpChg chg="mod">
          <ac:chgData name="Bowen Cheek" userId="8fca192e-0677-4b46-9386-7af871cc0c0f" providerId="ADAL" clId="{A7C2DF13-9E9B-41A5-8CD9-30DC2F6668C6}" dt="2026-04-27T16:56:17.926" v="4030"/>
          <ac:grpSpMkLst>
            <pc:docMk/>
            <pc:sldMk cId="2240253944" sldId="298"/>
            <ac:grpSpMk id="60" creationId="{7666DC41-788E-77FF-9CAA-2FFCC335F63A}"/>
          </ac:grpSpMkLst>
        </pc:grpChg>
        <pc:grpChg chg="mod">
          <ac:chgData name="Bowen Cheek" userId="8fca192e-0677-4b46-9386-7af871cc0c0f" providerId="ADAL" clId="{A7C2DF13-9E9B-41A5-8CD9-30DC2F6668C6}" dt="2026-04-27T16:56:17.926" v="4030"/>
          <ac:grpSpMkLst>
            <pc:docMk/>
            <pc:sldMk cId="2240253944" sldId="298"/>
            <ac:grpSpMk id="61" creationId="{4177A5A8-3274-0401-19BB-9D342922FF8E}"/>
          </ac:grpSpMkLst>
        </pc:grpChg>
        <pc:grpChg chg="del mod">
          <ac:chgData name="Bowen Cheek" userId="8fca192e-0677-4b46-9386-7af871cc0c0f" providerId="ADAL" clId="{A7C2DF13-9E9B-41A5-8CD9-30DC2F6668C6}" dt="2026-04-27T13:50:58.723" v="3488"/>
          <ac:grpSpMkLst>
            <pc:docMk/>
            <pc:sldMk cId="2240253944" sldId="298"/>
            <ac:grpSpMk id="61" creationId="{60BC3E45-C501-0D6C-706F-A6A4E5803833}"/>
          </ac:grpSpMkLst>
        </pc:grpChg>
        <pc:grpChg chg="mod">
          <ac:chgData name="Bowen Cheek" userId="8fca192e-0677-4b46-9386-7af871cc0c0f" providerId="ADAL" clId="{A7C2DF13-9E9B-41A5-8CD9-30DC2F6668C6}" dt="2026-04-27T13:50:58.723" v="3488"/>
          <ac:grpSpMkLst>
            <pc:docMk/>
            <pc:sldMk cId="2240253944" sldId="298"/>
            <ac:grpSpMk id="66" creationId="{3ACB83BA-370A-A2F6-AB1F-92CF4BC5FAB3}"/>
          </ac:grpSpMkLst>
        </pc:grpChg>
        <pc:grpChg chg="mod">
          <ac:chgData name="Bowen Cheek" userId="8fca192e-0677-4b46-9386-7af871cc0c0f" providerId="ADAL" clId="{A7C2DF13-9E9B-41A5-8CD9-30DC2F6668C6}" dt="2026-04-27T13:51:24.607" v="3492"/>
          <ac:grpSpMkLst>
            <pc:docMk/>
            <pc:sldMk cId="2240253944" sldId="298"/>
            <ac:grpSpMk id="70" creationId="{C9D192EC-EE65-E375-A685-C95FA81DDF03}"/>
          </ac:grpSpMkLst>
        </pc:grpChg>
        <pc:grpChg chg="mod">
          <ac:chgData name="Bowen Cheek" userId="8fca192e-0677-4b46-9386-7af871cc0c0f" providerId="ADAL" clId="{A7C2DF13-9E9B-41A5-8CD9-30DC2F6668C6}" dt="2026-04-27T16:59:29.604" v="4045"/>
          <ac:grpSpMkLst>
            <pc:docMk/>
            <pc:sldMk cId="2240253944" sldId="298"/>
            <ac:grpSpMk id="76" creationId="{53341A1B-3F98-F9C6-8FCE-8FB00A93FE34}"/>
          </ac:grpSpMkLst>
        </pc:grpChg>
        <pc:grpChg chg="mod">
          <ac:chgData name="Bowen Cheek" userId="8fca192e-0677-4b46-9386-7af871cc0c0f" providerId="ADAL" clId="{A7C2DF13-9E9B-41A5-8CD9-30DC2F6668C6}" dt="2026-04-27T16:59:38.912" v="4063"/>
          <ac:grpSpMkLst>
            <pc:docMk/>
            <pc:sldMk cId="2240253944" sldId="298"/>
            <ac:grpSpMk id="94" creationId="{1B4A2A2E-6FA2-4783-08F1-692B8BD292B9}"/>
          </ac:grpSpMkLst>
        </pc:grpChg>
        <pc:grpChg chg="mod">
          <ac:chgData name="Bowen Cheek" userId="8fca192e-0677-4b46-9386-7af871cc0c0f" providerId="ADAL" clId="{A7C2DF13-9E9B-41A5-8CD9-30DC2F6668C6}" dt="2026-04-27T17:00:11.669" v="4067"/>
          <ac:grpSpMkLst>
            <pc:docMk/>
            <pc:sldMk cId="2240253944" sldId="298"/>
            <ac:grpSpMk id="98" creationId="{A6F052EB-ADD2-D8CC-091A-75DA533328D3}"/>
          </ac:grpSpMkLst>
        </pc:grpChg>
        <pc:inkChg chg="add">
          <ac:chgData name="Bowen Cheek" userId="8fca192e-0677-4b46-9386-7af871cc0c0f" providerId="ADAL" clId="{A7C2DF13-9E9B-41A5-8CD9-30DC2F6668C6}" dt="2026-04-27T13:47:12.600" v="3430" actId="9405"/>
          <ac:inkMkLst>
            <pc:docMk/>
            <pc:sldMk cId="2240253944" sldId="298"/>
            <ac:inkMk id="6" creationId="{176A57CC-3CB8-F5A0-F3B3-379101BFD0E9}"/>
          </ac:inkMkLst>
        </pc:inkChg>
        <pc:inkChg chg="add mod">
          <ac:chgData name="Bowen Cheek" userId="8fca192e-0677-4b46-9386-7af871cc0c0f" providerId="ADAL" clId="{A7C2DF13-9E9B-41A5-8CD9-30DC2F6668C6}" dt="2026-04-27T16:54:56.812" v="3980"/>
          <ac:inkMkLst>
            <pc:docMk/>
            <pc:sldMk cId="2240253944" sldId="298"/>
            <ac:inkMk id="6" creationId="{4731098C-0591-DAA2-8514-059E68E74FC4}"/>
          </ac:inkMkLst>
        </pc:inkChg>
        <pc:inkChg chg="add mod">
          <ac:chgData name="Bowen Cheek" userId="8fca192e-0677-4b46-9386-7af871cc0c0f" providerId="ADAL" clId="{A7C2DF13-9E9B-41A5-8CD9-30DC2F6668C6}" dt="2026-04-27T16:54:56.812" v="3980"/>
          <ac:inkMkLst>
            <pc:docMk/>
            <pc:sldMk cId="2240253944" sldId="298"/>
            <ac:inkMk id="7" creationId="{E45E8300-A8C6-7175-434B-FBF4796AB879}"/>
          </ac:inkMkLst>
        </pc:inkChg>
        <pc:inkChg chg="add">
          <ac:chgData name="Bowen Cheek" userId="8fca192e-0677-4b46-9386-7af871cc0c0f" providerId="ADAL" clId="{A7C2DF13-9E9B-41A5-8CD9-30DC2F6668C6}" dt="2026-04-27T13:47:29.316" v="3431" actId="9405"/>
          <ac:inkMkLst>
            <pc:docMk/>
            <pc:sldMk cId="2240253944" sldId="298"/>
            <ac:inkMk id="7" creationId="{F653DC9D-49D2-74F8-EC9E-2FB0A2497267}"/>
          </ac:inkMkLst>
        </pc:inkChg>
        <pc:inkChg chg="add mod">
          <ac:chgData name="Bowen Cheek" userId="8fca192e-0677-4b46-9386-7af871cc0c0f" providerId="ADAL" clId="{A7C2DF13-9E9B-41A5-8CD9-30DC2F6668C6}" dt="2026-04-27T13:48:13.879" v="3460"/>
          <ac:inkMkLst>
            <pc:docMk/>
            <pc:sldMk cId="2240253944" sldId="298"/>
            <ac:inkMk id="8" creationId="{81CF2FCF-7620-E2FF-BEF9-1E1EDB677CD2}"/>
          </ac:inkMkLst>
        </pc:inkChg>
        <pc:inkChg chg="add">
          <ac:chgData name="Bowen Cheek" userId="8fca192e-0677-4b46-9386-7af871cc0c0f" providerId="ADAL" clId="{A7C2DF13-9E9B-41A5-8CD9-30DC2F6668C6}" dt="2026-04-27T16:54:57.936" v="3981" actId="9405"/>
          <ac:inkMkLst>
            <pc:docMk/>
            <pc:sldMk cId="2240253944" sldId="298"/>
            <ac:inkMk id="9" creationId="{4C2BBC01-FD0A-8FE3-B43E-7850223DB5E0}"/>
          </ac:inkMkLst>
        </pc:inkChg>
        <pc:inkChg chg="add mod">
          <ac:chgData name="Bowen Cheek" userId="8fca192e-0677-4b46-9386-7af871cc0c0f" providerId="ADAL" clId="{A7C2DF13-9E9B-41A5-8CD9-30DC2F6668C6}" dt="2026-04-27T13:48:13.879" v="3460"/>
          <ac:inkMkLst>
            <pc:docMk/>
            <pc:sldMk cId="2240253944" sldId="298"/>
            <ac:inkMk id="9" creationId="{B9E589B9-A18B-C735-92F5-44C0F8C99FE9}"/>
          </ac:inkMkLst>
        </pc:inkChg>
        <pc:inkChg chg="add">
          <ac:chgData name="Bowen Cheek" userId="8fca192e-0677-4b46-9386-7af871cc0c0f" providerId="ADAL" clId="{A7C2DF13-9E9B-41A5-8CD9-30DC2F6668C6}" dt="2026-04-27T16:55:01.354" v="3982" actId="9405"/>
          <ac:inkMkLst>
            <pc:docMk/>
            <pc:sldMk cId="2240253944" sldId="298"/>
            <ac:inkMk id="10" creationId="{48977858-9634-D23A-501B-69E33030829C}"/>
          </ac:inkMkLst>
        </pc:inkChg>
        <pc:inkChg chg="add mod">
          <ac:chgData name="Bowen Cheek" userId="8fca192e-0677-4b46-9386-7af871cc0c0f" providerId="ADAL" clId="{A7C2DF13-9E9B-41A5-8CD9-30DC2F6668C6}" dt="2026-04-27T13:47:43.765" v="3439"/>
          <ac:inkMkLst>
            <pc:docMk/>
            <pc:sldMk cId="2240253944" sldId="298"/>
            <ac:inkMk id="10" creationId="{6CBF2FF1-08BE-6580-8484-E64754E23E0E}"/>
          </ac:inkMkLst>
        </pc:inkChg>
        <pc:inkChg chg="add">
          <ac:chgData name="Bowen Cheek" userId="8fca192e-0677-4b46-9386-7af871cc0c0f" providerId="ADAL" clId="{A7C2DF13-9E9B-41A5-8CD9-30DC2F6668C6}" dt="2026-04-27T16:55:19.932" v="3983" actId="9405"/>
          <ac:inkMkLst>
            <pc:docMk/>
            <pc:sldMk cId="2240253944" sldId="298"/>
            <ac:inkMk id="11" creationId="{1ACBCA0E-8511-BA6B-E62F-7F7639CCAE8E}"/>
          </ac:inkMkLst>
        </pc:inkChg>
        <pc:inkChg chg="add mod">
          <ac:chgData name="Bowen Cheek" userId="8fca192e-0677-4b46-9386-7af871cc0c0f" providerId="ADAL" clId="{A7C2DF13-9E9B-41A5-8CD9-30DC2F6668C6}" dt="2026-04-27T13:47:43.765" v="3439"/>
          <ac:inkMkLst>
            <pc:docMk/>
            <pc:sldMk cId="2240253944" sldId="298"/>
            <ac:inkMk id="11" creationId="{7BAEFE71-9C31-9560-8397-C0DFBCE2905E}"/>
          </ac:inkMkLst>
        </pc:inkChg>
        <pc:inkChg chg="add">
          <ac:chgData name="Bowen Cheek" userId="8fca192e-0677-4b46-9386-7af871cc0c0f" providerId="ADAL" clId="{A7C2DF13-9E9B-41A5-8CD9-30DC2F6668C6}" dt="2026-04-27T16:55:22.756" v="3984" actId="9405"/>
          <ac:inkMkLst>
            <pc:docMk/>
            <pc:sldMk cId="2240253944" sldId="298"/>
            <ac:inkMk id="12" creationId="{D7A8F82B-FA38-F308-F8C6-0087D8FBDFE8}"/>
          </ac:inkMkLst>
        </pc:inkChg>
        <pc:inkChg chg="add mod">
          <ac:chgData name="Bowen Cheek" userId="8fca192e-0677-4b46-9386-7af871cc0c0f" providerId="ADAL" clId="{A7C2DF13-9E9B-41A5-8CD9-30DC2F6668C6}" dt="2026-04-27T13:48:13.879" v="3460"/>
          <ac:inkMkLst>
            <pc:docMk/>
            <pc:sldMk cId="2240253944" sldId="298"/>
            <ac:inkMk id="13" creationId="{51014753-F33C-1794-CE23-3709C4069F1A}"/>
          </ac:inkMkLst>
        </pc:inkChg>
        <pc:inkChg chg="add del">
          <ac:chgData name="Bowen Cheek" userId="8fca192e-0677-4b46-9386-7af871cc0c0f" providerId="ADAL" clId="{A7C2DF13-9E9B-41A5-8CD9-30DC2F6668C6}" dt="2026-04-27T16:55:30.843" v="3986"/>
          <ac:inkMkLst>
            <pc:docMk/>
            <pc:sldMk cId="2240253944" sldId="298"/>
            <ac:inkMk id="13" creationId="{E34475D7-E65C-358E-2025-5DD0F6557C77}"/>
          </ac:inkMkLst>
        </pc:inkChg>
        <pc:inkChg chg="add mod">
          <ac:chgData name="Bowen Cheek" userId="8fca192e-0677-4b46-9386-7af871cc0c0f" providerId="ADAL" clId="{A7C2DF13-9E9B-41A5-8CD9-30DC2F6668C6}" dt="2026-04-27T13:47:43.765" v="3439"/>
          <ac:inkMkLst>
            <pc:docMk/>
            <pc:sldMk cId="2240253944" sldId="298"/>
            <ac:inkMk id="14" creationId="{7EF35B5D-8A25-106D-B984-96AC12F7B086}"/>
          </ac:inkMkLst>
        </pc:inkChg>
        <pc:inkChg chg="add">
          <ac:chgData name="Bowen Cheek" userId="8fca192e-0677-4b46-9386-7af871cc0c0f" providerId="ADAL" clId="{A7C2DF13-9E9B-41A5-8CD9-30DC2F6668C6}" dt="2026-04-27T16:55:30.843" v="3986"/>
          <ac:inkMkLst>
            <pc:docMk/>
            <pc:sldMk cId="2240253944" sldId="298"/>
            <ac:inkMk id="14" creationId="{F15E5034-5407-E59C-712C-0B22798EA904}"/>
          </ac:inkMkLst>
        </pc:inkChg>
        <pc:inkChg chg="add">
          <ac:chgData name="Bowen Cheek" userId="8fca192e-0677-4b46-9386-7af871cc0c0f" providerId="ADAL" clId="{A7C2DF13-9E9B-41A5-8CD9-30DC2F6668C6}" dt="2026-04-27T16:55:34.681" v="3987" actId="9405"/>
          <ac:inkMkLst>
            <pc:docMk/>
            <pc:sldMk cId="2240253944" sldId="298"/>
            <ac:inkMk id="15" creationId="{57F59825-3683-E5B1-CCCE-545A49E0EFB5}"/>
          </ac:inkMkLst>
        </pc:inkChg>
        <pc:inkChg chg="add mod">
          <ac:chgData name="Bowen Cheek" userId="8fca192e-0677-4b46-9386-7af871cc0c0f" providerId="ADAL" clId="{A7C2DF13-9E9B-41A5-8CD9-30DC2F6668C6}" dt="2026-04-27T16:55:47.402" v="3995"/>
          <ac:inkMkLst>
            <pc:docMk/>
            <pc:sldMk cId="2240253944" sldId="298"/>
            <ac:inkMk id="16" creationId="{96D224DE-4ED0-40AD-CC9A-A596EF08DEB4}"/>
          </ac:inkMkLst>
        </pc:inkChg>
        <pc:inkChg chg="add mod">
          <ac:chgData name="Bowen Cheek" userId="8fca192e-0677-4b46-9386-7af871cc0c0f" providerId="ADAL" clId="{A7C2DF13-9E9B-41A5-8CD9-30DC2F6668C6}" dt="2026-04-27T13:47:46.798" v="3447"/>
          <ac:inkMkLst>
            <pc:docMk/>
            <pc:sldMk cId="2240253944" sldId="298"/>
            <ac:inkMk id="16" creationId="{F253761E-CB5C-0ACD-944D-6940C70861EB}"/>
          </ac:inkMkLst>
        </pc:inkChg>
        <pc:inkChg chg="add mod">
          <ac:chgData name="Bowen Cheek" userId="8fca192e-0677-4b46-9386-7af871cc0c0f" providerId="ADAL" clId="{A7C2DF13-9E9B-41A5-8CD9-30DC2F6668C6}" dt="2026-04-27T13:47:46.798" v="3447"/>
          <ac:inkMkLst>
            <pc:docMk/>
            <pc:sldMk cId="2240253944" sldId="298"/>
            <ac:inkMk id="17" creationId="{A28B793F-F74E-4851-8FA3-C7C3B0E3D232}"/>
          </ac:inkMkLst>
        </pc:inkChg>
        <pc:inkChg chg="add mod">
          <ac:chgData name="Bowen Cheek" userId="8fca192e-0677-4b46-9386-7af871cc0c0f" providerId="ADAL" clId="{A7C2DF13-9E9B-41A5-8CD9-30DC2F6668C6}" dt="2026-04-27T16:55:47.402" v="3995"/>
          <ac:inkMkLst>
            <pc:docMk/>
            <pc:sldMk cId="2240253944" sldId="298"/>
            <ac:inkMk id="17" creationId="{F85AAC4C-0B97-FF12-EF1A-68DA942A4279}"/>
          </ac:inkMkLst>
        </pc:inkChg>
        <pc:inkChg chg="add mod">
          <ac:chgData name="Bowen Cheek" userId="8fca192e-0677-4b46-9386-7af871cc0c0f" providerId="ADAL" clId="{A7C2DF13-9E9B-41A5-8CD9-30DC2F6668C6}" dt="2026-04-27T16:55:47.402" v="3995"/>
          <ac:inkMkLst>
            <pc:docMk/>
            <pc:sldMk cId="2240253944" sldId="298"/>
            <ac:inkMk id="18" creationId="{9C378B25-9DE2-2B29-B3EA-70C650812179}"/>
          </ac:inkMkLst>
        </pc:inkChg>
        <pc:inkChg chg="add mod">
          <ac:chgData name="Bowen Cheek" userId="8fca192e-0677-4b46-9386-7af871cc0c0f" providerId="ADAL" clId="{A7C2DF13-9E9B-41A5-8CD9-30DC2F6668C6}" dt="2026-04-27T13:47:46.798" v="3447"/>
          <ac:inkMkLst>
            <pc:docMk/>
            <pc:sldMk cId="2240253944" sldId="298"/>
            <ac:inkMk id="18" creationId="{E38601F5-B888-7EBC-37D7-57F368EE5F18}"/>
          </ac:inkMkLst>
        </pc:inkChg>
        <pc:inkChg chg="add mod">
          <ac:chgData name="Bowen Cheek" userId="8fca192e-0677-4b46-9386-7af871cc0c0f" providerId="ADAL" clId="{A7C2DF13-9E9B-41A5-8CD9-30DC2F6668C6}" dt="2026-04-27T16:55:47.402" v="3995"/>
          <ac:inkMkLst>
            <pc:docMk/>
            <pc:sldMk cId="2240253944" sldId="298"/>
            <ac:inkMk id="19" creationId="{B65C2290-15EE-DF1F-7F02-6B571AC20DD5}"/>
          </ac:inkMkLst>
        </pc:inkChg>
        <pc:inkChg chg="add mod">
          <ac:chgData name="Bowen Cheek" userId="8fca192e-0677-4b46-9386-7af871cc0c0f" providerId="ADAL" clId="{A7C2DF13-9E9B-41A5-8CD9-30DC2F6668C6}" dt="2026-04-27T13:47:46.798" v="3447"/>
          <ac:inkMkLst>
            <pc:docMk/>
            <pc:sldMk cId="2240253944" sldId="298"/>
            <ac:inkMk id="19" creationId="{E7FAC196-2CEC-6485-E37D-98CDA8516DE6}"/>
          </ac:inkMkLst>
        </pc:inkChg>
        <pc:inkChg chg="add mod">
          <ac:chgData name="Bowen Cheek" userId="8fca192e-0677-4b46-9386-7af871cc0c0f" providerId="ADAL" clId="{A7C2DF13-9E9B-41A5-8CD9-30DC2F6668C6}" dt="2026-04-27T13:47:46.798" v="3447"/>
          <ac:inkMkLst>
            <pc:docMk/>
            <pc:sldMk cId="2240253944" sldId="298"/>
            <ac:inkMk id="20" creationId="{3D41EBF6-17C5-45BD-3E59-FA072AB57B02}"/>
          </ac:inkMkLst>
        </pc:inkChg>
        <pc:inkChg chg="add mod">
          <ac:chgData name="Bowen Cheek" userId="8fca192e-0677-4b46-9386-7af871cc0c0f" providerId="ADAL" clId="{A7C2DF13-9E9B-41A5-8CD9-30DC2F6668C6}" dt="2026-04-27T16:55:47.402" v="3995"/>
          <ac:inkMkLst>
            <pc:docMk/>
            <pc:sldMk cId="2240253944" sldId="298"/>
            <ac:inkMk id="20" creationId="{AB3DB48E-165F-C57F-FAD2-4C2E1A62A984}"/>
          </ac:inkMkLst>
        </pc:inkChg>
        <pc:inkChg chg="add mod">
          <ac:chgData name="Bowen Cheek" userId="8fca192e-0677-4b46-9386-7af871cc0c0f" providerId="ADAL" clId="{A7C2DF13-9E9B-41A5-8CD9-30DC2F6668C6}" dt="2026-04-27T16:55:47.402" v="3995"/>
          <ac:inkMkLst>
            <pc:docMk/>
            <pc:sldMk cId="2240253944" sldId="298"/>
            <ac:inkMk id="21" creationId="{71FA9FBA-63CE-5864-E1E2-C52D44037266}"/>
          </ac:inkMkLst>
        </pc:inkChg>
        <pc:inkChg chg="add mod">
          <ac:chgData name="Bowen Cheek" userId="8fca192e-0677-4b46-9386-7af871cc0c0f" providerId="ADAL" clId="{A7C2DF13-9E9B-41A5-8CD9-30DC2F6668C6}" dt="2026-04-27T13:47:46.798" v="3447"/>
          <ac:inkMkLst>
            <pc:docMk/>
            <pc:sldMk cId="2240253944" sldId="298"/>
            <ac:inkMk id="21" creationId="{B1C62801-D12E-C9B2-D0F4-2C5D0FF60D16}"/>
          </ac:inkMkLst>
        </pc:inkChg>
        <pc:inkChg chg="add mod">
          <ac:chgData name="Bowen Cheek" userId="8fca192e-0677-4b46-9386-7af871cc0c0f" providerId="ADAL" clId="{A7C2DF13-9E9B-41A5-8CD9-30DC2F6668C6}" dt="2026-04-27T13:47:46.798" v="3447"/>
          <ac:inkMkLst>
            <pc:docMk/>
            <pc:sldMk cId="2240253944" sldId="298"/>
            <ac:inkMk id="22" creationId="{204E3803-2BEA-EF71-77D3-B070524901A9}"/>
          </ac:inkMkLst>
        </pc:inkChg>
        <pc:inkChg chg="add mod">
          <ac:chgData name="Bowen Cheek" userId="8fca192e-0677-4b46-9386-7af871cc0c0f" providerId="ADAL" clId="{A7C2DF13-9E9B-41A5-8CD9-30DC2F6668C6}" dt="2026-04-27T16:55:47.402" v="3995"/>
          <ac:inkMkLst>
            <pc:docMk/>
            <pc:sldMk cId="2240253944" sldId="298"/>
            <ac:inkMk id="22" creationId="{77D199C2-6F4E-777B-093E-4DCD75E8B6A9}"/>
          </ac:inkMkLst>
        </pc:inkChg>
        <pc:inkChg chg="add mod">
          <ac:chgData name="Bowen Cheek" userId="8fca192e-0677-4b46-9386-7af871cc0c0f" providerId="ADAL" clId="{A7C2DF13-9E9B-41A5-8CD9-30DC2F6668C6}" dt="2026-04-27T13:47:55.673" v="3454"/>
          <ac:inkMkLst>
            <pc:docMk/>
            <pc:sldMk cId="2240253944" sldId="298"/>
            <ac:inkMk id="24" creationId="{E07CF0CC-409E-6848-FC27-4EA9F363482B}"/>
          </ac:inkMkLst>
        </pc:inkChg>
        <pc:inkChg chg="add mod">
          <ac:chgData name="Bowen Cheek" userId="8fca192e-0677-4b46-9386-7af871cc0c0f" providerId="ADAL" clId="{A7C2DF13-9E9B-41A5-8CD9-30DC2F6668C6}" dt="2026-04-27T16:55:52.874" v="4003"/>
          <ac:inkMkLst>
            <pc:docMk/>
            <pc:sldMk cId="2240253944" sldId="298"/>
            <ac:inkMk id="24" creationId="{FFC898E9-8AE7-A277-D0B6-0630A5EF718E}"/>
          </ac:inkMkLst>
        </pc:inkChg>
        <pc:inkChg chg="add mod">
          <ac:chgData name="Bowen Cheek" userId="8fca192e-0677-4b46-9386-7af871cc0c0f" providerId="ADAL" clId="{A7C2DF13-9E9B-41A5-8CD9-30DC2F6668C6}" dt="2026-04-27T13:47:55.673" v="3454"/>
          <ac:inkMkLst>
            <pc:docMk/>
            <pc:sldMk cId="2240253944" sldId="298"/>
            <ac:inkMk id="25" creationId="{68FAFEDA-ED4B-EE7B-0719-5165B37A74C6}"/>
          </ac:inkMkLst>
        </pc:inkChg>
        <pc:inkChg chg="add mod">
          <ac:chgData name="Bowen Cheek" userId="8fca192e-0677-4b46-9386-7af871cc0c0f" providerId="ADAL" clId="{A7C2DF13-9E9B-41A5-8CD9-30DC2F6668C6}" dt="2026-04-27T16:55:52.874" v="4003"/>
          <ac:inkMkLst>
            <pc:docMk/>
            <pc:sldMk cId="2240253944" sldId="298"/>
            <ac:inkMk id="25" creationId="{F8F5370A-3454-65AB-3C5E-AC842F72EA3D}"/>
          </ac:inkMkLst>
        </pc:inkChg>
        <pc:inkChg chg="add mod">
          <ac:chgData name="Bowen Cheek" userId="8fca192e-0677-4b46-9386-7af871cc0c0f" providerId="ADAL" clId="{A7C2DF13-9E9B-41A5-8CD9-30DC2F6668C6}" dt="2026-04-27T16:55:52.874" v="4003"/>
          <ac:inkMkLst>
            <pc:docMk/>
            <pc:sldMk cId="2240253944" sldId="298"/>
            <ac:inkMk id="26" creationId="{999FF150-A2F1-A628-1893-02E343EC46AC}"/>
          </ac:inkMkLst>
        </pc:inkChg>
        <pc:inkChg chg="add mod">
          <ac:chgData name="Bowen Cheek" userId="8fca192e-0677-4b46-9386-7af871cc0c0f" providerId="ADAL" clId="{A7C2DF13-9E9B-41A5-8CD9-30DC2F6668C6}" dt="2026-04-27T13:47:55.673" v="3454"/>
          <ac:inkMkLst>
            <pc:docMk/>
            <pc:sldMk cId="2240253944" sldId="298"/>
            <ac:inkMk id="26" creationId="{CE1CE784-AF1E-64BD-2089-42C969EAAF14}"/>
          </ac:inkMkLst>
        </pc:inkChg>
        <pc:inkChg chg="add mod">
          <ac:chgData name="Bowen Cheek" userId="8fca192e-0677-4b46-9386-7af871cc0c0f" providerId="ADAL" clId="{A7C2DF13-9E9B-41A5-8CD9-30DC2F6668C6}" dt="2026-04-27T13:47:55.673" v="3454"/>
          <ac:inkMkLst>
            <pc:docMk/>
            <pc:sldMk cId="2240253944" sldId="298"/>
            <ac:inkMk id="27" creationId="{29175F1E-A575-9C72-D004-16FE9397374A}"/>
          </ac:inkMkLst>
        </pc:inkChg>
        <pc:inkChg chg="add mod">
          <ac:chgData name="Bowen Cheek" userId="8fca192e-0677-4b46-9386-7af871cc0c0f" providerId="ADAL" clId="{A7C2DF13-9E9B-41A5-8CD9-30DC2F6668C6}" dt="2026-04-27T16:55:52.874" v="4003"/>
          <ac:inkMkLst>
            <pc:docMk/>
            <pc:sldMk cId="2240253944" sldId="298"/>
            <ac:inkMk id="27" creationId="{C377D288-0A18-A8FB-6A63-926BF007E11C}"/>
          </ac:inkMkLst>
        </pc:inkChg>
        <pc:inkChg chg="add mod">
          <ac:chgData name="Bowen Cheek" userId="8fca192e-0677-4b46-9386-7af871cc0c0f" providerId="ADAL" clId="{A7C2DF13-9E9B-41A5-8CD9-30DC2F6668C6}" dt="2026-04-27T13:47:55.673" v="3454"/>
          <ac:inkMkLst>
            <pc:docMk/>
            <pc:sldMk cId="2240253944" sldId="298"/>
            <ac:inkMk id="28" creationId="{1E134656-BDD8-64D8-E906-F058DA5BCB15}"/>
          </ac:inkMkLst>
        </pc:inkChg>
        <pc:inkChg chg="add mod">
          <ac:chgData name="Bowen Cheek" userId="8fca192e-0677-4b46-9386-7af871cc0c0f" providerId="ADAL" clId="{A7C2DF13-9E9B-41A5-8CD9-30DC2F6668C6}" dt="2026-04-27T16:55:52.874" v="4003"/>
          <ac:inkMkLst>
            <pc:docMk/>
            <pc:sldMk cId="2240253944" sldId="298"/>
            <ac:inkMk id="28" creationId="{FD737927-C747-AB95-5AEE-0B8B6E70A0A1}"/>
          </ac:inkMkLst>
        </pc:inkChg>
        <pc:inkChg chg="add mod">
          <ac:chgData name="Bowen Cheek" userId="8fca192e-0677-4b46-9386-7af871cc0c0f" providerId="ADAL" clId="{A7C2DF13-9E9B-41A5-8CD9-30DC2F6668C6}" dt="2026-04-27T13:47:55.673" v="3454"/>
          <ac:inkMkLst>
            <pc:docMk/>
            <pc:sldMk cId="2240253944" sldId="298"/>
            <ac:inkMk id="29" creationId="{C4379A9B-DABE-B7EC-1135-CF736EA52D0F}"/>
          </ac:inkMkLst>
        </pc:inkChg>
        <pc:inkChg chg="add mod">
          <ac:chgData name="Bowen Cheek" userId="8fca192e-0677-4b46-9386-7af871cc0c0f" providerId="ADAL" clId="{A7C2DF13-9E9B-41A5-8CD9-30DC2F6668C6}" dt="2026-04-27T16:55:52.874" v="4003"/>
          <ac:inkMkLst>
            <pc:docMk/>
            <pc:sldMk cId="2240253944" sldId="298"/>
            <ac:inkMk id="29" creationId="{F2492C11-8F43-C097-85A8-F79548A6FD9A}"/>
          </ac:inkMkLst>
        </pc:inkChg>
        <pc:inkChg chg="add mod">
          <ac:chgData name="Bowen Cheek" userId="8fca192e-0677-4b46-9386-7af871cc0c0f" providerId="ADAL" clId="{A7C2DF13-9E9B-41A5-8CD9-30DC2F6668C6}" dt="2026-04-27T16:55:52.874" v="4003"/>
          <ac:inkMkLst>
            <pc:docMk/>
            <pc:sldMk cId="2240253944" sldId="298"/>
            <ac:inkMk id="30" creationId="{DB554C7D-8B3D-EEB9-FA18-6DBF6BF96462}"/>
          </ac:inkMkLst>
        </pc:inkChg>
        <pc:inkChg chg="add">
          <ac:chgData name="Bowen Cheek" userId="8fca192e-0677-4b46-9386-7af871cc0c0f" providerId="ADAL" clId="{A7C2DF13-9E9B-41A5-8CD9-30DC2F6668C6}" dt="2026-04-27T13:48:10.407" v="3455" actId="9405"/>
          <ac:inkMkLst>
            <pc:docMk/>
            <pc:sldMk cId="2240253944" sldId="298"/>
            <ac:inkMk id="32" creationId="{55DE1E94-CB19-B8CC-46B1-A22D9F12D469}"/>
          </ac:inkMkLst>
        </pc:inkChg>
        <pc:inkChg chg="add">
          <ac:chgData name="Bowen Cheek" userId="8fca192e-0677-4b46-9386-7af871cc0c0f" providerId="ADAL" clId="{A7C2DF13-9E9B-41A5-8CD9-30DC2F6668C6}" dt="2026-04-27T13:48:11.154" v="3456" actId="9405"/>
          <ac:inkMkLst>
            <pc:docMk/>
            <pc:sldMk cId="2240253944" sldId="298"/>
            <ac:inkMk id="33" creationId="{8EA80368-29C8-72ED-ECF5-6D37A487E4A1}"/>
          </ac:inkMkLst>
        </pc:inkChg>
        <pc:inkChg chg="add mod">
          <ac:chgData name="Bowen Cheek" userId="8fca192e-0677-4b46-9386-7af871cc0c0f" providerId="ADAL" clId="{A7C2DF13-9E9B-41A5-8CD9-30DC2F6668C6}" dt="2026-04-27T16:56:00.269" v="4017"/>
          <ac:inkMkLst>
            <pc:docMk/>
            <pc:sldMk cId="2240253944" sldId="298"/>
            <ac:inkMk id="33" creationId="{AC96F513-988E-A4C3-5E76-3F88EF1D2B11}"/>
          </ac:inkMkLst>
        </pc:inkChg>
        <pc:inkChg chg="add mod">
          <ac:chgData name="Bowen Cheek" userId="8fca192e-0677-4b46-9386-7af871cc0c0f" providerId="ADAL" clId="{A7C2DF13-9E9B-41A5-8CD9-30DC2F6668C6}" dt="2026-04-27T13:48:13.879" v="3460"/>
          <ac:inkMkLst>
            <pc:docMk/>
            <pc:sldMk cId="2240253944" sldId="298"/>
            <ac:inkMk id="34" creationId="{C9B2D347-B679-5BBB-EB94-D3B549EC2F89}"/>
          </ac:inkMkLst>
        </pc:inkChg>
        <pc:inkChg chg="add mod">
          <ac:chgData name="Bowen Cheek" userId="8fca192e-0677-4b46-9386-7af871cc0c0f" providerId="ADAL" clId="{A7C2DF13-9E9B-41A5-8CD9-30DC2F6668C6}" dt="2026-04-27T16:56:00.269" v="4017"/>
          <ac:inkMkLst>
            <pc:docMk/>
            <pc:sldMk cId="2240253944" sldId="298"/>
            <ac:inkMk id="34" creationId="{D5102F05-0EC0-4639-92A0-354267DA6A35}"/>
          </ac:inkMkLst>
        </pc:inkChg>
        <pc:inkChg chg="add mod">
          <ac:chgData name="Bowen Cheek" userId="8fca192e-0677-4b46-9386-7af871cc0c0f" providerId="ADAL" clId="{A7C2DF13-9E9B-41A5-8CD9-30DC2F6668C6}" dt="2026-04-27T13:48:13.879" v="3460"/>
          <ac:inkMkLst>
            <pc:docMk/>
            <pc:sldMk cId="2240253944" sldId="298"/>
            <ac:inkMk id="35" creationId="{4AF9DBA0-2A99-3AB7-AAE4-C527E3E593A5}"/>
          </ac:inkMkLst>
        </pc:inkChg>
        <pc:inkChg chg="add mod">
          <ac:chgData name="Bowen Cheek" userId="8fca192e-0677-4b46-9386-7af871cc0c0f" providerId="ADAL" clId="{A7C2DF13-9E9B-41A5-8CD9-30DC2F6668C6}" dt="2026-04-27T16:56:00.269" v="4017"/>
          <ac:inkMkLst>
            <pc:docMk/>
            <pc:sldMk cId="2240253944" sldId="298"/>
            <ac:inkMk id="35" creationId="{DBD38573-6FF2-EC90-50EC-0F9D4DC95D6C}"/>
          </ac:inkMkLst>
        </pc:inkChg>
        <pc:inkChg chg="add">
          <ac:chgData name="Bowen Cheek" userId="8fca192e-0677-4b46-9386-7af871cc0c0f" providerId="ADAL" clId="{A7C2DF13-9E9B-41A5-8CD9-30DC2F6668C6}" dt="2026-04-27T13:48:13.187" v="3459" actId="9405"/>
          <ac:inkMkLst>
            <pc:docMk/>
            <pc:sldMk cId="2240253944" sldId="298"/>
            <ac:inkMk id="36" creationId="{955EB01A-F744-3788-8DC0-29FBB0A6A1E7}"/>
          </ac:inkMkLst>
        </pc:inkChg>
        <pc:inkChg chg="add">
          <ac:chgData name="Bowen Cheek" userId="8fca192e-0677-4b46-9386-7af871cc0c0f" providerId="ADAL" clId="{A7C2DF13-9E9B-41A5-8CD9-30DC2F6668C6}" dt="2026-04-27T16:55:56.884" v="4007" actId="9405"/>
          <ac:inkMkLst>
            <pc:docMk/>
            <pc:sldMk cId="2240253944" sldId="298"/>
            <ac:inkMk id="36" creationId="{D9C4F867-DAEA-904F-75BB-19A7C07ACC8A}"/>
          </ac:inkMkLst>
        </pc:inkChg>
        <pc:inkChg chg="add mod">
          <ac:chgData name="Bowen Cheek" userId="8fca192e-0677-4b46-9386-7af871cc0c0f" providerId="ADAL" clId="{A7C2DF13-9E9B-41A5-8CD9-30DC2F6668C6}" dt="2026-04-27T16:56:00.269" v="4017"/>
          <ac:inkMkLst>
            <pc:docMk/>
            <pc:sldMk cId="2240253944" sldId="298"/>
            <ac:inkMk id="37" creationId="{D8B551C5-8DE3-2374-371A-ABF5D9DAE91C}"/>
          </ac:inkMkLst>
        </pc:inkChg>
        <pc:inkChg chg="add mod">
          <ac:chgData name="Bowen Cheek" userId="8fca192e-0677-4b46-9386-7af871cc0c0f" providerId="ADAL" clId="{A7C2DF13-9E9B-41A5-8CD9-30DC2F6668C6}" dt="2026-04-27T16:56:00.269" v="4017"/>
          <ac:inkMkLst>
            <pc:docMk/>
            <pc:sldMk cId="2240253944" sldId="298"/>
            <ac:inkMk id="38" creationId="{F8025264-7FBE-6C69-87DF-574F721A9697}"/>
          </ac:inkMkLst>
        </pc:inkChg>
        <pc:inkChg chg="add mod">
          <ac:chgData name="Bowen Cheek" userId="8fca192e-0677-4b46-9386-7af871cc0c0f" providerId="ADAL" clId="{A7C2DF13-9E9B-41A5-8CD9-30DC2F6668C6}" dt="2026-04-27T13:48:25.706" v="3469"/>
          <ac:inkMkLst>
            <pc:docMk/>
            <pc:sldMk cId="2240253944" sldId="298"/>
            <ac:inkMk id="39" creationId="{1F2AE860-BF6B-C26B-A88D-92E104BFFA38}"/>
          </ac:inkMkLst>
        </pc:inkChg>
        <pc:inkChg chg="add mod">
          <ac:chgData name="Bowen Cheek" userId="8fca192e-0677-4b46-9386-7af871cc0c0f" providerId="ADAL" clId="{A7C2DF13-9E9B-41A5-8CD9-30DC2F6668C6}" dt="2026-04-27T16:56:00.269" v="4017"/>
          <ac:inkMkLst>
            <pc:docMk/>
            <pc:sldMk cId="2240253944" sldId="298"/>
            <ac:inkMk id="39" creationId="{9692A181-E565-E2C6-B19C-904DB2356107}"/>
          </ac:inkMkLst>
        </pc:inkChg>
        <pc:inkChg chg="add mod">
          <ac:chgData name="Bowen Cheek" userId="8fca192e-0677-4b46-9386-7af871cc0c0f" providerId="ADAL" clId="{A7C2DF13-9E9B-41A5-8CD9-30DC2F6668C6}" dt="2026-04-27T13:48:25.706" v="3469"/>
          <ac:inkMkLst>
            <pc:docMk/>
            <pc:sldMk cId="2240253944" sldId="298"/>
            <ac:inkMk id="40" creationId="{2CFCEF00-2DDE-5858-2388-5CFD30CF1D38}"/>
          </ac:inkMkLst>
        </pc:inkChg>
        <pc:inkChg chg="add">
          <ac:chgData name="Bowen Cheek" userId="8fca192e-0677-4b46-9386-7af871cc0c0f" providerId="ADAL" clId="{A7C2DF13-9E9B-41A5-8CD9-30DC2F6668C6}" dt="2026-04-27T16:55:58.232" v="4011" actId="9405"/>
          <ac:inkMkLst>
            <pc:docMk/>
            <pc:sldMk cId="2240253944" sldId="298"/>
            <ac:inkMk id="40" creationId="{D568AB47-C276-9FAF-9A5B-CF33DAE7155C}"/>
          </ac:inkMkLst>
        </pc:inkChg>
        <pc:inkChg chg="add mod">
          <ac:chgData name="Bowen Cheek" userId="8fca192e-0677-4b46-9386-7af871cc0c0f" providerId="ADAL" clId="{A7C2DF13-9E9B-41A5-8CD9-30DC2F6668C6}" dt="2026-04-27T13:48:25.706" v="3469"/>
          <ac:inkMkLst>
            <pc:docMk/>
            <pc:sldMk cId="2240253944" sldId="298"/>
            <ac:inkMk id="41" creationId="{2E72590E-1BD4-7120-1648-6921505AFF91}"/>
          </ac:inkMkLst>
        </pc:inkChg>
        <pc:inkChg chg="add">
          <ac:chgData name="Bowen Cheek" userId="8fca192e-0677-4b46-9386-7af871cc0c0f" providerId="ADAL" clId="{A7C2DF13-9E9B-41A5-8CD9-30DC2F6668C6}" dt="2026-04-27T16:55:58.454" v="4012" actId="9405"/>
          <ac:inkMkLst>
            <pc:docMk/>
            <pc:sldMk cId="2240253944" sldId="298"/>
            <ac:inkMk id="41" creationId="{A61FB060-7F34-AEC5-6360-F52C7F09C1C8}"/>
          </ac:inkMkLst>
        </pc:inkChg>
        <pc:inkChg chg="add mod">
          <ac:chgData name="Bowen Cheek" userId="8fca192e-0677-4b46-9386-7af871cc0c0f" providerId="ADAL" clId="{A7C2DF13-9E9B-41A5-8CD9-30DC2F6668C6}" dt="2026-04-27T16:56:00.269" v="4017"/>
          <ac:inkMkLst>
            <pc:docMk/>
            <pc:sldMk cId="2240253944" sldId="298"/>
            <ac:inkMk id="42" creationId="{4461240B-2D6E-A2D6-DA80-70EFF568752C}"/>
          </ac:inkMkLst>
        </pc:inkChg>
        <pc:inkChg chg="add">
          <ac:chgData name="Bowen Cheek" userId="8fca192e-0677-4b46-9386-7af871cc0c0f" providerId="ADAL" clId="{A7C2DF13-9E9B-41A5-8CD9-30DC2F6668C6}" dt="2026-04-27T16:55:59.088" v="4014" actId="9405"/>
          <ac:inkMkLst>
            <pc:docMk/>
            <pc:sldMk cId="2240253944" sldId="298"/>
            <ac:inkMk id="43" creationId="{94CF9C48-E0B2-3E5E-F9E3-4041098241BC}"/>
          </ac:inkMkLst>
        </pc:inkChg>
        <pc:inkChg chg="add mod">
          <ac:chgData name="Bowen Cheek" userId="8fca192e-0677-4b46-9386-7af871cc0c0f" providerId="ADAL" clId="{A7C2DF13-9E9B-41A5-8CD9-30DC2F6668C6}" dt="2026-04-27T13:48:25.706" v="3469"/>
          <ac:inkMkLst>
            <pc:docMk/>
            <pc:sldMk cId="2240253944" sldId="298"/>
            <ac:inkMk id="43" creationId="{AF4AF12C-A4E7-B760-D3E3-1E7D12BD8B34}"/>
          </ac:inkMkLst>
        </pc:inkChg>
        <pc:inkChg chg="add mod">
          <ac:chgData name="Bowen Cheek" userId="8fca192e-0677-4b46-9386-7af871cc0c0f" providerId="ADAL" clId="{A7C2DF13-9E9B-41A5-8CD9-30DC2F6668C6}" dt="2026-04-27T13:48:25.706" v="3469"/>
          <ac:inkMkLst>
            <pc:docMk/>
            <pc:sldMk cId="2240253944" sldId="298"/>
            <ac:inkMk id="44" creationId="{9E53B88F-FFC5-4070-EC5C-5B4DA81F9440}"/>
          </ac:inkMkLst>
        </pc:inkChg>
        <pc:inkChg chg="add">
          <ac:chgData name="Bowen Cheek" userId="8fca192e-0677-4b46-9386-7af871cc0c0f" providerId="ADAL" clId="{A7C2DF13-9E9B-41A5-8CD9-30DC2F6668C6}" dt="2026-04-27T16:55:59.327" v="4015" actId="9405"/>
          <ac:inkMkLst>
            <pc:docMk/>
            <pc:sldMk cId="2240253944" sldId="298"/>
            <ac:inkMk id="44" creationId="{D1DA9D27-E931-3A0B-CFFE-73083E419509}"/>
          </ac:inkMkLst>
        </pc:inkChg>
        <pc:inkChg chg="add mod">
          <ac:chgData name="Bowen Cheek" userId="8fca192e-0677-4b46-9386-7af871cc0c0f" providerId="ADAL" clId="{A7C2DF13-9E9B-41A5-8CD9-30DC2F6668C6}" dt="2026-04-27T16:56:00.269" v="4017"/>
          <ac:inkMkLst>
            <pc:docMk/>
            <pc:sldMk cId="2240253944" sldId="298"/>
            <ac:inkMk id="45" creationId="{1E4CFB05-E06F-F11A-00D6-E387246FAF2E}"/>
          </ac:inkMkLst>
        </pc:inkChg>
        <pc:inkChg chg="add mod">
          <ac:chgData name="Bowen Cheek" userId="8fca192e-0677-4b46-9386-7af871cc0c0f" providerId="ADAL" clId="{A7C2DF13-9E9B-41A5-8CD9-30DC2F6668C6}" dt="2026-04-27T13:48:25.706" v="3469"/>
          <ac:inkMkLst>
            <pc:docMk/>
            <pc:sldMk cId="2240253944" sldId="298"/>
            <ac:inkMk id="45" creationId="{E7FED474-17F3-B8FA-D920-095F1B254FF1}"/>
          </ac:inkMkLst>
        </pc:inkChg>
        <pc:inkChg chg="add mod">
          <ac:chgData name="Bowen Cheek" userId="8fca192e-0677-4b46-9386-7af871cc0c0f" providerId="ADAL" clId="{A7C2DF13-9E9B-41A5-8CD9-30DC2F6668C6}" dt="2026-04-27T13:48:25.706" v="3469"/>
          <ac:inkMkLst>
            <pc:docMk/>
            <pc:sldMk cId="2240253944" sldId="298"/>
            <ac:inkMk id="46" creationId="{E45DCE62-BBF9-3D8F-A20B-C9E62650B6F4}"/>
          </ac:inkMkLst>
        </pc:inkChg>
        <pc:inkChg chg="add mod">
          <ac:chgData name="Bowen Cheek" userId="8fca192e-0677-4b46-9386-7af871cc0c0f" providerId="ADAL" clId="{A7C2DF13-9E9B-41A5-8CD9-30DC2F6668C6}" dt="2026-04-27T13:48:30.015" v="3479"/>
          <ac:inkMkLst>
            <pc:docMk/>
            <pc:sldMk cId="2240253944" sldId="298"/>
            <ac:inkMk id="48" creationId="{842121EA-224B-2EA0-2C84-CB540A41EE0F}"/>
          </ac:inkMkLst>
        </pc:inkChg>
        <pc:inkChg chg="add mod">
          <ac:chgData name="Bowen Cheek" userId="8fca192e-0677-4b46-9386-7af871cc0c0f" providerId="ADAL" clId="{A7C2DF13-9E9B-41A5-8CD9-30DC2F6668C6}" dt="2026-04-27T16:56:11.467" v="4024"/>
          <ac:inkMkLst>
            <pc:docMk/>
            <pc:sldMk cId="2240253944" sldId="298"/>
            <ac:inkMk id="48" creationId="{952E74D9-1044-B5C6-AB98-E872471771A5}"/>
          </ac:inkMkLst>
        </pc:inkChg>
        <pc:inkChg chg="add mod">
          <ac:chgData name="Bowen Cheek" userId="8fca192e-0677-4b46-9386-7af871cc0c0f" providerId="ADAL" clId="{A7C2DF13-9E9B-41A5-8CD9-30DC2F6668C6}" dt="2026-04-27T16:56:11.467" v="4024"/>
          <ac:inkMkLst>
            <pc:docMk/>
            <pc:sldMk cId="2240253944" sldId="298"/>
            <ac:inkMk id="49" creationId="{3559EA98-928A-92E5-9831-899E879FC431}"/>
          </ac:inkMkLst>
        </pc:inkChg>
        <pc:inkChg chg="add mod">
          <ac:chgData name="Bowen Cheek" userId="8fca192e-0677-4b46-9386-7af871cc0c0f" providerId="ADAL" clId="{A7C2DF13-9E9B-41A5-8CD9-30DC2F6668C6}" dt="2026-04-27T13:48:30.015" v="3479"/>
          <ac:inkMkLst>
            <pc:docMk/>
            <pc:sldMk cId="2240253944" sldId="298"/>
            <ac:inkMk id="49" creationId="{C341DAE1-56E9-FE90-CF55-24330C97BA61}"/>
          </ac:inkMkLst>
        </pc:inkChg>
        <pc:inkChg chg="add mod">
          <ac:chgData name="Bowen Cheek" userId="8fca192e-0677-4b46-9386-7af871cc0c0f" providerId="ADAL" clId="{A7C2DF13-9E9B-41A5-8CD9-30DC2F6668C6}" dt="2026-04-27T13:48:30.015" v="3479"/>
          <ac:inkMkLst>
            <pc:docMk/>
            <pc:sldMk cId="2240253944" sldId="298"/>
            <ac:inkMk id="50" creationId="{12B6BC4D-7FE4-0ED5-B088-47467C74BCF9}"/>
          </ac:inkMkLst>
        </pc:inkChg>
        <pc:inkChg chg="add mod">
          <ac:chgData name="Bowen Cheek" userId="8fca192e-0677-4b46-9386-7af871cc0c0f" providerId="ADAL" clId="{A7C2DF13-9E9B-41A5-8CD9-30DC2F6668C6}" dt="2026-04-27T16:56:11.467" v="4024"/>
          <ac:inkMkLst>
            <pc:docMk/>
            <pc:sldMk cId="2240253944" sldId="298"/>
            <ac:inkMk id="50" creationId="{55540FFA-B7B8-9214-FB9B-3955B28FF58E}"/>
          </ac:inkMkLst>
        </pc:inkChg>
        <pc:inkChg chg="add mod">
          <ac:chgData name="Bowen Cheek" userId="8fca192e-0677-4b46-9386-7af871cc0c0f" providerId="ADAL" clId="{A7C2DF13-9E9B-41A5-8CD9-30DC2F6668C6}" dt="2026-04-27T16:56:11.467" v="4024"/>
          <ac:inkMkLst>
            <pc:docMk/>
            <pc:sldMk cId="2240253944" sldId="298"/>
            <ac:inkMk id="51" creationId="{7524AC3B-951F-AF03-685A-6175EF817B36}"/>
          </ac:inkMkLst>
        </pc:inkChg>
        <pc:inkChg chg="add mod">
          <ac:chgData name="Bowen Cheek" userId="8fca192e-0677-4b46-9386-7af871cc0c0f" providerId="ADAL" clId="{A7C2DF13-9E9B-41A5-8CD9-30DC2F6668C6}" dt="2026-04-27T13:48:30.015" v="3479"/>
          <ac:inkMkLst>
            <pc:docMk/>
            <pc:sldMk cId="2240253944" sldId="298"/>
            <ac:inkMk id="51" creationId="{864ACD34-AB31-5A6A-BCAA-1C24622621CF}"/>
          </ac:inkMkLst>
        </pc:inkChg>
        <pc:inkChg chg="add mod">
          <ac:chgData name="Bowen Cheek" userId="8fca192e-0677-4b46-9386-7af871cc0c0f" providerId="ADAL" clId="{A7C2DF13-9E9B-41A5-8CD9-30DC2F6668C6}" dt="2026-04-27T16:56:11.467" v="4024"/>
          <ac:inkMkLst>
            <pc:docMk/>
            <pc:sldMk cId="2240253944" sldId="298"/>
            <ac:inkMk id="52" creationId="{655EB309-B091-0B0A-28F6-4AA97FD8C82D}"/>
          </ac:inkMkLst>
        </pc:inkChg>
        <pc:inkChg chg="add mod">
          <ac:chgData name="Bowen Cheek" userId="8fca192e-0677-4b46-9386-7af871cc0c0f" providerId="ADAL" clId="{A7C2DF13-9E9B-41A5-8CD9-30DC2F6668C6}" dt="2026-04-27T13:48:30.015" v="3479"/>
          <ac:inkMkLst>
            <pc:docMk/>
            <pc:sldMk cId="2240253944" sldId="298"/>
            <ac:inkMk id="52" creationId="{F37F7DBD-616D-7801-81FD-D1A5C2677A38}"/>
          </ac:inkMkLst>
        </pc:inkChg>
        <pc:inkChg chg="add mod">
          <ac:chgData name="Bowen Cheek" userId="8fca192e-0677-4b46-9386-7af871cc0c0f" providerId="ADAL" clId="{A7C2DF13-9E9B-41A5-8CD9-30DC2F6668C6}" dt="2026-04-27T16:56:11.467" v="4024"/>
          <ac:inkMkLst>
            <pc:docMk/>
            <pc:sldMk cId="2240253944" sldId="298"/>
            <ac:inkMk id="53" creationId="{0C5F980A-574D-DF31-E5ED-9A524B00D7E9}"/>
          </ac:inkMkLst>
        </pc:inkChg>
        <pc:inkChg chg="add mod">
          <ac:chgData name="Bowen Cheek" userId="8fca192e-0677-4b46-9386-7af871cc0c0f" providerId="ADAL" clId="{A7C2DF13-9E9B-41A5-8CD9-30DC2F6668C6}" dt="2026-04-27T13:48:30.015" v="3479"/>
          <ac:inkMkLst>
            <pc:docMk/>
            <pc:sldMk cId="2240253944" sldId="298"/>
            <ac:inkMk id="53" creationId="{B26111AF-1E0A-015E-7DD1-64487B41D788}"/>
          </ac:inkMkLst>
        </pc:inkChg>
        <pc:inkChg chg="add mod">
          <ac:chgData name="Bowen Cheek" userId="8fca192e-0677-4b46-9386-7af871cc0c0f" providerId="ADAL" clId="{A7C2DF13-9E9B-41A5-8CD9-30DC2F6668C6}" dt="2026-04-27T13:48:30.015" v="3479"/>
          <ac:inkMkLst>
            <pc:docMk/>
            <pc:sldMk cId="2240253944" sldId="298"/>
            <ac:inkMk id="54" creationId="{1EB848E3-22E0-7EF0-EE24-14DEEAEB628B}"/>
          </ac:inkMkLst>
        </pc:inkChg>
        <pc:inkChg chg="add mod">
          <ac:chgData name="Bowen Cheek" userId="8fca192e-0677-4b46-9386-7af871cc0c0f" providerId="ADAL" clId="{A7C2DF13-9E9B-41A5-8CD9-30DC2F6668C6}" dt="2026-04-27T16:56:17.926" v="4030"/>
          <ac:inkMkLst>
            <pc:docMk/>
            <pc:sldMk cId="2240253944" sldId="298"/>
            <ac:inkMk id="55" creationId="{07B408E5-E7AF-9970-AF77-BDF4548BDFD2}"/>
          </ac:inkMkLst>
        </pc:inkChg>
        <pc:inkChg chg="add mod">
          <ac:chgData name="Bowen Cheek" userId="8fca192e-0677-4b46-9386-7af871cc0c0f" providerId="ADAL" clId="{A7C2DF13-9E9B-41A5-8CD9-30DC2F6668C6}" dt="2026-04-27T13:48:30.015" v="3479"/>
          <ac:inkMkLst>
            <pc:docMk/>
            <pc:sldMk cId="2240253944" sldId="298"/>
            <ac:inkMk id="55" creationId="{E0D2E6DA-C213-1146-61C3-9E7BAB53359B}"/>
          </ac:inkMkLst>
        </pc:inkChg>
        <pc:inkChg chg="add mod">
          <ac:chgData name="Bowen Cheek" userId="8fca192e-0677-4b46-9386-7af871cc0c0f" providerId="ADAL" clId="{A7C2DF13-9E9B-41A5-8CD9-30DC2F6668C6}" dt="2026-04-27T16:56:17.926" v="4030"/>
          <ac:inkMkLst>
            <pc:docMk/>
            <pc:sldMk cId="2240253944" sldId="298"/>
            <ac:inkMk id="56" creationId="{9791E922-32B8-67B0-D9F8-5722D8677776}"/>
          </ac:inkMkLst>
        </pc:inkChg>
        <pc:inkChg chg="add mod">
          <ac:chgData name="Bowen Cheek" userId="8fca192e-0677-4b46-9386-7af871cc0c0f" providerId="ADAL" clId="{A7C2DF13-9E9B-41A5-8CD9-30DC2F6668C6}" dt="2026-04-27T13:48:30.015" v="3479"/>
          <ac:inkMkLst>
            <pc:docMk/>
            <pc:sldMk cId="2240253944" sldId="298"/>
            <ac:inkMk id="56" creationId="{EDC1CE85-BB25-2FD6-04C4-E3A108ABFCD1}"/>
          </ac:inkMkLst>
        </pc:inkChg>
        <pc:inkChg chg="add mod">
          <ac:chgData name="Bowen Cheek" userId="8fca192e-0677-4b46-9386-7af871cc0c0f" providerId="ADAL" clId="{A7C2DF13-9E9B-41A5-8CD9-30DC2F6668C6}" dt="2026-04-27T16:56:17.926" v="4030"/>
          <ac:inkMkLst>
            <pc:docMk/>
            <pc:sldMk cId="2240253944" sldId="298"/>
            <ac:inkMk id="57" creationId="{260F3208-72BA-9D80-3088-589E07B6D227}"/>
          </ac:inkMkLst>
        </pc:inkChg>
        <pc:inkChg chg="add mod">
          <ac:chgData name="Bowen Cheek" userId="8fca192e-0677-4b46-9386-7af871cc0c0f" providerId="ADAL" clId="{A7C2DF13-9E9B-41A5-8CD9-30DC2F6668C6}" dt="2026-04-27T13:50:58.723" v="3488"/>
          <ac:inkMkLst>
            <pc:docMk/>
            <pc:sldMk cId="2240253944" sldId="298"/>
            <ac:inkMk id="58" creationId="{A92EC361-5989-593B-8913-131649BB568A}"/>
          </ac:inkMkLst>
        </pc:inkChg>
        <pc:inkChg chg="add mod">
          <ac:chgData name="Bowen Cheek" userId="8fca192e-0677-4b46-9386-7af871cc0c0f" providerId="ADAL" clId="{A7C2DF13-9E9B-41A5-8CD9-30DC2F6668C6}" dt="2026-04-27T16:56:17.926" v="4030"/>
          <ac:inkMkLst>
            <pc:docMk/>
            <pc:sldMk cId="2240253944" sldId="298"/>
            <ac:inkMk id="58" creationId="{C79AF736-1C6B-9C72-5797-E50A82A4FE31}"/>
          </ac:inkMkLst>
        </pc:inkChg>
        <pc:inkChg chg="add mod">
          <ac:chgData name="Bowen Cheek" userId="8fca192e-0677-4b46-9386-7af871cc0c0f" providerId="ADAL" clId="{A7C2DF13-9E9B-41A5-8CD9-30DC2F6668C6}" dt="2026-04-27T13:50:58.723" v="3488"/>
          <ac:inkMkLst>
            <pc:docMk/>
            <pc:sldMk cId="2240253944" sldId="298"/>
            <ac:inkMk id="59" creationId="{2A71E420-1A16-B087-CBBB-4CEA3EBE7FCD}"/>
          </ac:inkMkLst>
        </pc:inkChg>
        <pc:inkChg chg="add mod">
          <ac:chgData name="Bowen Cheek" userId="8fca192e-0677-4b46-9386-7af871cc0c0f" providerId="ADAL" clId="{A7C2DF13-9E9B-41A5-8CD9-30DC2F6668C6}" dt="2026-04-27T16:56:17.926" v="4030"/>
          <ac:inkMkLst>
            <pc:docMk/>
            <pc:sldMk cId="2240253944" sldId="298"/>
            <ac:inkMk id="59" creationId="{F7399F6B-9522-2C6D-8FE2-C6BB9BF43D98}"/>
          </ac:inkMkLst>
        </pc:inkChg>
        <pc:inkChg chg="add mod">
          <ac:chgData name="Bowen Cheek" userId="8fca192e-0677-4b46-9386-7af871cc0c0f" providerId="ADAL" clId="{A7C2DF13-9E9B-41A5-8CD9-30DC2F6668C6}" dt="2026-04-27T13:50:58.723" v="3488"/>
          <ac:inkMkLst>
            <pc:docMk/>
            <pc:sldMk cId="2240253944" sldId="298"/>
            <ac:inkMk id="60" creationId="{58A97884-C015-80BC-1B41-BC019EB72E5B}"/>
          </ac:inkMkLst>
        </pc:inkChg>
        <pc:inkChg chg="add">
          <ac:chgData name="Bowen Cheek" userId="8fca192e-0677-4b46-9386-7af871cc0c0f" providerId="ADAL" clId="{A7C2DF13-9E9B-41A5-8CD9-30DC2F6668C6}" dt="2026-04-27T16:59:22.587" v="4031" actId="9405"/>
          <ac:inkMkLst>
            <pc:docMk/>
            <pc:sldMk cId="2240253944" sldId="298"/>
            <ac:inkMk id="62" creationId="{8853DB3A-1638-3F70-6E9E-D3A443671BE9}"/>
          </ac:inkMkLst>
        </pc:inkChg>
        <pc:inkChg chg="add mod">
          <ac:chgData name="Bowen Cheek" userId="8fca192e-0677-4b46-9386-7af871cc0c0f" providerId="ADAL" clId="{A7C2DF13-9E9B-41A5-8CD9-30DC2F6668C6}" dt="2026-04-27T13:50:58.723" v="3488"/>
          <ac:inkMkLst>
            <pc:docMk/>
            <pc:sldMk cId="2240253944" sldId="298"/>
            <ac:inkMk id="62" creationId="{E784FC90-2708-D749-2ADB-30C2A0EACB84}"/>
          </ac:inkMkLst>
        </pc:inkChg>
        <pc:inkChg chg="add mod">
          <ac:chgData name="Bowen Cheek" userId="8fca192e-0677-4b46-9386-7af871cc0c0f" providerId="ADAL" clId="{A7C2DF13-9E9B-41A5-8CD9-30DC2F6668C6}" dt="2026-04-27T13:50:58.723" v="3488"/>
          <ac:inkMkLst>
            <pc:docMk/>
            <pc:sldMk cId="2240253944" sldId="298"/>
            <ac:inkMk id="63" creationId="{5C4CFC12-08C5-6204-1C47-13A6FD74D909}"/>
          </ac:inkMkLst>
        </pc:inkChg>
        <pc:inkChg chg="add">
          <ac:chgData name="Bowen Cheek" userId="8fca192e-0677-4b46-9386-7af871cc0c0f" providerId="ADAL" clId="{A7C2DF13-9E9B-41A5-8CD9-30DC2F6668C6}" dt="2026-04-27T16:59:23.046" v="4032" actId="9405"/>
          <ac:inkMkLst>
            <pc:docMk/>
            <pc:sldMk cId="2240253944" sldId="298"/>
            <ac:inkMk id="63" creationId="{607A260A-B724-55D2-94BC-30D86DB898ED}"/>
          </ac:inkMkLst>
        </pc:inkChg>
        <pc:inkChg chg="add mod">
          <ac:chgData name="Bowen Cheek" userId="8fca192e-0677-4b46-9386-7af871cc0c0f" providerId="ADAL" clId="{A7C2DF13-9E9B-41A5-8CD9-30DC2F6668C6}" dt="2026-04-27T16:59:29.604" v="4045"/>
          <ac:inkMkLst>
            <pc:docMk/>
            <pc:sldMk cId="2240253944" sldId="298"/>
            <ac:inkMk id="64" creationId="{5AC54DDD-F87D-DC68-30E7-CC30020A015B}"/>
          </ac:inkMkLst>
        </pc:inkChg>
        <pc:inkChg chg="add mod">
          <ac:chgData name="Bowen Cheek" userId="8fca192e-0677-4b46-9386-7af871cc0c0f" providerId="ADAL" clId="{A7C2DF13-9E9B-41A5-8CD9-30DC2F6668C6}" dt="2026-04-27T13:50:58.723" v="3488"/>
          <ac:inkMkLst>
            <pc:docMk/>
            <pc:sldMk cId="2240253944" sldId="298"/>
            <ac:inkMk id="64" creationId="{7D1F004D-104B-1A53-9E68-1F1B9E4B5645}"/>
          </ac:inkMkLst>
        </pc:inkChg>
        <pc:inkChg chg="add mod">
          <ac:chgData name="Bowen Cheek" userId="8fca192e-0677-4b46-9386-7af871cc0c0f" providerId="ADAL" clId="{A7C2DF13-9E9B-41A5-8CD9-30DC2F6668C6}" dt="2026-04-27T13:50:58.723" v="3488"/>
          <ac:inkMkLst>
            <pc:docMk/>
            <pc:sldMk cId="2240253944" sldId="298"/>
            <ac:inkMk id="65" creationId="{2D600C7B-3D95-9DCC-3A45-B6617C56DCD1}"/>
          </ac:inkMkLst>
        </pc:inkChg>
        <pc:inkChg chg="add">
          <ac:chgData name="Bowen Cheek" userId="8fca192e-0677-4b46-9386-7af871cc0c0f" providerId="ADAL" clId="{A7C2DF13-9E9B-41A5-8CD9-30DC2F6668C6}" dt="2026-04-27T16:59:24.934" v="4034" actId="9405"/>
          <ac:inkMkLst>
            <pc:docMk/>
            <pc:sldMk cId="2240253944" sldId="298"/>
            <ac:inkMk id="65" creationId="{BF5A0C46-5567-34FF-4049-25C48F989BDA}"/>
          </ac:inkMkLst>
        </pc:inkChg>
        <pc:inkChg chg="add">
          <ac:chgData name="Bowen Cheek" userId="8fca192e-0677-4b46-9386-7af871cc0c0f" providerId="ADAL" clId="{A7C2DF13-9E9B-41A5-8CD9-30DC2F6668C6}" dt="2026-04-27T16:59:25.172" v="4035" actId="9405"/>
          <ac:inkMkLst>
            <pc:docMk/>
            <pc:sldMk cId="2240253944" sldId="298"/>
            <ac:inkMk id="66" creationId="{BEFCF692-AA10-7238-5A10-B76023AEBBFF}"/>
          </ac:inkMkLst>
        </pc:inkChg>
        <pc:inkChg chg="add mod">
          <ac:chgData name="Bowen Cheek" userId="8fca192e-0677-4b46-9386-7af871cc0c0f" providerId="ADAL" clId="{A7C2DF13-9E9B-41A5-8CD9-30DC2F6668C6}" dt="2026-04-27T13:51:24.607" v="3492"/>
          <ac:inkMkLst>
            <pc:docMk/>
            <pc:sldMk cId="2240253944" sldId="298"/>
            <ac:inkMk id="67" creationId="{300EF2DE-083D-32A1-52F5-1F42B385EE67}"/>
          </ac:inkMkLst>
        </pc:inkChg>
        <pc:inkChg chg="add mod">
          <ac:chgData name="Bowen Cheek" userId="8fca192e-0677-4b46-9386-7af871cc0c0f" providerId="ADAL" clId="{A7C2DF13-9E9B-41A5-8CD9-30DC2F6668C6}" dt="2026-04-27T16:59:29.604" v="4045"/>
          <ac:inkMkLst>
            <pc:docMk/>
            <pc:sldMk cId="2240253944" sldId="298"/>
            <ac:inkMk id="67" creationId="{C75E60C5-07B4-13C3-22E7-9551B76606AA}"/>
          </ac:inkMkLst>
        </pc:inkChg>
        <pc:inkChg chg="add">
          <ac:chgData name="Bowen Cheek" userId="8fca192e-0677-4b46-9386-7af871cc0c0f" providerId="ADAL" clId="{A7C2DF13-9E9B-41A5-8CD9-30DC2F6668C6}" dt="2026-04-27T16:59:25.999" v="4037" actId="9405"/>
          <ac:inkMkLst>
            <pc:docMk/>
            <pc:sldMk cId="2240253944" sldId="298"/>
            <ac:inkMk id="68" creationId="{2E968497-B429-1224-8CDA-A82C122EBEF0}"/>
          </ac:inkMkLst>
        </pc:inkChg>
        <pc:inkChg chg="add mod">
          <ac:chgData name="Bowen Cheek" userId="8fca192e-0677-4b46-9386-7af871cc0c0f" providerId="ADAL" clId="{A7C2DF13-9E9B-41A5-8CD9-30DC2F6668C6}" dt="2026-04-27T13:51:24.607" v="3492"/>
          <ac:inkMkLst>
            <pc:docMk/>
            <pc:sldMk cId="2240253944" sldId="298"/>
            <ac:inkMk id="68" creationId="{CF36D3FF-6473-A328-0C07-3153EDC36FA2}"/>
          </ac:inkMkLst>
        </pc:inkChg>
        <pc:inkChg chg="add mod">
          <ac:chgData name="Bowen Cheek" userId="8fca192e-0677-4b46-9386-7af871cc0c0f" providerId="ADAL" clId="{A7C2DF13-9E9B-41A5-8CD9-30DC2F6668C6}" dt="2026-04-27T13:51:24.607" v="3492"/>
          <ac:inkMkLst>
            <pc:docMk/>
            <pc:sldMk cId="2240253944" sldId="298"/>
            <ac:inkMk id="69" creationId="{09B53D39-6D0A-A39E-54F2-838DD43AD432}"/>
          </ac:inkMkLst>
        </pc:inkChg>
        <pc:inkChg chg="add mod">
          <ac:chgData name="Bowen Cheek" userId="8fca192e-0677-4b46-9386-7af871cc0c0f" providerId="ADAL" clId="{A7C2DF13-9E9B-41A5-8CD9-30DC2F6668C6}" dt="2026-04-27T16:59:29.604" v="4045"/>
          <ac:inkMkLst>
            <pc:docMk/>
            <pc:sldMk cId="2240253944" sldId="298"/>
            <ac:inkMk id="69" creationId="{451E95E2-2AC4-B668-6621-F1DBB25A1037}"/>
          </ac:inkMkLst>
        </pc:inkChg>
        <pc:inkChg chg="add mod">
          <ac:chgData name="Bowen Cheek" userId="8fca192e-0677-4b46-9386-7af871cc0c0f" providerId="ADAL" clId="{A7C2DF13-9E9B-41A5-8CD9-30DC2F6668C6}" dt="2026-04-27T16:59:29.604" v="4045"/>
          <ac:inkMkLst>
            <pc:docMk/>
            <pc:sldMk cId="2240253944" sldId="298"/>
            <ac:inkMk id="70" creationId="{BDC4B85A-90A8-07A9-1AB5-5172FF6FCA5A}"/>
          </ac:inkMkLst>
        </pc:inkChg>
        <pc:inkChg chg="add mod">
          <ac:chgData name="Bowen Cheek" userId="8fca192e-0677-4b46-9386-7af871cc0c0f" providerId="ADAL" clId="{A7C2DF13-9E9B-41A5-8CD9-30DC2F6668C6}" dt="2026-04-27T16:59:29.604" v="4045"/>
          <ac:inkMkLst>
            <pc:docMk/>
            <pc:sldMk cId="2240253944" sldId="298"/>
            <ac:inkMk id="71" creationId="{0085414A-1E6A-10D6-060B-4F2C2A6D630E}"/>
          </ac:inkMkLst>
        </pc:inkChg>
        <pc:inkChg chg="add mod">
          <ac:chgData name="Bowen Cheek" userId="8fca192e-0677-4b46-9386-7af871cc0c0f" providerId="ADAL" clId="{A7C2DF13-9E9B-41A5-8CD9-30DC2F6668C6}" dt="2026-04-27T16:59:29.604" v="4045"/>
          <ac:inkMkLst>
            <pc:docMk/>
            <pc:sldMk cId="2240253944" sldId="298"/>
            <ac:inkMk id="72" creationId="{1668129A-3663-F8A5-BFCD-102A71191773}"/>
          </ac:inkMkLst>
        </pc:inkChg>
        <pc:inkChg chg="add mod">
          <ac:chgData name="Bowen Cheek" userId="8fca192e-0677-4b46-9386-7af871cc0c0f" providerId="ADAL" clId="{A7C2DF13-9E9B-41A5-8CD9-30DC2F6668C6}" dt="2026-04-27T16:59:29.604" v="4045"/>
          <ac:inkMkLst>
            <pc:docMk/>
            <pc:sldMk cId="2240253944" sldId="298"/>
            <ac:inkMk id="73" creationId="{19188790-9569-2FCD-BDCA-DECCA09F1470}"/>
          </ac:inkMkLst>
        </pc:inkChg>
        <pc:inkChg chg="add mod">
          <ac:chgData name="Bowen Cheek" userId="8fca192e-0677-4b46-9386-7af871cc0c0f" providerId="ADAL" clId="{A7C2DF13-9E9B-41A5-8CD9-30DC2F6668C6}" dt="2026-04-27T16:59:29.604" v="4045"/>
          <ac:inkMkLst>
            <pc:docMk/>
            <pc:sldMk cId="2240253944" sldId="298"/>
            <ac:inkMk id="74" creationId="{4BB44A43-F8DD-795C-75E1-DDBAA17C6EEA}"/>
          </ac:inkMkLst>
        </pc:inkChg>
        <pc:inkChg chg="add mod">
          <ac:chgData name="Bowen Cheek" userId="8fca192e-0677-4b46-9386-7af871cc0c0f" providerId="ADAL" clId="{A7C2DF13-9E9B-41A5-8CD9-30DC2F6668C6}" dt="2026-04-27T16:59:29.604" v="4045"/>
          <ac:inkMkLst>
            <pc:docMk/>
            <pc:sldMk cId="2240253944" sldId="298"/>
            <ac:inkMk id="75" creationId="{929695E2-94AC-AF48-51A9-7270FEFAA5BE}"/>
          </ac:inkMkLst>
        </pc:inkChg>
        <pc:inkChg chg="add">
          <ac:chgData name="Bowen Cheek" userId="8fca192e-0677-4b46-9386-7af871cc0c0f" providerId="ADAL" clId="{A7C2DF13-9E9B-41A5-8CD9-30DC2F6668C6}" dt="2026-04-27T16:59:32.467" v="4046" actId="9405"/>
          <ac:inkMkLst>
            <pc:docMk/>
            <pc:sldMk cId="2240253944" sldId="298"/>
            <ac:inkMk id="77" creationId="{DB71FFB1-EA9A-0D8E-C38F-E567056AE480}"/>
          </ac:inkMkLst>
        </pc:inkChg>
        <pc:inkChg chg="add">
          <ac:chgData name="Bowen Cheek" userId="8fca192e-0677-4b46-9386-7af871cc0c0f" providerId="ADAL" clId="{A7C2DF13-9E9B-41A5-8CD9-30DC2F6668C6}" dt="2026-04-27T16:59:32.848" v="4047" actId="9405"/>
          <ac:inkMkLst>
            <pc:docMk/>
            <pc:sldMk cId="2240253944" sldId="298"/>
            <ac:inkMk id="78" creationId="{1C9BC7D3-98ED-4396-4CAB-C538684719D9}"/>
          </ac:inkMkLst>
        </pc:inkChg>
        <pc:inkChg chg="add">
          <ac:chgData name="Bowen Cheek" userId="8fca192e-0677-4b46-9386-7af871cc0c0f" providerId="ADAL" clId="{A7C2DF13-9E9B-41A5-8CD9-30DC2F6668C6}" dt="2026-04-27T16:59:33.150" v="4048" actId="9405"/>
          <ac:inkMkLst>
            <pc:docMk/>
            <pc:sldMk cId="2240253944" sldId="298"/>
            <ac:inkMk id="79" creationId="{DC2A47CB-C0CB-78B7-69B9-EEB3EAD4A8F3}"/>
          </ac:inkMkLst>
        </pc:inkChg>
        <pc:inkChg chg="add mod">
          <ac:chgData name="Bowen Cheek" userId="8fca192e-0677-4b46-9386-7af871cc0c0f" providerId="ADAL" clId="{A7C2DF13-9E9B-41A5-8CD9-30DC2F6668C6}" dt="2026-04-27T16:59:38.912" v="4063"/>
          <ac:inkMkLst>
            <pc:docMk/>
            <pc:sldMk cId="2240253944" sldId="298"/>
            <ac:inkMk id="80" creationId="{BAE9C931-55C5-FEED-6DBE-B2AEED9AF10E}"/>
          </ac:inkMkLst>
        </pc:inkChg>
        <pc:inkChg chg="add mod">
          <ac:chgData name="Bowen Cheek" userId="8fca192e-0677-4b46-9386-7af871cc0c0f" providerId="ADAL" clId="{A7C2DF13-9E9B-41A5-8CD9-30DC2F6668C6}" dt="2026-04-27T16:59:38.912" v="4063"/>
          <ac:inkMkLst>
            <pc:docMk/>
            <pc:sldMk cId="2240253944" sldId="298"/>
            <ac:inkMk id="81" creationId="{BAA243F2-4D99-4B2A-16EB-712E5C7DF8F4}"/>
          </ac:inkMkLst>
        </pc:inkChg>
        <pc:inkChg chg="add">
          <ac:chgData name="Bowen Cheek" userId="8fca192e-0677-4b46-9386-7af871cc0c0f" providerId="ADAL" clId="{A7C2DF13-9E9B-41A5-8CD9-30DC2F6668C6}" dt="2026-04-27T16:59:34.003" v="4051" actId="9405"/>
          <ac:inkMkLst>
            <pc:docMk/>
            <pc:sldMk cId="2240253944" sldId="298"/>
            <ac:inkMk id="82" creationId="{D0DE41F1-847C-D6C6-6138-86FDA5204E33}"/>
          </ac:inkMkLst>
        </pc:inkChg>
        <pc:inkChg chg="add mod">
          <ac:chgData name="Bowen Cheek" userId="8fca192e-0677-4b46-9386-7af871cc0c0f" providerId="ADAL" clId="{A7C2DF13-9E9B-41A5-8CD9-30DC2F6668C6}" dt="2026-04-27T16:59:38.912" v="4063"/>
          <ac:inkMkLst>
            <pc:docMk/>
            <pc:sldMk cId="2240253944" sldId="298"/>
            <ac:inkMk id="83" creationId="{C7F54E05-4074-AFA2-3AA4-337CB98B298F}"/>
          </ac:inkMkLst>
        </pc:inkChg>
        <pc:inkChg chg="add">
          <ac:chgData name="Bowen Cheek" userId="8fca192e-0677-4b46-9386-7af871cc0c0f" providerId="ADAL" clId="{A7C2DF13-9E9B-41A5-8CD9-30DC2F6668C6}" dt="2026-04-27T16:59:34.906" v="4053" actId="9405"/>
          <ac:inkMkLst>
            <pc:docMk/>
            <pc:sldMk cId="2240253944" sldId="298"/>
            <ac:inkMk id="84" creationId="{8E2D2504-7F71-9094-39A9-529EE032A96C}"/>
          </ac:inkMkLst>
        </pc:inkChg>
        <pc:inkChg chg="add mod">
          <ac:chgData name="Bowen Cheek" userId="8fca192e-0677-4b46-9386-7af871cc0c0f" providerId="ADAL" clId="{A7C2DF13-9E9B-41A5-8CD9-30DC2F6668C6}" dt="2026-04-27T16:59:38.912" v="4063"/>
          <ac:inkMkLst>
            <pc:docMk/>
            <pc:sldMk cId="2240253944" sldId="298"/>
            <ac:inkMk id="85" creationId="{AC3A7C47-EF27-9520-F138-1FE07C7FA1B6}"/>
          </ac:inkMkLst>
        </pc:inkChg>
        <pc:inkChg chg="add mod">
          <ac:chgData name="Bowen Cheek" userId="8fca192e-0677-4b46-9386-7af871cc0c0f" providerId="ADAL" clId="{A7C2DF13-9E9B-41A5-8CD9-30DC2F6668C6}" dt="2026-04-27T16:59:38.912" v="4063"/>
          <ac:inkMkLst>
            <pc:docMk/>
            <pc:sldMk cId="2240253944" sldId="298"/>
            <ac:inkMk id="86" creationId="{99A43774-B90D-3396-6FD7-3600FE7CF351}"/>
          </ac:inkMkLst>
        </pc:inkChg>
        <pc:inkChg chg="add">
          <ac:chgData name="Bowen Cheek" userId="8fca192e-0677-4b46-9386-7af871cc0c0f" providerId="ADAL" clId="{A7C2DF13-9E9B-41A5-8CD9-30DC2F6668C6}" dt="2026-04-27T16:59:36.174" v="4056" actId="9405"/>
          <ac:inkMkLst>
            <pc:docMk/>
            <pc:sldMk cId="2240253944" sldId="298"/>
            <ac:inkMk id="87" creationId="{74FD110D-37D2-0424-B947-F6EAB9358FD6}"/>
          </ac:inkMkLst>
        </pc:inkChg>
        <pc:inkChg chg="add mod">
          <ac:chgData name="Bowen Cheek" userId="8fca192e-0677-4b46-9386-7af871cc0c0f" providerId="ADAL" clId="{A7C2DF13-9E9B-41A5-8CD9-30DC2F6668C6}" dt="2026-04-27T16:59:38.912" v="4063"/>
          <ac:inkMkLst>
            <pc:docMk/>
            <pc:sldMk cId="2240253944" sldId="298"/>
            <ac:inkMk id="88" creationId="{04326182-A5EF-86FB-F8C3-5630E87E3C21}"/>
          </ac:inkMkLst>
        </pc:inkChg>
        <pc:inkChg chg="add">
          <ac:chgData name="Bowen Cheek" userId="8fca192e-0677-4b46-9386-7af871cc0c0f" providerId="ADAL" clId="{A7C2DF13-9E9B-41A5-8CD9-30DC2F6668C6}" dt="2026-04-27T16:59:37.238" v="4058" actId="9405"/>
          <ac:inkMkLst>
            <pc:docMk/>
            <pc:sldMk cId="2240253944" sldId="298"/>
            <ac:inkMk id="89" creationId="{F724D594-012A-753A-1354-A98104D649D3}"/>
          </ac:inkMkLst>
        </pc:inkChg>
        <pc:inkChg chg="add mod">
          <ac:chgData name="Bowen Cheek" userId="8fca192e-0677-4b46-9386-7af871cc0c0f" providerId="ADAL" clId="{A7C2DF13-9E9B-41A5-8CD9-30DC2F6668C6}" dt="2026-04-27T16:59:38.912" v="4063"/>
          <ac:inkMkLst>
            <pc:docMk/>
            <pc:sldMk cId="2240253944" sldId="298"/>
            <ac:inkMk id="90" creationId="{8DB360DD-85E9-5883-99F3-C7492977BDAA}"/>
          </ac:inkMkLst>
        </pc:inkChg>
        <pc:inkChg chg="add mod">
          <ac:chgData name="Bowen Cheek" userId="8fca192e-0677-4b46-9386-7af871cc0c0f" providerId="ADAL" clId="{A7C2DF13-9E9B-41A5-8CD9-30DC2F6668C6}" dt="2026-04-27T16:59:38.912" v="4063"/>
          <ac:inkMkLst>
            <pc:docMk/>
            <pc:sldMk cId="2240253944" sldId="298"/>
            <ac:inkMk id="91" creationId="{FB54835E-0930-3C09-ED2C-FABF66205F82}"/>
          </ac:inkMkLst>
        </pc:inkChg>
        <pc:inkChg chg="add mod">
          <ac:chgData name="Bowen Cheek" userId="8fca192e-0677-4b46-9386-7af871cc0c0f" providerId="ADAL" clId="{A7C2DF13-9E9B-41A5-8CD9-30DC2F6668C6}" dt="2026-04-27T16:59:38.912" v="4063"/>
          <ac:inkMkLst>
            <pc:docMk/>
            <pc:sldMk cId="2240253944" sldId="298"/>
            <ac:inkMk id="92" creationId="{506F1EC4-04EB-36B2-17D4-12939CE6624C}"/>
          </ac:inkMkLst>
        </pc:inkChg>
        <pc:inkChg chg="add">
          <ac:chgData name="Bowen Cheek" userId="8fca192e-0677-4b46-9386-7af871cc0c0f" providerId="ADAL" clId="{A7C2DF13-9E9B-41A5-8CD9-30DC2F6668C6}" dt="2026-04-27T16:59:38.332" v="4062" actId="9405"/>
          <ac:inkMkLst>
            <pc:docMk/>
            <pc:sldMk cId="2240253944" sldId="298"/>
            <ac:inkMk id="93" creationId="{71113BFD-759B-58E9-9021-DD2159DAF7BE}"/>
          </ac:inkMkLst>
        </pc:inkChg>
        <pc:inkChg chg="add mod">
          <ac:chgData name="Bowen Cheek" userId="8fca192e-0677-4b46-9386-7af871cc0c0f" providerId="ADAL" clId="{A7C2DF13-9E9B-41A5-8CD9-30DC2F6668C6}" dt="2026-04-27T17:00:11.669" v="4067"/>
          <ac:inkMkLst>
            <pc:docMk/>
            <pc:sldMk cId="2240253944" sldId="298"/>
            <ac:inkMk id="95" creationId="{20A71474-3DD1-5A93-CD21-2F97FFB5B237}"/>
          </ac:inkMkLst>
        </pc:inkChg>
        <pc:inkChg chg="add mod">
          <ac:chgData name="Bowen Cheek" userId="8fca192e-0677-4b46-9386-7af871cc0c0f" providerId="ADAL" clId="{A7C2DF13-9E9B-41A5-8CD9-30DC2F6668C6}" dt="2026-04-27T17:00:11.669" v="4067"/>
          <ac:inkMkLst>
            <pc:docMk/>
            <pc:sldMk cId="2240253944" sldId="298"/>
            <ac:inkMk id="96" creationId="{812B388D-EF5D-5C1F-51DA-F127ED8ED513}"/>
          </ac:inkMkLst>
        </pc:inkChg>
        <pc:inkChg chg="add mod">
          <ac:chgData name="Bowen Cheek" userId="8fca192e-0677-4b46-9386-7af871cc0c0f" providerId="ADAL" clId="{A7C2DF13-9E9B-41A5-8CD9-30DC2F6668C6}" dt="2026-04-27T17:00:11.669" v="4067"/>
          <ac:inkMkLst>
            <pc:docMk/>
            <pc:sldMk cId="2240253944" sldId="298"/>
            <ac:inkMk id="97" creationId="{952DF627-02A5-7988-12F3-29E911EFFC62}"/>
          </ac:inkMkLst>
        </pc:inkChg>
      </pc:sldChg>
    </pc:docChg>
  </pc:docChgLst>
  <pc:docChgLst>
    <pc:chgData name="Bowen Cheek" userId="S::meldrid8@kennesaw.edu::8fca192e-0677-4b46-9386-7af871cc0c0f" providerId="AD" clId="Web-{1A19F926-FBDC-CA9C-2059-EF20B217B8ED}"/>
    <pc:docChg chg="mod addSld modSld modMainMaster">
      <pc:chgData name="Bowen Cheek" userId="S::meldrid8@kennesaw.edu::8fca192e-0677-4b46-9386-7af871cc0c0f" providerId="AD" clId="Web-{1A19F926-FBDC-CA9C-2059-EF20B217B8ED}" dt="2026-04-16T16:27:09.220" v="75" actId="20577"/>
      <pc:docMkLst>
        <pc:docMk/>
      </pc:docMkLst>
      <pc:sldChg chg="modSp mod setBg">
        <pc:chgData name="Bowen Cheek" userId="S::meldrid8@kennesaw.edu::8fca192e-0677-4b46-9386-7af871cc0c0f" providerId="AD" clId="Web-{1A19F926-FBDC-CA9C-2059-EF20B217B8ED}" dt="2026-04-16T16:21:20.562" v="2" actId="20577"/>
        <pc:sldMkLst>
          <pc:docMk/>
          <pc:sldMk cId="109857222" sldId="256"/>
        </pc:sldMkLst>
        <pc:spChg chg="mod">
          <ac:chgData name="Bowen Cheek" userId="S::meldrid8@kennesaw.edu::8fca192e-0677-4b46-9386-7af871cc0c0f" providerId="AD" clId="Web-{1A19F926-FBDC-CA9C-2059-EF20B217B8ED}" dt="2026-04-16T16:21:16.343" v="1" actId="20577"/>
          <ac:spMkLst>
            <pc:docMk/>
            <pc:sldMk cId="109857222" sldId="256"/>
            <ac:spMk id="2" creationId="{00000000-0000-0000-0000-000000000000}"/>
          </ac:spMkLst>
        </pc:spChg>
        <pc:spChg chg="mod">
          <ac:chgData name="Bowen Cheek" userId="S::meldrid8@kennesaw.edu::8fca192e-0677-4b46-9386-7af871cc0c0f" providerId="AD" clId="Web-{1A19F926-FBDC-CA9C-2059-EF20B217B8ED}" dt="2026-04-16T16:21:20.562" v="2" actId="20577"/>
          <ac:spMkLst>
            <pc:docMk/>
            <pc:sldMk cId="109857222" sldId="256"/>
            <ac:spMk id="3" creationId="{00000000-0000-0000-0000-000000000000}"/>
          </ac:spMkLst>
        </pc:spChg>
      </pc:sldChg>
      <pc:sldChg chg="addSp modSp new">
        <pc:chgData name="Bowen Cheek" userId="S::meldrid8@kennesaw.edu::8fca192e-0677-4b46-9386-7af871cc0c0f" providerId="AD" clId="Web-{1A19F926-FBDC-CA9C-2059-EF20B217B8ED}" dt="2026-04-16T16:25:34.735" v="48" actId="20577"/>
        <pc:sldMkLst>
          <pc:docMk/>
          <pc:sldMk cId="2738135573" sldId="257"/>
        </pc:sldMkLst>
        <pc:spChg chg="mod">
          <ac:chgData name="Bowen Cheek" userId="S::meldrid8@kennesaw.edu::8fca192e-0677-4b46-9386-7af871cc0c0f" providerId="AD" clId="Web-{1A19F926-FBDC-CA9C-2059-EF20B217B8ED}" dt="2026-04-16T16:23:13.563" v="18" actId="20577"/>
          <ac:spMkLst>
            <pc:docMk/>
            <pc:sldMk cId="2738135573" sldId="257"/>
            <ac:spMk id="2" creationId="{26F03A59-FD19-1A40-14EA-19110B0C990A}"/>
          </ac:spMkLst>
        </pc:spChg>
        <pc:spChg chg="mod">
          <ac:chgData name="Bowen Cheek" userId="S::meldrid8@kennesaw.edu::8fca192e-0677-4b46-9386-7af871cc0c0f" providerId="AD" clId="Web-{1A19F926-FBDC-CA9C-2059-EF20B217B8ED}" dt="2026-04-16T16:25:34.735" v="48" actId="20577"/>
          <ac:spMkLst>
            <pc:docMk/>
            <pc:sldMk cId="2738135573" sldId="257"/>
            <ac:spMk id="3" creationId="{0126C71F-2F06-FFAD-7B46-CE0B53924A2A}"/>
          </ac:spMkLst>
        </pc:spChg>
        <pc:spChg chg="add mod">
          <ac:chgData name="Bowen Cheek" userId="S::meldrid8@kennesaw.edu::8fca192e-0677-4b46-9386-7af871cc0c0f" providerId="AD" clId="Web-{1A19F926-FBDC-CA9C-2059-EF20B217B8ED}" dt="2026-04-16T16:22:45.484" v="14"/>
          <ac:spMkLst>
            <pc:docMk/>
            <pc:sldMk cId="2738135573" sldId="257"/>
            <ac:spMk id="4" creationId="{450B2080-18D4-0F0C-CB27-E435287C1D40}"/>
          </ac:spMkLst>
        </pc:spChg>
        <pc:spChg chg="add mod">
          <ac:chgData name="Bowen Cheek" userId="S::meldrid8@kennesaw.edu::8fca192e-0677-4b46-9386-7af871cc0c0f" providerId="AD" clId="Web-{1A19F926-FBDC-CA9C-2059-EF20B217B8ED}" dt="2026-04-16T16:21:58.343" v="5"/>
          <ac:spMkLst>
            <pc:docMk/>
            <pc:sldMk cId="2738135573" sldId="257"/>
            <ac:spMk id="5" creationId="{6A8B6580-ADF0-2A4A-A234-F5CE5FAAB893}"/>
          </ac:spMkLst>
        </pc:spChg>
      </pc:sldChg>
      <pc:sldChg chg="modSp new">
        <pc:chgData name="Bowen Cheek" userId="S::meldrid8@kennesaw.edu::8fca192e-0677-4b46-9386-7af871cc0c0f" providerId="AD" clId="Web-{1A19F926-FBDC-CA9C-2059-EF20B217B8ED}" dt="2026-04-16T16:27:09.220" v="75" actId="20577"/>
        <pc:sldMkLst>
          <pc:docMk/>
          <pc:sldMk cId="4091892097" sldId="258"/>
        </pc:sldMkLst>
        <pc:spChg chg="mod">
          <ac:chgData name="Bowen Cheek" userId="S::meldrid8@kennesaw.edu::8fca192e-0677-4b46-9386-7af871cc0c0f" providerId="AD" clId="Web-{1A19F926-FBDC-CA9C-2059-EF20B217B8ED}" dt="2026-04-16T16:26:08.720" v="50" actId="20577"/>
          <ac:spMkLst>
            <pc:docMk/>
            <pc:sldMk cId="4091892097" sldId="258"/>
            <ac:spMk id="2" creationId="{34A82F09-7B83-D3E3-7159-783022E6A0C6}"/>
          </ac:spMkLst>
        </pc:spChg>
        <pc:spChg chg="mod">
          <ac:chgData name="Bowen Cheek" userId="S::meldrid8@kennesaw.edu::8fca192e-0677-4b46-9386-7af871cc0c0f" providerId="AD" clId="Web-{1A19F926-FBDC-CA9C-2059-EF20B217B8ED}" dt="2026-04-16T16:27:09.220" v="75" actId="20577"/>
          <ac:spMkLst>
            <pc:docMk/>
            <pc:sldMk cId="4091892097" sldId="258"/>
            <ac:spMk id="3" creationId="{758542E9-D54B-FCE0-9782-2C0D092553DE}"/>
          </ac:spMkLst>
        </pc:spChg>
      </pc:sldChg>
      <pc:sldMasterChg chg="modSp mod modSldLayout">
        <pc:chgData name="Bowen Cheek" userId="S::meldrid8@kennesaw.edu::8fca192e-0677-4b46-9386-7af871cc0c0f" providerId="AD" clId="Web-{1A19F926-FBDC-CA9C-2059-EF20B217B8ED}" dt="2026-04-16T16:22:47.828" v="15"/>
        <pc:sldMasterMkLst>
          <pc:docMk/>
          <pc:sldMasterMk cId="2460954070" sldId="2147483660"/>
        </pc:sldMasterMkLst>
        <pc:spChg chg="mod">
          <ac:chgData name="Bowen Cheek" userId="S::meldrid8@kennesaw.edu::8fca192e-0677-4b46-9386-7af871cc0c0f" providerId="AD" clId="Web-{1A19F926-FBDC-CA9C-2059-EF20B217B8ED}" dt="2026-04-16T16:22:47.828" v="15"/>
          <ac:spMkLst>
            <pc:docMk/>
            <pc:sldMasterMk cId="2460954070" sldId="2147483660"/>
            <ac:spMk id="5" creationId="{00000000-0000-0000-0000-000000000000}"/>
          </ac:spMkLst>
        </pc:sp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2385387890" sldId="2147483661"/>
          </pc:sldLayoutMkLst>
          <pc:spChg chg="mod">
            <ac:chgData name="Bowen Cheek" userId="S::meldrid8@kennesaw.edu::8fca192e-0677-4b46-9386-7af871cc0c0f" providerId="AD" clId="Web-{1A19F926-FBDC-CA9C-2059-EF20B217B8ED}" dt="2026-04-16T16:22:47.828" v="15"/>
            <ac:spMkLst>
              <pc:docMk/>
              <pc:sldMasterMk cId="2460954070" sldId="2147483660"/>
              <pc:sldLayoutMk cId="2385387890" sldId="2147483661"/>
              <ac:spMk id="5"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949138452" sldId="2147483662"/>
          </pc:sldLayoutMkLst>
          <pc:spChg chg="mod">
            <ac:chgData name="Bowen Cheek" userId="S::meldrid8@kennesaw.edu::8fca192e-0677-4b46-9386-7af871cc0c0f" providerId="AD" clId="Web-{1A19F926-FBDC-CA9C-2059-EF20B217B8ED}" dt="2026-04-16T16:22:47.828" v="15"/>
            <ac:spMkLst>
              <pc:docMk/>
              <pc:sldMasterMk cId="2460954070" sldId="2147483660"/>
              <pc:sldLayoutMk cId="949138452" sldId="2147483662"/>
              <ac:spMk id="5"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2591524520" sldId="2147483663"/>
          </pc:sldLayoutMkLst>
          <pc:spChg chg="mod">
            <ac:chgData name="Bowen Cheek" userId="S::meldrid8@kennesaw.edu::8fca192e-0677-4b46-9386-7af871cc0c0f" providerId="AD" clId="Web-{1A19F926-FBDC-CA9C-2059-EF20B217B8ED}" dt="2026-04-16T16:22:47.828" v="15"/>
            <ac:spMkLst>
              <pc:docMk/>
              <pc:sldMasterMk cId="2460954070" sldId="2147483660"/>
              <pc:sldLayoutMk cId="2591524520" sldId="2147483663"/>
              <ac:spMk id="5"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1203092039" sldId="2147483664"/>
          </pc:sldLayoutMkLst>
          <pc:spChg chg="mod">
            <ac:chgData name="Bowen Cheek" userId="S::meldrid8@kennesaw.edu::8fca192e-0677-4b46-9386-7af871cc0c0f" providerId="AD" clId="Web-{1A19F926-FBDC-CA9C-2059-EF20B217B8ED}" dt="2026-04-16T16:22:47.828" v="15"/>
            <ac:spMkLst>
              <pc:docMk/>
              <pc:sldMasterMk cId="2460954070" sldId="2147483660"/>
              <pc:sldLayoutMk cId="1203092039" sldId="2147483664"/>
              <ac:spMk id="6"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3733172339" sldId="2147483665"/>
          </pc:sldLayoutMkLst>
          <pc:spChg chg="mod">
            <ac:chgData name="Bowen Cheek" userId="S::meldrid8@kennesaw.edu::8fca192e-0677-4b46-9386-7af871cc0c0f" providerId="AD" clId="Web-{1A19F926-FBDC-CA9C-2059-EF20B217B8ED}" dt="2026-04-16T16:22:47.828" v="15"/>
            <ac:spMkLst>
              <pc:docMk/>
              <pc:sldMasterMk cId="2460954070" sldId="2147483660"/>
              <pc:sldLayoutMk cId="3733172339" sldId="2147483665"/>
              <ac:spMk id="8"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3210312558" sldId="2147483666"/>
          </pc:sldLayoutMkLst>
          <pc:spChg chg="mod">
            <ac:chgData name="Bowen Cheek" userId="S::meldrid8@kennesaw.edu::8fca192e-0677-4b46-9386-7af871cc0c0f" providerId="AD" clId="Web-{1A19F926-FBDC-CA9C-2059-EF20B217B8ED}" dt="2026-04-16T16:22:47.828" v="15"/>
            <ac:spMkLst>
              <pc:docMk/>
              <pc:sldMasterMk cId="2460954070" sldId="2147483660"/>
              <pc:sldLayoutMk cId="3210312558" sldId="2147483666"/>
              <ac:spMk id="4"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3146388984" sldId="2147483667"/>
          </pc:sldLayoutMkLst>
          <pc:spChg chg="mod">
            <ac:chgData name="Bowen Cheek" userId="S::meldrid8@kennesaw.edu::8fca192e-0677-4b46-9386-7af871cc0c0f" providerId="AD" clId="Web-{1A19F926-FBDC-CA9C-2059-EF20B217B8ED}" dt="2026-04-16T16:22:47.828" v="15"/>
            <ac:spMkLst>
              <pc:docMk/>
              <pc:sldMasterMk cId="2460954070" sldId="2147483660"/>
              <pc:sldLayoutMk cId="3146388984" sldId="2147483667"/>
              <ac:spMk id="3"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3171841454" sldId="2147483668"/>
          </pc:sldLayoutMkLst>
          <pc:spChg chg="mod">
            <ac:chgData name="Bowen Cheek" userId="S::meldrid8@kennesaw.edu::8fca192e-0677-4b46-9386-7af871cc0c0f" providerId="AD" clId="Web-{1A19F926-FBDC-CA9C-2059-EF20B217B8ED}" dt="2026-04-16T16:22:47.828" v="15"/>
            <ac:spMkLst>
              <pc:docMk/>
              <pc:sldMasterMk cId="2460954070" sldId="2147483660"/>
              <pc:sldLayoutMk cId="3171841454" sldId="2147483668"/>
              <ac:spMk id="6"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1718958274" sldId="2147483669"/>
          </pc:sldLayoutMkLst>
          <pc:spChg chg="mod">
            <ac:chgData name="Bowen Cheek" userId="S::meldrid8@kennesaw.edu::8fca192e-0677-4b46-9386-7af871cc0c0f" providerId="AD" clId="Web-{1A19F926-FBDC-CA9C-2059-EF20B217B8ED}" dt="2026-04-16T16:22:47.828" v="15"/>
            <ac:spMkLst>
              <pc:docMk/>
              <pc:sldMasterMk cId="2460954070" sldId="2147483660"/>
              <pc:sldLayoutMk cId="1718958274" sldId="2147483669"/>
              <ac:spMk id="6"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2202905451" sldId="2147483670"/>
          </pc:sldLayoutMkLst>
          <pc:spChg chg="mod">
            <ac:chgData name="Bowen Cheek" userId="S::meldrid8@kennesaw.edu::8fca192e-0677-4b46-9386-7af871cc0c0f" providerId="AD" clId="Web-{1A19F926-FBDC-CA9C-2059-EF20B217B8ED}" dt="2026-04-16T16:22:47.828" v="15"/>
            <ac:spMkLst>
              <pc:docMk/>
              <pc:sldMasterMk cId="2460954070" sldId="2147483660"/>
              <pc:sldLayoutMk cId="2202905451" sldId="2147483670"/>
              <ac:spMk id="5" creationId="{00000000-0000-0000-0000-000000000000}"/>
            </ac:spMkLst>
          </pc:spChg>
        </pc:sldLayoutChg>
        <pc:sldLayoutChg chg="modSp mod">
          <pc:chgData name="Bowen Cheek" userId="S::meldrid8@kennesaw.edu::8fca192e-0677-4b46-9386-7af871cc0c0f" providerId="AD" clId="Web-{1A19F926-FBDC-CA9C-2059-EF20B217B8ED}" dt="2026-04-16T16:22:47.828" v="15"/>
          <pc:sldLayoutMkLst>
            <pc:docMk/>
            <pc:sldMasterMk cId="2460954070" sldId="2147483660"/>
            <pc:sldLayoutMk cId="3479445657" sldId="2147483671"/>
          </pc:sldLayoutMkLst>
          <pc:spChg chg="mod">
            <ac:chgData name="Bowen Cheek" userId="S::meldrid8@kennesaw.edu::8fca192e-0677-4b46-9386-7af871cc0c0f" providerId="AD" clId="Web-{1A19F926-FBDC-CA9C-2059-EF20B217B8ED}" dt="2026-04-16T16:22:47.828" v="15"/>
            <ac:spMkLst>
              <pc:docMk/>
              <pc:sldMasterMk cId="2460954070" sldId="2147483660"/>
              <pc:sldLayoutMk cId="3479445657" sldId="2147483671"/>
              <ac:spMk id="5" creationId="{00000000-0000-0000-0000-000000000000}"/>
            </ac:spMkLst>
          </pc:spChg>
        </pc:sldLayoutChg>
      </pc:sldMasterChg>
    </pc:docChg>
  </pc:docChgLst>
  <pc:docChgLst>
    <pc:chgData name="Bowen Cheek" userId="S::meldrid8@kennesaw.edu::8fca192e-0677-4b46-9386-7af871cc0c0f" providerId="AD" clId="Web-{D75360D7-DC5C-0B1B-8A1C-8307F3AA353F}"/>
    <pc:docChg chg="modSld modMainMaster">
      <pc:chgData name="Bowen Cheek" userId="S::meldrid8@kennesaw.edu::8fca192e-0677-4b46-9386-7af871cc0c0f" providerId="AD" clId="Web-{D75360D7-DC5C-0B1B-8A1C-8307F3AA353F}" dt="2026-04-06T14:41:07.307" v="19"/>
      <pc:docMkLst>
        <pc:docMk/>
      </pc:docMkLst>
      <pc:sldChg chg="modSp mod setBg">
        <pc:chgData name="Bowen Cheek" userId="S::meldrid8@kennesaw.edu::8fca192e-0677-4b46-9386-7af871cc0c0f" providerId="AD" clId="Web-{D75360D7-DC5C-0B1B-8A1C-8307F3AA353F}" dt="2026-04-06T14:41:07.307" v="19"/>
        <pc:sldMkLst>
          <pc:docMk/>
          <pc:sldMk cId="109857222" sldId="256"/>
        </pc:sldMkLst>
        <pc:spChg chg="mod">
          <ac:chgData name="Bowen Cheek" userId="S::meldrid8@kennesaw.edu::8fca192e-0677-4b46-9386-7af871cc0c0f" providerId="AD" clId="Web-{D75360D7-DC5C-0B1B-8A1C-8307F3AA353F}" dt="2026-04-06T14:40:37.650" v="17" actId="1076"/>
          <ac:spMkLst>
            <pc:docMk/>
            <pc:sldMk cId="109857222" sldId="256"/>
            <ac:spMk id="2" creationId="{00000000-0000-0000-0000-000000000000}"/>
          </ac:spMkLst>
        </pc:spChg>
        <pc:spChg chg="mod">
          <ac:chgData name="Bowen Cheek" userId="S::meldrid8@kennesaw.edu::8fca192e-0677-4b46-9386-7af871cc0c0f" providerId="AD" clId="Web-{D75360D7-DC5C-0B1B-8A1C-8307F3AA353F}" dt="2026-04-06T14:39:43.071" v="16" actId="1076"/>
          <ac:spMkLst>
            <pc:docMk/>
            <pc:sldMk cId="109857222" sldId="256"/>
            <ac:spMk id="3" creationId="{00000000-0000-0000-0000-000000000000}"/>
          </ac:spMkLst>
        </pc:spChg>
      </pc:sldChg>
      <pc:sldMasterChg chg="mod setBg modSldLayout">
        <pc:chgData name="Bowen Cheek" userId="S::meldrid8@kennesaw.edu::8fca192e-0677-4b46-9386-7af871cc0c0f" providerId="AD" clId="Web-{D75360D7-DC5C-0B1B-8A1C-8307F3AA353F}" dt="2026-04-06T14:41:07.307" v="19"/>
        <pc:sldMasterMkLst>
          <pc:docMk/>
          <pc:sldMasterMk cId="2460954070" sldId="2147483660"/>
        </pc:sldMasterMkLst>
        <pc:sldLayoutChg chg="mod">
          <pc:chgData name="Bowen Cheek" userId="S::meldrid8@kennesaw.edu::8fca192e-0677-4b46-9386-7af871cc0c0f" providerId="AD" clId="Web-{D75360D7-DC5C-0B1B-8A1C-8307F3AA353F}" dt="2026-04-06T14:41:07.307" v="19"/>
          <pc:sldLayoutMkLst>
            <pc:docMk/>
            <pc:sldMasterMk cId="2460954070" sldId="2147483660"/>
            <pc:sldLayoutMk cId="2385387890" sldId="2147483661"/>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949138452" sldId="2147483662"/>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2591524520" sldId="2147483663"/>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1203092039" sldId="2147483664"/>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3733172339" sldId="2147483665"/>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3210312558" sldId="2147483666"/>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3146388984" sldId="2147483667"/>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3171841454" sldId="2147483668"/>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1718958274" sldId="2147483669"/>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2202905451" sldId="2147483670"/>
          </pc:sldLayoutMkLst>
        </pc:sldLayoutChg>
        <pc:sldLayoutChg chg="mod">
          <pc:chgData name="Bowen Cheek" userId="S::meldrid8@kennesaw.edu::8fca192e-0677-4b46-9386-7af871cc0c0f" providerId="AD" clId="Web-{D75360D7-DC5C-0B1B-8A1C-8307F3AA353F}" dt="2026-04-06T14:41:07.307" v="19"/>
          <pc:sldLayoutMkLst>
            <pc:docMk/>
            <pc:sldMasterMk cId="2460954070" sldId="2147483660"/>
            <pc:sldLayoutMk cId="3479445657" sldId="2147483671"/>
          </pc:sldLayoutMkLst>
        </pc:sldLayoutChg>
      </pc:sldMasterChg>
    </pc:docChg>
  </pc:docChgLst>
  <pc:docChgLst>
    <pc:chgData name="Bowen Cheek" userId="8fca192e-0677-4b46-9386-7af871cc0c0f" providerId="ADAL" clId="{539CF98A-204F-498C-B6D5-5A6451AD35FD}"/>
    <pc:docChg chg="undo custSel addSld modSld">
      <pc:chgData name="Bowen Cheek" userId="8fca192e-0677-4b46-9386-7af871cc0c0f" providerId="ADAL" clId="{539CF98A-204F-498C-B6D5-5A6451AD35FD}" dt="2026-04-18T16:54:36.117" v="4015" actId="478"/>
      <pc:docMkLst>
        <pc:docMk/>
      </pc:docMkLst>
      <pc:sldChg chg="modSp mod">
        <pc:chgData name="Bowen Cheek" userId="8fca192e-0677-4b46-9386-7af871cc0c0f" providerId="ADAL" clId="{539CF98A-204F-498C-B6D5-5A6451AD35FD}" dt="2026-04-16T16:34:27.004" v="189" actId="113"/>
        <pc:sldMkLst>
          <pc:docMk/>
          <pc:sldMk cId="4091892097" sldId="258"/>
        </pc:sldMkLst>
        <pc:spChg chg="mod">
          <ac:chgData name="Bowen Cheek" userId="8fca192e-0677-4b46-9386-7af871cc0c0f" providerId="ADAL" clId="{539CF98A-204F-498C-B6D5-5A6451AD35FD}" dt="2026-04-16T16:34:27.004" v="189" actId="113"/>
          <ac:spMkLst>
            <pc:docMk/>
            <pc:sldMk cId="4091892097" sldId="258"/>
            <ac:spMk id="3" creationId="{758542E9-D54B-FCE0-9782-2C0D092553DE}"/>
          </ac:spMkLst>
        </pc:spChg>
      </pc:sldChg>
      <pc:sldChg chg="modSp new mod">
        <pc:chgData name="Bowen Cheek" userId="8fca192e-0677-4b46-9386-7af871cc0c0f" providerId="ADAL" clId="{539CF98A-204F-498C-B6D5-5A6451AD35FD}" dt="2026-04-16T16:39:43.124" v="243" actId="27636"/>
        <pc:sldMkLst>
          <pc:docMk/>
          <pc:sldMk cId="3334335751" sldId="259"/>
        </pc:sldMkLst>
        <pc:spChg chg="mod">
          <ac:chgData name="Bowen Cheek" userId="8fca192e-0677-4b46-9386-7af871cc0c0f" providerId="ADAL" clId="{539CF98A-204F-498C-B6D5-5A6451AD35FD}" dt="2026-04-16T16:37:22.538" v="197" actId="20577"/>
          <ac:spMkLst>
            <pc:docMk/>
            <pc:sldMk cId="3334335751" sldId="259"/>
            <ac:spMk id="2" creationId="{26E9FEE3-2E96-3F83-3E24-02D8A6EB91C0}"/>
          </ac:spMkLst>
        </pc:spChg>
        <pc:spChg chg="mod">
          <ac:chgData name="Bowen Cheek" userId="8fca192e-0677-4b46-9386-7af871cc0c0f" providerId="ADAL" clId="{539CF98A-204F-498C-B6D5-5A6451AD35FD}" dt="2026-04-16T16:39:43.124" v="243" actId="27636"/>
          <ac:spMkLst>
            <pc:docMk/>
            <pc:sldMk cId="3334335751" sldId="259"/>
            <ac:spMk id="3" creationId="{A5538C28-0621-886E-8CFF-A66E7E6AC5C7}"/>
          </ac:spMkLst>
        </pc:spChg>
      </pc:sldChg>
      <pc:sldChg chg="modSp new mod">
        <pc:chgData name="Bowen Cheek" userId="8fca192e-0677-4b46-9386-7af871cc0c0f" providerId="ADAL" clId="{539CF98A-204F-498C-B6D5-5A6451AD35FD}" dt="2026-04-16T16:41:00.476" v="308" actId="20577"/>
        <pc:sldMkLst>
          <pc:docMk/>
          <pc:sldMk cId="4095230757" sldId="260"/>
        </pc:sldMkLst>
        <pc:spChg chg="mod">
          <ac:chgData name="Bowen Cheek" userId="8fca192e-0677-4b46-9386-7af871cc0c0f" providerId="ADAL" clId="{539CF98A-204F-498C-B6D5-5A6451AD35FD}" dt="2026-04-16T16:40:33.882" v="275" actId="20577"/>
          <ac:spMkLst>
            <pc:docMk/>
            <pc:sldMk cId="4095230757" sldId="260"/>
            <ac:spMk id="2" creationId="{8E8C947F-72DE-ED6A-B784-CA4F24D82972}"/>
          </ac:spMkLst>
        </pc:spChg>
        <pc:spChg chg="mod">
          <ac:chgData name="Bowen Cheek" userId="8fca192e-0677-4b46-9386-7af871cc0c0f" providerId="ADAL" clId="{539CF98A-204F-498C-B6D5-5A6451AD35FD}" dt="2026-04-16T16:41:00.476" v="308" actId="20577"/>
          <ac:spMkLst>
            <pc:docMk/>
            <pc:sldMk cId="4095230757" sldId="260"/>
            <ac:spMk id="3" creationId="{1CDCDD21-DF3E-9666-66DA-A66D308B7014}"/>
          </ac:spMkLst>
        </pc:spChg>
      </pc:sldChg>
      <pc:sldChg chg="modSp add mod">
        <pc:chgData name="Bowen Cheek" userId="8fca192e-0677-4b46-9386-7af871cc0c0f" providerId="ADAL" clId="{539CF98A-204F-498C-B6D5-5A6451AD35FD}" dt="2026-04-16T16:47:22.304" v="625" actId="20577"/>
        <pc:sldMkLst>
          <pc:docMk/>
          <pc:sldMk cId="3423420579" sldId="261"/>
        </pc:sldMkLst>
        <pc:spChg chg="mod">
          <ac:chgData name="Bowen Cheek" userId="8fca192e-0677-4b46-9386-7af871cc0c0f" providerId="ADAL" clId="{539CF98A-204F-498C-B6D5-5A6451AD35FD}" dt="2026-04-16T16:41:20.966" v="318" actId="20577"/>
          <ac:spMkLst>
            <pc:docMk/>
            <pc:sldMk cId="3423420579" sldId="261"/>
            <ac:spMk id="2" creationId="{1080C869-2B7C-E41C-D299-FD3466651D40}"/>
          </ac:spMkLst>
        </pc:spChg>
        <pc:spChg chg="mod">
          <ac:chgData name="Bowen Cheek" userId="8fca192e-0677-4b46-9386-7af871cc0c0f" providerId="ADAL" clId="{539CF98A-204F-498C-B6D5-5A6451AD35FD}" dt="2026-04-16T16:47:22.304" v="625" actId="20577"/>
          <ac:spMkLst>
            <pc:docMk/>
            <pc:sldMk cId="3423420579" sldId="261"/>
            <ac:spMk id="3" creationId="{A728E8A7-2426-4526-802B-6530A4628ED9}"/>
          </ac:spMkLst>
        </pc:spChg>
      </pc:sldChg>
      <pc:sldChg chg="addSp delSp modSp new mod">
        <pc:chgData name="Bowen Cheek" userId="8fca192e-0677-4b46-9386-7af871cc0c0f" providerId="ADAL" clId="{539CF98A-204F-498C-B6D5-5A6451AD35FD}" dt="2026-04-16T16:49:57.585" v="641" actId="1076"/>
        <pc:sldMkLst>
          <pc:docMk/>
          <pc:sldMk cId="2847191565" sldId="262"/>
        </pc:sldMkLst>
        <pc:spChg chg="mod">
          <ac:chgData name="Bowen Cheek" userId="8fca192e-0677-4b46-9386-7af871cc0c0f" providerId="ADAL" clId="{539CF98A-204F-498C-B6D5-5A6451AD35FD}" dt="2026-04-16T16:48:35.020" v="628" actId="404"/>
          <ac:spMkLst>
            <pc:docMk/>
            <pc:sldMk cId="2847191565" sldId="262"/>
            <ac:spMk id="2" creationId="{37ED6A7B-BF79-26AE-CA75-0C2247A30642}"/>
          </ac:spMkLst>
        </pc:spChg>
        <pc:spChg chg="mod">
          <ac:chgData name="Bowen Cheek" userId="8fca192e-0677-4b46-9386-7af871cc0c0f" providerId="ADAL" clId="{539CF98A-204F-498C-B6D5-5A6451AD35FD}" dt="2026-04-16T16:49:57.585" v="641" actId="1076"/>
          <ac:spMkLst>
            <pc:docMk/>
            <pc:sldMk cId="2847191565" sldId="262"/>
            <ac:spMk id="4" creationId="{FE561174-B9AC-4AE0-455F-0B2DBAF496AF}"/>
          </ac:spMkLst>
        </pc:spChg>
        <pc:graphicFrameChg chg="add mod modGraphic">
          <ac:chgData name="Bowen Cheek" userId="8fca192e-0677-4b46-9386-7af871cc0c0f" providerId="ADAL" clId="{539CF98A-204F-498C-B6D5-5A6451AD35FD}" dt="2026-04-16T16:49:38.579" v="640" actId="403"/>
          <ac:graphicFrameMkLst>
            <pc:docMk/>
            <pc:sldMk cId="2847191565" sldId="262"/>
            <ac:graphicFrameMk id="6" creationId="{BF9B1968-FDAB-2565-44ED-6EF263608F96}"/>
          </ac:graphicFrameMkLst>
        </pc:graphicFrameChg>
      </pc:sldChg>
      <pc:sldChg chg="modSp new mod">
        <pc:chgData name="Bowen Cheek" userId="8fca192e-0677-4b46-9386-7af871cc0c0f" providerId="ADAL" clId="{539CF98A-204F-498C-B6D5-5A6451AD35FD}" dt="2026-04-16T16:50:56.813" v="660" actId="1076"/>
        <pc:sldMkLst>
          <pc:docMk/>
          <pc:sldMk cId="2161819907" sldId="263"/>
        </pc:sldMkLst>
        <pc:spChg chg="mod">
          <ac:chgData name="Bowen Cheek" userId="8fca192e-0677-4b46-9386-7af871cc0c0f" providerId="ADAL" clId="{539CF98A-204F-498C-B6D5-5A6451AD35FD}" dt="2026-04-16T16:50:42.730" v="658" actId="20577"/>
          <ac:spMkLst>
            <pc:docMk/>
            <pc:sldMk cId="2161819907" sldId="263"/>
            <ac:spMk id="2" creationId="{FA539DF8-8803-CEE5-D2D1-1596D70AF16A}"/>
          </ac:spMkLst>
        </pc:spChg>
        <pc:spChg chg="mod">
          <ac:chgData name="Bowen Cheek" userId="8fca192e-0677-4b46-9386-7af871cc0c0f" providerId="ADAL" clId="{539CF98A-204F-498C-B6D5-5A6451AD35FD}" dt="2026-04-16T16:50:56.813" v="660" actId="1076"/>
          <ac:spMkLst>
            <pc:docMk/>
            <pc:sldMk cId="2161819907" sldId="263"/>
            <ac:spMk id="3" creationId="{7C2B854A-5E29-C688-D888-89A696D9194D}"/>
          </ac:spMkLst>
        </pc:spChg>
      </pc:sldChg>
      <pc:sldChg chg="modSp new mod">
        <pc:chgData name="Bowen Cheek" userId="8fca192e-0677-4b46-9386-7af871cc0c0f" providerId="ADAL" clId="{539CF98A-204F-498C-B6D5-5A6451AD35FD}" dt="2026-04-16T16:52:28.940" v="677" actId="20577"/>
        <pc:sldMkLst>
          <pc:docMk/>
          <pc:sldMk cId="2544915236" sldId="264"/>
        </pc:sldMkLst>
        <pc:spChg chg="mod">
          <ac:chgData name="Bowen Cheek" userId="8fca192e-0677-4b46-9386-7af871cc0c0f" providerId="ADAL" clId="{539CF98A-204F-498C-B6D5-5A6451AD35FD}" dt="2026-04-16T16:52:12.605" v="669" actId="14100"/>
          <ac:spMkLst>
            <pc:docMk/>
            <pc:sldMk cId="2544915236" sldId="264"/>
            <ac:spMk id="2" creationId="{CFDFD60F-4A9F-6A54-5ABF-DC26C5407E81}"/>
          </ac:spMkLst>
        </pc:spChg>
        <pc:spChg chg="mod">
          <ac:chgData name="Bowen Cheek" userId="8fca192e-0677-4b46-9386-7af871cc0c0f" providerId="ADAL" clId="{539CF98A-204F-498C-B6D5-5A6451AD35FD}" dt="2026-04-16T16:52:28.940" v="677" actId="20577"/>
          <ac:spMkLst>
            <pc:docMk/>
            <pc:sldMk cId="2544915236" sldId="264"/>
            <ac:spMk id="3" creationId="{049CD1B0-FDC6-0F71-D2B4-136998C994DA}"/>
          </ac:spMkLst>
        </pc:spChg>
      </pc:sldChg>
      <pc:sldChg chg="addSp modSp new mod">
        <pc:chgData name="Bowen Cheek" userId="8fca192e-0677-4b46-9386-7af871cc0c0f" providerId="ADAL" clId="{539CF98A-204F-498C-B6D5-5A6451AD35FD}" dt="2026-04-16T16:55:15.283" v="714" actId="1076"/>
        <pc:sldMkLst>
          <pc:docMk/>
          <pc:sldMk cId="693468897" sldId="265"/>
        </pc:sldMkLst>
        <pc:spChg chg="mod">
          <ac:chgData name="Bowen Cheek" userId="8fca192e-0677-4b46-9386-7af871cc0c0f" providerId="ADAL" clId="{539CF98A-204F-498C-B6D5-5A6451AD35FD}" dt="2026-04-16T16:53:29.212" v="705" actId="20577"/>
          <ac:spMkLst>
            <pc:docMk/>
            <pc:sldMk cId="693468897" sldId="265"/>
            <ac:spMk id="2" creationId="{DC9272B0-103A-55F1-8D8A-EF6F96B60471}"/>
          </ac:spMkLst>
        </pc:spChg>
        <pc:spChg chg="mod">
          <ac:chgData name="Bowen Cheek" userId="8fca192e-0677-4b46-9386-7af871cc0c0f" providerId="ADAL" clId="{539CF98A-204F-498C-B6D5-5A6451AD35FD}" dt="2026-04-16T16:55:01.552" v="711" actId="1076"/>
          <ac:spMkLst>
            <pc:docMk/>
            <pc:sldMk cId="693468897" sldId="265"/>
            <ac:spMk id="3" creationId="{8440C10F-BCCE-C4B3-9B4E-1590D18EFC30}"/>
          </ac:spMkLst>
        </pc:spChg>
        <pc:picChg chg="add mod">
          <ac:chgData name="Bowen Cheek" userId="8fca192e-0677-4b46-9386-7af871cc0c0f" providerId="ADAL" clId="{539CF98A-204F-498C-B6D5-5A6451AD35FD}" dt="2026-04-16T16:55:15.283" v="714" actId="1076"/>
          <ac:picMkLst>
            <pc:docMk/>
            <pc:sldMk cId="693468897" sldId="265"/>
            <ac:picMk id="2050" creationId="{B4025E2B-74A4-C79F-29AE-A649AABFB93D}"/>
          </ac:picMkLst>
        </pc:picChg>
      </pc:sldChg>
      <pc:sldChg chg="addSp delSp modSp new mod">
        <pc:chgData name="Bowen Cheek" userId="8fca192e-0677-4b46-9386-7af871cc0c0f" providerId="ADAL" clId="{539CF98A-204F-498C-B6D5-5A6451AD35FD}" dt="2026-04-16T16:57:47.677" v="790" actId="1076"/>
        <pc:sldMkLst>
          <pc:docMk/>
          <pc:sldMk cId="3628016578" sldId="266"/>
        </pc:sldMkLst>
        <pc:spChg chg="mod">
          <ac:chgData name="Bowen Cheek" userId="8fca192e-0677-4b46-9386-7af871cc0c0f" providerId="ADAL" clId="{539CF98A-204F-498C-B6D5-5A6451AD35FD}" dt="2026-04-16T16:56:52.047" v="744" actId="1076"/>
          <ac:spMkLst>
            <pc:docMk/>
            <pc:sldMk cId="3628016578" sldId="266"/>
            <ac:spMk id="2" creationId="{3978EF5A-3859-F2D0-0ADD-1EA37A08AC22}"/>
          </ac:spMkLst>
        </pc:spChg>
        <pc:spChg chg="add mod">
          <ac:chgData name="Bowen Cheek" userId="8fca192e-0677-4b46-9386-7af871cc0c0f" providerId="ADAL" clId="{539CF98A-204F-498C-B6D5-5A6451AD35FD}" dt="2026-04-16T16:57:47.677" v="790" actId="1076"/>
          <ac:spMkLst>
            <pc:docMk/>
            <pc:sldMk cId="3628016578" sldId="266"/>
            <ac:spMk id="7" creationId="{0585667F-E88D-C64C-903B-C163DD2B1917}"/>
          </ac:spMkLst>
        </pc:spChg>
        <pc:picChg chg="add mod">
          <ac:chgData name="Bowen Cheek" userId="8fca192e-0677-4b46-9386-7af871cc0c0f" providerId="ADAL" clId="{539CF98A-204F-498C-B6D5-5A6451AD35FD}" dt="2026-04-16T16:57:37.048" v="789" actId="1076"/>
          <ac:picMkLst>
            <pc:docMk/>
            <pc:sldMk cId="3628016578" sldId="266"/>
            <ac:picMk id="3074" creationId="{08A6D10C-7796-EC2B-5FE0-8E42EBE2597A}"/>
          </ac:picMkLst>
        </pc:picChg>
      </pc:sldChg>
      <pc:sldChg chg="modSp new mod">
        <pc:chgData name="Bowen Cheek" userId="8fca192e-0677-4b46-9386-7af871cc0c0f" providerId="ADAL" clId="{539CF98A-204F-498C-B6D5-5A6451AD35FD}" dt="2026-04-16T17:04:41.609" v="1090" actId="114"/>
        <pc:sldMkLst>
          <pc:docMk/>
          <pc:sldMk cId="2766396526" sldId="267"/>
        </pc:sldMkLst>
        <pc:spChg chg="mod">
          <ac:chgData name="Bowen Cheek" userId="8fca192e-0677-4b46-9386-7af871cc0c0f" providerId="ADAL" clId="{539CF98A-204F-498C-B6D5-5A6451AD35FD}" dt="2026-04-16T17:02:03.699" v="1047" actId="403"/>
          <ac:spMkLst>
            <pc:docMk/>
            <pc:sldMk cId="2766396526" sldId="267"/>
            <ac:spMk id="2" creationId="{B8D7F109-6F61-875E-508B-52BF398DCEBC}"/>
          </ac:spMkLst>
        </pc:spChg>
        <pc:spChg chg="mod">
          <ac:chgData name="Bowen Cheek" userId="8fca192e-0677-4b46-9386-7af871cc0c0f" providerId="ADAL" clId="{539CF98A-204F-498C-B6D5-5A6451AD35FD}" dt="2026-04-16T17:04:41.609" v="1090" actId="114"/>
          <ac:spMkLst>
            <pc:docMk/>
            <pc:sldMk cId="2766396526" sldId="267"/>
            <ac:spMk id="3" creationId="{4BC8FEE5-110F-7B47-E962-1864A97D5104}"/>
          </ac:spMkLst>
        </pc:spChg>
      </pc:sldChg>
      <pc:sldChg chg="addSp delSp modSp new mod">
        <pc:chgData name="Bowen Cheek" userId="8fca192e-0677-4b46-9386-7af871cc0c0f" providerId="ADAL" clId="{539CF98A-204F-498C-B6D5-5A6451AD35FD}" dt="2026-04-16T17:08:42.309" v="1716" actId="1076"/>
        <pc:sldMkLst>
          <pc:docMk/>
          <pc:sldMk cId="154554710" sldId="268"/>
        </pc:sldMkLst>
        <pc:spChg chg="mod">
          <ac:chgData name="Bowen Cheek" userId="8fca192e-0677-4b46-9386-7af871cc0c0f" providerId="ADAL" clId="{539CF98A-204F-498C-B6D5-5A6451AD35FD}" dt="2026-04-16T17:08:42.309" v="1716" actId="1076"/>
          <ac:spMkLst>
            <pc:docMk/>
            <pc:sldMk cId="154554710" sldId="268"/>
            <ac:spMk id="2" creationId="{099939FA-D645-3372-03E0-6532FF17DC30}"/>
          </ac:spMkLst>
        </pc:spChg>
        <pc:picChg chg="add mod">
          <ac:chgData name="Bowen Cheek" userId="8fca192e-0677-4b46-9386-7af871cc0c0f" providerId="ADAL" clId="{539CF98A-204F-498C-B6D5-5A6451AD35FD}" dt="2026-04-16T17:07:56.145" v="1715" actId="962"/>
          <ac:picMkLst>
            <pc:docMk/>
            <pc:sldMk cId="154554710" sldId="268"/>
            <ac:picMk id="4098" creationId="{1A5B6F58-DFC6-B9EE-99AF-816F32DEF264}"/>
          </ac:picMkLst>
        </pc:picChg>
      </pc:sldChg>
      <pc:sldChg chg="modSp new mod">
        <pc:chgData name="Bowen Cheek" userId="8fca192e-0677-4b46-9386-7af871cc0c0f" providerId="ADAL" clId="{539CF98A-204F-498C-B6D5-5A6451AD35FD}" dt="2026-04-18T13:56:52.011" v="2302" actId="20577"/>
        <pc:sldMkLst>
          <pc:docMk/>
          <pc:sldMk cId="1744756878" sldId="269"/>
        </pc:sldMkLst>
        <pc:spChg chg="mod">
          <ac:chgData name="Bowen Cheek" userId="8fca192e-0677-4b46-9386-7af871cc0c0f" providerId="ADAL" clId="{539CF98A-204F-498C-B6D5-5A6451AD35FD}" dt="2026-04-18T13:48:35.493" v="1747" actId="20577"/>
          <ac:spMkLst>
            <pc:docMk/>
            <pc:sldMk cId="1744756878" sldId="269"/>
            <ac:spMk id="2" creationId="{86E58855-53BF-CC10-0B4B-7A1F44385FB3}"/>
          </ac:spMkLst>
        </pc:spChg>
        <pc:spChg chg="mod">
          <ac:chgData name="Bowen Cheek" userId="8fca192e-0677-4b46-9386-7af871cc0c0f" providerId="ADAL" clId="{539CF98A-204F-498C-B6D5-5A6451AD35FD}" dt="2026-04-18T13:56:52.011" v="2302" actId="20577"/>
          <ac:spMkLst>
            <pc:docMk/>
            <pc:sldMk cId="1744756878" sldId="269"/>
            <ac:spMk id="3" creationId="{65BFE0C0-55A6-C110-43C4-C58D8693039E}"/>
          </ac:spMkLst>
        </pc:spChg>
      </pc:sldChg>
      <pc:sldChg chg="modSp new mod">
        <pc:chgData name="Bowen Cheek" userId="8fca192e-0677-4b46-9386-7af871cc0c0f" providerId="ADAL" clId="{539CF98A-204F-498C-B6D5-5A6451AD35FD}" dt="2026-04-18T13:53:17.443" v="2201" actId="20577"/>
        <pc:sldMkLst>
          <pc:docMk/>
          <pc:sldMk cId="1300562924" sldId="270"/>
        </pc:sldMkLst>
        <pc:spChg chg="mod">
          <ac:chgData name="Bowen Cheek" userId="8fca192e-0677-4b46-9386-7af871cc0c0f" providerId="ADAL" clId="{539CF98A-204F-498C-B6D5-5A6451AD35FD}" dt="2026-04-18T13:49:29.611" v="1780" actId="20577"/>
          <ac:spMkLst>
            <pc:docMk/>
            <pc:sldMk cId="1300562924" sldId="270"/>
            <ac:spMk id="2" creationId="{45866969-D741-55C4-A803-79745EC540D6}"/>
          </ac:spMkLst>
        </pc:spChg>
        <pc:spChg chg="mod">
          <ac:chgData name="Bowen Cheek" userId="8fca192e-0677-4b46-9386-7af871cc0c0f" providerId="ADAL" clId="{539CF98A-204F-498C-B6D5-5A6451AD35FD}" dt="2026-04-18T13:53:17.443" v="2201" actId="20577"/>
          <ac:spMkLst>
            <pc:docMk/>
            <pc:sldMk cId="1300562924" sldId="270"/>
            <ac:spMk id="3" creationId="{FB1F86CA-ADA4-13E1-A939-CB34E8002B59}"/>
          </ac:spMkLst>
        </pc:spChg>
      </pc:sldChg>
      <pc:sldChg chg="addSp delSp modSp new mod">
        <pc:chgData name="Bowen Cheek" userId="8fca192e-0677-4b46-9386-7af871cc0c0f" providerId="ADAL" clId="{539CF98A-204F-498C-B6D5-5A6451AD35FD}" dt="2026-04-18T16:54:36.117" v="4015" actId="478"/>
        <pc:sldMkLst>
          <pc:docMk/>
          <pc:sldMk cId="1867111066" sldId="271"/>
        </pc:sldMkLst>
        <pc:spChg chg="mod">
          <ac:chgData name="Bowen Cheek" userId="8fca192e-0677-4b46-9386-7af871cc0c0f" providerId="ADAL" clId="{539CF98A-204F-498C-B6D5-5A6451AD35FD}" dt="2026-04-18T16:54:18.114" v="4014" actId="20577"/>
          <ac:spMkLst>
            <pc:docMk/>
            <pc:sldMk cId="1867111066" sldId="271"/>
            <ac:spMk id="2" creationId="{2DF71061-2D1B-EFB4-B2AC-0A853F695318}"/>
          </ac:spMkLst>
        </pc:spChg>
        <pc:spChg chg="mod">
          <ac:chgData name="Bowen Cheek" userId="8fca192e-0677-4b46-9386-7af871cc0c0f" providerId="ADAL" clId="{539CF98A-204F-498C-B6D5-5A6451AD35FD}" dt="2026-04-18T16:53:35.583" v="3965" actId="1076"/>
          <ac:spMkLst>
            <pc:docMk/>
            <pc:sldMk cId="1867111066" sldId="271"/>
            <ac:spMk id="3" creationId="{FA9D7C36-BD20-32C6-7467-D029C3748BDD}"/>
          </ac:spMkLst>
        </pc:spChg>
      </pc:sldChg>
      <pc:sldChg chg="modSp new mod">
        <pc:chgData name="Bowen Cheek" userId="8fca192e-0677-4b46-9386-7af871cc0c0f" providerId="ADAL" clId="{539CF98A-204F-498C-B6D5-5A6451AD35FD}" dt="2026-04-18T14:03:01.883" v="2393" actId="20577"/>
        <pc:sldMkLst>
          <pc:docMk/>
          <pc:sldMk cId="4064284968" sldId="272"/>
        </pc:sldMkLst>
        <pc:spChg chg="mod">
          <ac:chgData name="Bowen Cheek" userId="8fca192e-0677-4b46-9386-7af871cc0c0f" providerId="ADAL" clId="{539CF98A-204F-498C-B6D5-5A6451AD35FD}" dt="2026-04-18T14:03:01.883" v="2393" actId="20577"/>
          <ac:spMkLst>
            <pc:docMk/>
            <pc:sldMk cId="4064284968" sldId="272"/>
            <ac:spMk id="2" creationId="{B71B241D-6F06-D09D-76DD-0911F9DB18D5}"/>
          </ac:spMkLst>
        </pc:spChg>
        <pc:spChg chg="mod">
          <ac:chgData name="Bowen Cheek" userId="8fca192e-0677-4b46-9386-7af871cc0c0f" providerId="ADAL" clId="{539CF98A-204F-498C-B6D5-5A6451AD35FD}" dt="2026-04-18T14:02:49.751" v="2371"/>
          <ac:spMkLst>
            <pc:docMk/>
            <pc:sldMk cId="4064284968" sldId="272"/>
            <ac:spMk id="3" creationId="{D6189E15-277F-6D33-5B3D-605CFF500367}"/>
          </ac:spMkLst>
        </pc:spChg>
      </pc:sldChg>
      <pc:sldChg chg="modSp new mod">
        <pc:chgData name="Bowen Cheek" userId="8fca192e-0677-4b46-9386-7af871cc0c0f" providerId="ADAL" clId="{539CF98A-204F-498C-B6D5-5A6451AD35FD}" dt="2026-04-18T14:04:16.882" v="2518" actId="20577"/>
        <pc:sldMkLst>
          <pc:docMk/>
          <pc:sldMk cId="1088324758" sldId="273"/>
        </pc:sldMkLst>
        <pc:spChg chg="mod">
          <ac:chgData name="Bowen Cheek" userId="8fca192e-0677-4b46-9386-7af871cc0c0f" providerId="ADAL" clId="{539CF98A-204F-498C-B6D5-5A6451AD35FD}" dt="2026-04-18T14:03:47.745" v="2420" actId="20577"/>
          <ac:spMkLst>
            <pc:docMk/>
            <pc:sldMk cId="1088324758" sldId="273"/>
            <ac:spMk id="2" creationId="{8A14D91A-F042-DF2A-87F9-2B1C382C6FA5}"/>
          </ac:spMkLst>
        </pc:spChg>
        <pc:spChg chg="mod">
          <ac:chgData name="Bowen Cheek" userId="8fca192e-0677-4b46-9386-7af871cc0c0f" providerId="ADAL" clId="{539CF98A-204F-498C-B6D5-5A6451AD35FD}" dt="2026-04-18T14:04:16.882" v="2518" actId="20577"/>
          <ac:spMkLst>
            <pc:docMk/>
            <pc:sldMk cId="1088324758" sldId="273"/>
            <ac:spMk id="3" creationId="{3BBAB883-218D-562F-CBC0-BF565237C2EB}"/>
          </ac:spMkLst>
        </pc:spChg>
      </pc:sldChg>
      <pc:sldChg chg="modSp new mod">
        <pc:chgData name="Bowen Cheek" userId="8fca192e-0677-4b46-9386-7af871cc0c0f" providerId="ADAL" clId="{539CF98A-204F-498C-B6D5-5A6451AD35FD}" dt="2026-04-18T14:06:54.011" v="2563" actId="20577"/>
        <pc:sldMkLst>
          <pc:docMk/>
          <pc:sldMk cId="1304008402" sldId="274"/>
        </pc:sldMkLst>
        <pc:spChg chg="mod">
          <ac:chgData name="Bowen Cheek" userId="8fca192e-0677-4b46-9386-7af871cc0c0f" providerId="ADAL" clId="{539CF98A-204F-498C-B6D5-5A6451AD35FD}" dt="2026-04-18T14:06:26.946" v="2559" actId="20577"/>
          <ac:spMkLst>
            <pc:docMk/>
            <pc:sldMk cId="1304008402" sldId="274"/>
            <ac:spMk id="2" creationId="{20460859-1BA8-3F9C-E505-50A9D8939BF0}"/>
          </ac:spMkLst>
        </pc:spChg>
        <pc:spChg chg="mod">
          <ac:chgData name="Bowen Cheek" userId="8fca192e-0677-4b46-9386-7af871cc0c0f" providerId="ADAL" clId="{539CF98A-204F-498C-B6D5-5A6451AD35FD}" dt="2026-04-18T14:06:54.011" v="2563" actId="20577"/>
          <ac:spMkLst>
            <pc:docMk/>
            <pc:sldMk cId="1304008402" sldId="274"/>
            <ac:spMk id="3" creationId="{BB9AB6B4-2740-92DB-9147-396C405B7A0F}"/>
          </ac:spMkLst>
        </pc:spChg>
      </pc:sldChg>
      <pc:sldChg chg="modSp add mod">
        <pc:chgData name="Bowen Cheek" userId="8fca192e-0677-4b46-9386-7af871cc0c0f" providerId="ADAL" clId="{539CF98A-204F-498C-B6D5-5A6451AD35FD}" dt="2026-04-18T14:09:15.638" v="2584" actId="20577"/>
        <pc:sldMkLst>
          <pc:docMk/>
          <pc:sldMk cId="324785105" sldId="275"/>
        </pc:sldMkLst>
        <pc:spChg chg="mod">
          <ac:chgData name="Bowen Cheek" userId="8fca192e-0677-4b46-9386-7af871cc0c0f" providerId="ADAL" clId="{539CF98A-204F-498C-B6D5-5A6451AD35FD}" dt="2026-04-18T14:08:53.485" v="2577" actId="313"/>
          <ac:spMkLst>
            <pc:docMk/>
            <pc:sldMk cId="324785105" sldId="275"/>
            <ac:spMk id="2" creationId="{ECC85390-B8A9-56A8-E56C-933EDF37D66F}"/>
          </ac:spMkLst>
        </pc:spChg>
        <pc:spChg chg="mod">
          <ac:chgData name="Bowen Cheek" userId="8fca192e-0677-4b46-9386-7af871cc0c0f" providerId="ADAL" clId="{539CF98A-204F-498C-B6D5-5A6451AD35FD}" dt="2026-04-18T14:09:15.638" v="2584" actId="20577"/>
          <ac:spMkLst>
            <pc:docMk/>
            <pc:sldMk cId="324785105" sldId="275"/>
            <ac:spMk id="3" creationId="{3990924D-9CBB-7459-A5F5-D0CA6D2479FD}"/>
          </ac:spMkLst>
        </pc:spChg>
      </pc:sldChg>
      <pc:sldChg chg="modSp add mod">
        <pc:chgData name="Bowen Cheek" userId="8fca192e-0677-4b46-9386-7af871cc0c0f" providerId="ADAL" clId="{539CF98A-204F-498C-B6D5-5A6451AD35FD}" dt="2026-04-18T14:13:32.284" v="2614" actId="20577"/>
        <pc:sldMkLst>
          <pc:docMk/>
          <pc:sldMk cId="2730307017" sldId="276"/>
        </pc:sldMkLst>
        <pc:spChg chg="mod">
          <ac:chgData name="Bowen Cheek" userId="8fca192e-0677-4b46-9386-7af871cc0c0f" providerId="ADAL" clId="{539CF98A-204F-498C-B6D5-5A6451AD35FD}" dt="2026-04-18T14:09:41.679" v="2600" actId="5793"/>
          <ac:spMkLst>
            <pc:docMk/>
            <pc:sldMk cId="2730307017" sldId="276"/>
            <ac:spMk id="2" creationId="{B230B278-66F6-5596-EBE5-B717F356B7AD}"/>
          </ac:spMkLst>
        </pc:spChg>
        <pc:spChg chg="mod">
          <ac:chgData name="Bowen Cheek" userId="8fca192e-0677-4b46-9386-7af871cc0c0f" providerId="ADAL" clId="{539CF98A-204F-498C-B6D5-5A6451AD35FD}" dt="2026-04-18T14:13:32.284" v="2614" actId="20577"/>
          <ac:spMkLst>
            <pc:docMk/>
            <pc:sldMk cId="2730307017" sldId="276"/>
            <ac:spMk id="3" creationId="{5B6036FB-19B5-D4E2-374C-8F7A4F5AC0F0}"/>
          </ac:spMkLst>
        </pc:spChg>
      </pc:sldChg>
      <pc:sldChg chg="modSp add mod">
        <pc:chgData name="Bowen Cheek" userId="8fca192e-0677-4b46-9386-7af871cc0c0f" providerId="ADAL" clId="{539CF98A-204F-498C-B6D5-5A6451AD35FD}" dt="2026-04-18T14:19:55.815" v="2640" actId="20577"/>
        <pc:sldMkLst>
          <pc:docMk/>
          <pc:sldMk cId="659178151" sldId="277"/>
        </pc:sldMkLst>
        <pc:spChg chg="mod">
          <ac:chgData name="Bowen Cheek" userId="8fca192e-0677-4b46-9386-7af871cc0c0f" providerId="ADAL" clId="{539CF98A-204F-498C-B6D5-5A6451AD35FD}" dt="2026-04-18T14:13:53.854" v="2626" actId="20577"/>
          <ac:spMkLst>
            <pc:docMk/>
            <pc:sldMk cId="659178151" sldId="277"/>
            <ac:spMk id="2" creationId="{7C07C699-30B0-5923-49ED-B1EE92C4723F}"/>
          </ac:spMkLst>
        </pc:spChg>
        <pc:spChg chg="mod">
          <ac:chgData name="Bowen Cheek" userId="8fca192e-0677-4b46-9386-7af871cc0c0f" providerId="ADAL" clId="{539CF98A-204F-498C-B6D5-5A6451AD35FD}" dt="2026-04-18T14:19:55.815" v="2640" actId="20577"/>
          <ac:spMkLst>
            <pc:docMk/>
            <pc:sldMk cId="659178151" sldId="277"/>
            <ac:spMk id="3" creationId="{34A171E6-A878-55D4-669B-033F525E0DF4}"/>
          </ac:spMkLst>
        </pc:spChg>
      </pc:sldChg>
      <pc:sldChg chg="modSp new mod">
        <pc:chgData name="Bowen Cheek" userId="8fca192e-0677-4b46-9386-7af871cc0c0f" providerId="ADAL" clId="{539CF98A-204F-498C-B6D5-5A6451AD35FD}" dt="2026-04-18T14:21:17.333" v="2693" actId="20577"/>
        <pc:sldMkLst>
          <pc:docMk/>
          <pc:sldMk cId="1656759504" sldId="278"/>
        </pc:sldMkLst>
        <pc:spChg chg="mod">
          <ac:chgData name="Bowen Cheek" userId="8fca192e-0677-4b46-9386-7af871cc0c0f" providerId="ADAL" clId="{539CF98A-204F-498C-B6D5-5A6451AD35FD}" dt="2026-04-18T14:20:34.563" v="2689" actId="20577"/>
          <ac:spMkLst>
            <pc:docMk/>
            <pc:sldMk cId="1656759504" sldId="278"/>
            <ac:spMk id="2" creationId="{237E62DE-AE3F-0922-EE50-4A0FAC0C7758}"/>
          </ac:spMkLst>
        </pc:spChg>
        <pc:spChg chg="mod">
          <ac:chgData name="Bowen Cheek" userId="8fca192e-0677-4b46-9386-7af871cc0c0f" providerId="ADAL" clId="{539CF98A-204F-498C-B6D5-5A6451AD35FD}" dt="2026-04-18T14:21:17.333" v="2693" actId="20577"/>
          <ac:spMkLst>
            <pc:docMk/>
            <pc:sldMk cId="1656759504" sldId="278"/>
            <ac:spMk id="3" creationId="{8DBF51CE-C989-997E-1153-F68DFCF2840B}"/>
          </ac:spMkLst>
        </pc:spChg>
      </pc:sldChg>
      <pc:sldChg chg="modSp new mod">
        <pc:chgData name="Bowen Cheek" userId="8fca192e-0677-4b46-9386-7af871cc0c0f" providerId="ADAL" clId="{539CF98A-204F-498C-B6D5-5A6451AD35FD}" dt="2026-04-18T14:22:55.348" v="2747"/>
        <pc:sldMkLst>
          <pc:docMk/>
          <pc:sldMk cId="2469429274" sldId="279"/>
        </pc:sldMkLst>
        <pc:spChg chg="mod">
          <ac:chgData name="Bowen Cheek" userId="8fca192e-0677-4b46-9386-7af871cc0c0f" providerId="ADAL" clId="{539CF98A-204F-498C-B6D5-5A6451AD35FD}" dt="2026-04-18T14:22:24.652" v="2744" actId="20577"/>
          <ac:spMkLst>
            <pc:docMk/>
            <pc:sldMk cId="2469429274" sldId="279"/>
            <ac:spMk id="2" creationId="{A5B42450-F74F-619A-649D-8B35D3FFD562}"/>
          </ac:spMkLst>
        </pc:spChg>
        <pc:spChg chg="mod">
          <ac:chgData name="Bowen Cheek" userId="8fca192e-0677-4b46-9386-7af871cc0c0f" providerId="ADAL" clId="{539CF98A-204F-498C-B6D5-5A6451AD35FD}" dt="2026-04-18T14:22:55.348" v="2747"/>
          <ac:spMkLst>
            <pc:docMk/>
            <pc:sldMk cId="2469429274" sldId="279"/>
            <ac:spMk id="3" creationId="{CB11576E-3DC9-69CC-96B0-ED80E483BAA5}"/>
          </ac:spMkLst>
        </pc:spChg>
      </pc:sldChg>
      <pc:sldChg chg="modSp add mod">
        <pc:chgData name="Bowen Cheek" userId="8fca192e-0677-4b46-9386-7af871cc0c0f" providerId="ADAL" clId="{539CF98A-204F-498C-B6D5-5A6451AD35FD}" dt="2026-04-18T14:34:34.839" v="2773" actId="207"/>
        <pc:sldMkLst>
          <pc:docMk/>
          <pc:sldMk cId="1169557188" sldId="280"/>
        </pc:sldMkLst>
        <pc:spChg chg="mod">
          <ac:chgData name="Bowen Cheek" userId="8fca192e-0677-4b46-9386-7af871cc0c0f" providerId="ADAL" clId="{539CF98A-204F-498C-B6D5-5A6451AD35FD}" dt="2026-04-18T14:33:58.826" v="2759" actId="20577"/>
          <ac:spMkLst>
            <pc:docMk/>
            <pc:sldMk cId="1169557188" sldId="280"/>
            <ac:spMk id="2" creationId="{70B24E43-BC99-2803-8140-AC0C99FDEC48}"/>
          </ac:spMkLst>
        </pc:spChg>
        <pc:spChg chg="mod">
          <ac:chgData name="Bowen Cheek" userId="8fca192e-0677-4b46-9386-7af871cc0c0f" providerId="ADAL" clId="{539CF98A-204F-498C-B6D5-5A6451AD35FD}" dt="2026-04-18T14:34:34.839" v="2773" actId="207"/>
          <ac:spMkLst>
            <pc:docMk/>
            <pc:sldMk cId="1169557188" sldId="280"/>
            <ac:spMk id="3" creationId="{43795C50-9BF4-C691-CB7B-E1F92094FE50}"/>
          </ac:spMkLst>
        </pc:spChg>
      </pc:sldChg>
      <pc:sldChg chg="modSp new mod">
        <pc:chgData name="Bowen Cheek" userId="8fca192e-0677-4b46-9386-7af871cc0c0f" providerId="ADAL" clId="{539CF98A-204F-498C-B6D5-5A6451AD35FD}" dt="2026-04-18T15:49:17.383" v="2910" actId="27636"/>
        <pc:sldMkLst>
          <pc:docMk/>
          <pc:sldMk cId="2588429553" sldId="281"/>
        </pc:sldMkLst>
        <pc:spChg chg="mod">
          <ac:chgData name="Bowen Cheek" userId="8fca192e-0677-4b46-9386-7af871cc0c0f" providerId="ADAL" clId="{539CF98A-204F-498C-B6D5-5A6451AD35FD}" dt="2026-04-18T14:35:52.768" v="2779" actId="20577"/>
          <ac:spMkLst>
            <pc:docMk/>
            <pc:sldMk cId="2588429553" sldId="281"/>
            <ac:spMk id="2" creationId="{E257191E-30EA-031F-F7C1-6A002A0BB196}"/>
          </ac:spMkLst>
        </pc:spChg>
        <pc:spChg chg="mod">
          <ac:chgData name="Bowen Cheek" userId="8fca192e-0677-4b46-9386-7af871cc0c0f" providerId="ADAL" clId="{539CF98A-204F-498C-B6D5-5A6451AD35FD}" dt="2026-04-18T15:49:17.383" v="2910" actId="27636"/>
          <ac:spMkLst>
            <pc:docMk/>
            <pc:sldMk cId="2588429553" sldId="281"/>
            <ac:spMk id="3" creationId="{A184DF82-5A38-3119-D5D2-B6FCC48DDF25}"/>
          </ac:spMkLst>
        </pc:spChg>
      </pc:sldChg>
      <pc:sldChg chg="modSp new mod">
        <pc:chgData name="Bowen Cheek" userId="8fca192e-0677-4b46-9386-7af871cc0c0f" providerId="ADAL" clId="{539CF98A-204F-498C-B6D5-5A6451AD35FD}" dt="2026-04-18T15:50:19.162" v="2938" actId="20577"/>
        <pc:sldMkLst>
          <pc:docMk/>
          <pc:sldMk cId="3647471714" sldId="282"/>
        </pc:sldMkLst>
        <pc:spChg chg="mod">
          <ac:chgData name="Bowen Cheek" userId="8fca192e-0677-4b46-9386-7af871cc0c0f" providerId="ADAL" clId="{539CF98A-204F-498C-B6D5-5A6451AD35FD}" dt="2026-04-18T15:50:19.162" v="2938" actId="20577"/>
          <ac:spMkLst>
            <pc:docMk/>
            <pc:sldMk cId="3647471714" sldId="282"/>
            <ac:spMk id="2" creationId="{5C034B8B-66EE-1959-23BD-366DDCE5B3AC}"/>
          </ac:spMkLst>
        </pc:spChg>
        <pc:spChg chg="mod">
          <ac:chgData name="Bowen Cheek" userId="8fca192e-0677-4b46-9386-7af871cc0c0f" providerId="ADAL" clId="{539CF98A-204F-498C-B6D5-5A6451AD35FD}" dt="2026-04-18T15:50:10.302" v="2913"/>
          <ac:spMkLst>
            <pc:docMk/>
            <pc:sldMk cId="3647471714" sldId="282"/>
            <ac:spMk id="3" creationId="{938FAA07-45B9-C152-6B53-1D0960F65F86}"/>
          </ac:spMkLst>
        </pc:spChg>
      </pc:sldChg>
      <pc:sldChg chg="modSp add mod">
        <pc:chgData name="Bowen Cheek" userId="8fca192e-0677-4b46-9386-7af871cc0c0f" providerId="ADAL" clId="{539CF98A-204F-498C-B6D5-5A6451AD35FD}" dt="2026-04-18T15:53:41.993" v="2967" actId="20577"/>
        <pc:sldMkLst>
          <pc:docMk/>
          <pc:sldMk cId="3766779850" sldId="283"/>
        </pc:sldMkLst>
        <pc:spChg chg="mod">
          <ac:chgData name="Bowen Cheek" userId="8fca192e-0677-4b46-9386-7af871cc0c0f" providerId="ADAL" clId="{539CF98A-204F-498C-B6D5-5A6451AD35FD}" dt="2026-04-18T15:53:22.457" v="2957" actId="20577"/>
          <ac:spMkLst>
            <pc:docMk/>
            <pc:sldMk cId="3766779850" sldId="283"/>
            <ac:spMk id="2" creationId="{D4E9526B-A32A-00B1-B7AD-D32A9398D2E6}"/>
          </ac:spMkLst>
        </pc:spChg>
        <pc:spChg chg="mod">
          <ac:chgData name="Bowen Cheek" userId="8fca192e-0677-4b46-9386-7af871cc0c0f" providerId="ADAL" clId="{539CF98A-204F-498C-B6D5-5A6451AD35FD}" dt="2026-04-18T15:53:41.993" v="2967" actId="20577"/>
          <ac:spMkLst>
            <pc:docMk/>
            <pc:sldMk cId="3766779850" sldId="283"/>
            <ac:spMk id="3" creationId="{A864504C-24F4-2A92-8F0C-F50853D8271E}"/>
          </ac:spMkLst>
        </pc:spChg>
      </pc:sldChg>
      <pc:sldChg chg="modSp new mod">
        <pc:chgData name="Bowen Cheek" userId="8fca192e-0677-4b46-9386-7af871cc0c0f" providerId="ADAL" clId="{539CF98A-204F-498C-B6D5-5A6451AD35FD}" dt="2026-04-18T15:55:50.213" v="3009" actId="20577"/>
        <pc:sldMkLst>
          <pc:docMk/>
          <pc:sldMk cId="1683353479" sldId="284"/>
        </pc:sldMkLst>
        <pc:spChg chg="mod">
          <ac:chgData name="Bowen Cheek" userId="8fca192e-0677-4b46-9386-7af871cc0c0f" providerId="ADAL" clId="{539CF98A-204F-498C-B6D5-5A6451AD35FD}" dt="2026-04-18T15:54:27.507" v="2970"/>
          <ac:spMkLst>
            <pc:docMk/>
            <pc:sldMk cId="1683353479" sldId="284"/>
            <ac:spMk id="2" creationId="{463BECBE-D388-D5A2-037B-72D42EF50AFA}"/>
          </ac:spMkLst>
        </pc:spChg>
        <pc:spChg chg="mod">
          <ac:chgData name="Bowen Cheek" userId="8fca192e-0677-4b46-9386-7af871cc0c0f" providerId="ADAL" clId="{539CF98A-204F-498C-B6D5-5A6451AD35FD}" dt="2026-04-18T15:55:50.213" v="3009" actId="20577"/>
          <ac:spMkLst>
            <pc:docMk/>
            <pc:sldMk cId="1683353479" sldId="284"/>
            <ac:spMk id="3" creationId="{179F2AB2-A05F-4F42-57C1-91F3BEAA7968}"/>
          </ac:spMkLst>
        </pc:spChg>
      </pc:sldChg>
      <pc:sldChg chg="modSp new mod">
        <pc:chgData name="Bowen Cheek" userId="8fca192e-0677-4b46-9386-7af871cc0c0f" providerId="ADAL" clId="{539CF98A-204F-498C-B6D5-5A6451AD35FD}" dt="2026-04-18T15:57:26.443" v="3068" actId="20577"/>
        <pc:sldMkLst>
          <pc:docMk/>
          <pc:sldMk cId="2644686118" sldId="285"/>
        </pc:sldMkLst>
        <pc:spChg chg="mod">
          <ac:chgData name="Bowen Cheek" userId="8fca192e-0677-4b46-9386-7af871cc0c0f" providerId="ADAL" clId="{539CF98A-204F-498C-B6D5-5A6451AD35FD}" dt="2026-04-18T15:56:41.027" v="3049" actId="20577"/>
          <ac:spMkLst>
            <pc:docMk/>
            <pc:sldMk cId="2644686118" sldId="285"/>
            <ac:spMk id="2" creationId="{406A7C30-1DC7-5571-4434-6EFE23F21DB9}"/>
          </ac:spMkLst>
        </pc:spChg>
        <pc:spChg chg="mod">
          <ac:chgData name="Bowen Cheek" userId="8fca192e-0677-4b46-9386-7af871cc0c0f" providerId="ADAL" clId="{539CF98A-204F-498C-B6D5-5A6451AD35FD}" dt="2026-04-18T15:57:26.443" v="3068" actId="20577"/>
          <ac:spMkLst>
            <pc:docMk/>
            <pc:sldMk cId="2644686118" sldId="285"/>
            <ac:spMk id="3" creationId="{F64ADBC9-70D5-8158-7954-02499AB7BF93}"/>
          </ac:spMkLst>
        </pc:spChg>
      </pc:sldChg>
      <pc:sldChg chg="modSp new mod">
        <pc:chgData name="Bowen Cheek" userId="8fca192e-0677-4b46-9386-7af871cc0c0f" providerId="ADAL" clId="{539CF98A-204F-498C-B6D5-5A6451AD35FD}" dt="2026-04-18T15:59:37.548" v="3152" actId="20577"/>
        <pc:sldMkLst>
          <pc:docMk/>
          <pc:sldMk cId="2755535961" sldId="286"/>
        </pc:sldMkLst>
        <pc:spChg chg="mod">
          <ac:chgData name="Bowen Cheek" userId="8fca192e-0677-4b46-9386-7af871cc0c0f" providerId="ADAL" clId="{539CF98A-204F-498C-B6D5-5A6451AD35FD}" dt="2026-04-18T15:58:18.216" v="3110" actId="20577"/>
          <ac:spMkLst>
            <pc:docMk/>
            <pc:sldMk cId="2755535961" sldId="286"/>
            <ac:spMk id="2" creationId="{65DD642E-B2ED-C8E0-B8FA-4C2965FE5D18}"/>
          </ac:spMkLst>
        </pc:spChg>
        <pc:spChg chg="mod">
          <ac:chgData name="Bowen Cheek" userId="8fca192e-0677-4b46-9386-7af871cc0c0f" providerId="ADAL" clId="{539CF98A-204F-498C-B6D5-5A6451AD35FD}" dt="2026-04-18T15:59:37.548" v="3152" actId="20577"/>
          <ac:spMkLst>
            <pc:docMk/>
            <pc:sldMk cId="2755535961" sldId="286"/>
            <ac:spMk id="3" creationId="{E62773F3-5346-0CB6-86CD-1BA2902A1AC4}"/>
          </ac:spMkLst>
        </pc:spChg>
      </pc:sldChg>
      <pc:sldChg chg="modSp new mod">
        <pc:chgData name="Bowen Cheek" userId="8fca192e-0677-4b46-9386-7af871cc0c0f" providerId="ADAL" clId="{539CF98A-204F-498C-B6D5-5A6451AD35FD}" dt="2026-04-18T16:08:05.530" v="3230" actId="20577"/>
        <pc:sldMkLst>
          <pc:docMk/>
          <pc:sldMk cId="4148140370" sldId="287"/>
        </pc:sldMkLst>
        <pc:spChg chg="mod">
          <ac:chgData name="Bowen Cheek" userId="8fca192e-0677-4b46-9386-7af871cc0c0f" providerId="ADAL" clId="{539CF98A-204F-498C-B6D5-5A6451AD35FD}" dt="2026-04-18T15:58:31.193" v="3148" actId="20577"/>
          <ac:spMkLst>
            <pc:docMk/>
            <pc:sldMk cId="4148140370" sldId="287"/>
            <ac:spMk id="2" creationId="{2E30C48D-C3EF-1A84-9485-D549148FB73D}"/>
          </ac:spMkLst>
        </pc:spChg>
        <pc:spChg chg="mod">
          <ac:chgData name="Bowen Cheek" userId="8fca192e-0677-4b46-9386-7af871cc0c0f" providerId="ADAL" clId="{539CF98A-204F-498C-B6D5-5A6451AD35FD}" dt="2026-04-18T16:08:05.530" v="3230" actId="20577"/>
          <ac:spMkLst>
            <pc:docMk/>
            <pc:sldMk cId="4148140370" sldId="287"/>
            <ac:spMk id="3" creationId="{5D2F3A8B-0E89-0172-B61D-5CEC7720405D}"/>
          </ac:spMkLst>
        </pc:spChg>
      </pc:sldChg>
      <pc:sldChg chg="modSp add mod">
        <pc:chgData name="Bowen Cheek" userId="8fca192e-0677-4b46-9386-7af871cc0c0f" providerId="ADAL" clId="{539CF98A-204F-498C-B6D5-5A6451AD35FD}" dt="2026-04-18T16:06:58.071" v="3203" actId="20577"/>
        <pc:sldMkLst>
          <pc:docMk/>
          <pc:sldMk cId="3390899726" sldId="288"/>
        </pc:sldMkLst>
        <pc:spChg chg="mod">
          <ac:chgData name="Bowen Cheek" userId="8fca192e-0677-4b46-9386-7af871cc0c0f" providerId="ADAL" clId="{539CF98A-204F-498C-B6D5-5A6451AD35FD}" dt="2026-04-18T16:03:32.418" v="3192" actId="20577"/>
          <ac:spMkLst>
            <pc:docMk/>
            <pc:sldMk cId="3390899726" sldId="288"/>
            <ac:spMk id="2" creationId="{F86D0748-215A-C845-74BE-CAF02DE7B289}"/>
          </ac:spMkLst>
        </pc:spChg>
        <pc:spChg chg="mod">
          <ac:chgData name="Bowen Cheek" userId="8fca192e-0677-4b46-9386-7af871cc0c0f" providerId="ADAL" clId="{539CF98A-204F-498C-B6D5-5A6451AD35FD}" dt="2026-04-18T16:06:58.071" v="3203" actId="20577"/>
          <ac:spMkLst>
            <pc:docMk/>
            <pc:sldMk cId="3390899726" sldId="288"/>
            <ac:spMk id="3" creationId="{2BCD164E-856B-3C29-E955-D451171A46FC}"/>
          </ac:spMkLst>
        </pc:spChg>
      </pc:sldChg>
      <pc:sldChg chg="modSp add mod">
        <pc:chgData name="Bowen Cheek" userId="8fca192e-0677-4b46-9386-7af871cc0c0f" providerId="ADAL" clId="{539CF98A-204F-498C-B6D5-5A6451AD35FD}" dt="2026-04-18T16:13:52.141" v="3274" actId="20577"/>
        <pc:sldMkLst>
          <pc:docMk/>
          <pc:sldMk cId="3821450613" sldId="289"/>
        </pc:sldMkLst>
        <pc:spChg chg="mod">
          <ac:chgData name="Bowen Cheek" userId="8fca192e-0677-4b46-9386-7af871cc0c0f" providerId="ADAL" clId="{539CF98A-204F-498C-B6D5-5A6451AD35FD}" dt="2026-04-18T16:13:34.721" v="3265" actId="20577"/>
          <ac:spMkLst>
            <pc:docMk/>
            <pc:sldMk cId="3821450613" sldId="289"/>
            <ac:spMk id="2" creationId="{D46E9E43-589A-21FA-9E6A-CB6E95E36360}"/>
          </ac:spMkLst>
        </pc:spChg>
        <pc:spChg chg="mod">
          <ac:chgData name="Bowen Cheek" userId="8fca192e-0677-4b46-9386-7af871cc0c0f" providerId="ADAL" clId="{539CF98A-204F-498C-B6D5-5A6451AD35FD}" dt="2026-04-18T16:13:52.141" v="3274" actId="20577"/>
          <ac:spMkLst>
            <pc:docMk/>
            <pc:sldMk cId="3821450613" sldId="289"/>
            <ac:spMk id="3" creationId="{A7B6B07B-A35E-AB50-C44E-8AC5FEAE0685}"/>
          </ac:spMkLst>
        </pc:spChg>
      </pc:sldChg>
      <pc:sldChg chg="modSp new mod">
        <pc:chgData name="Bowen Cheek" userId="8fca192e-0677-4b46-9386-7af871cc0c0f" providerId="ADAL" clId="{539CF98A-204F-498C-B6D5-5A6451AD35FD}" dt="2026-04-18T16:21:54.829" v="3299" actId="20577"/>
        <pc:sldMkLst>
          <pc:docMk/>
          <pc:sldMk cId="3195900851" sldId="290"/>
        </pc:sldMkLst>
        <pc:spChg chg="mod">
          <ac:chgData name="Bowen Cheek" userId="8fca192e-0677-4b46-9386-7af871cc0c0f" providerId="ADAL" clId="{539CF98A-204F-498C-B6D5-5A6451AD35FD}" dt="2026-04-18T16:21:49.417" v="3293" actId="20577"/>
          <ac:spMkLst>
            <pc:docMk/>
            <pc:sldMk cId="3195900851" sldId="290"/>
            <ac:spMk id="2" creationId="{3C62EF5F-FC97-797B-2C17-8714911596CB}"/>
          </ac:spMkLst>
        </pc:spChg>
        <pc:spChg chg="mod">
          <ac:chgData name="Bowen Cheek" userId="8fca192e-0677-4b46-9386-7af871cc0c0f" providerId="ADAL" clId="{539CF98A-204F-498C-B6D5-5A6451AD35FD}" dt="2026-04-18T16:21:54.829" v="3299" actId="20577"/>
          <ac:spMkLst>
            <pc:docMk/>
            <pc:sldMk cId="3195900851" sldId="290"/>
            <ac:spMk id="3" creationId="{3FCD4A45-E9B1-BB5C-88FC-8F6CE56E8C32}"/>
          </ac:spMkLst>
        </pc:spChg>
      </pc:sldChg>
      <pc:sldChg chg="modSp add mod">
        <pc:chgData name="Bowen Cheek" userId="8fca192e-0677-4b46-9386-7af871cc0c0f" providerId="ADAL" clId="{539CF98A-204F-498C-B6D5-5A6451AD35FD}" dt="2026-04-18T16:26:03.179" v="3326" actId="20577"/>
        <pc:sldMkLst>
          <pc:docMk/>
          <pc:sldMk cId="1247996192" sldId="291"/>
        </pc:sldMkLst>
        <pc:spChg chg="mod">
          <ac:chgData name="Bowen Cheek" userId="8fca192e-0677-4b46-9386-7af871cc0c0f" providerId="ADAL" clId="{539CF98A-204F-498C-B6D5-5A6451AD35FD}" dt="2026-04-18T16:25:50.289" v="3319" actId="20577"/>
          <ac:spMkLst>
            <pc:docMk/>
            <pc:sldMk cId="1247996192" sldId="291"/>
            <ac:spMk id="2" creationId="{F92935C0-F594-91AC-8324-E67F68C0461E}"/>
          </ac:spMkLst>
        </pc:spChg>
        <pc:spChg chg="mod">
          <ac:chgData name="Bowen Cheek" userId="8fca192e-0677-4b46-9386-7af871cc0c0f" providerId="ADAL" clId="{539CF98A-204F-498C-B6D5-5A6451AD35FD}" dt="2026-04-18T16:26:03.179" v="3326" actId="20577"/>
          <ac:spMkLst>
            <pc:docMk/>
            <pc:sldMk cId="1247996192" sldId="291"/>
            <ac:spMk id="3" creationId="{C4230CEA-7C93-4E9D-8C2F-A3BE0F816A25}"/>
          </ac:spMkLst>
        </pc:spChg>
      </pc:sldChg>
      <pc:sldChg chg="addSp delSp modSp new mod">
        <pc:chgData name="Bowen Cheek" userId="8fca192e-0677-4b46-9386-7af871cc0c0f" providerId="ADAL" clId="{539CF98A-204F-498C-B6D5-5A6451AD35FD}" dt="2026-04-18T16:33:20.084" v="3613" actId="1076"/>
        <pc:sldMkLst>
          <pc:docMk/>
          <pc:sldMk cId="2885189884" sldId="292"/>
        </pc:sldMkLst>
        <pc:spChg chg="mod">
          <ac:chgData name="Bowen Cheek" userId="8fca192e-0677-4b46-9386-7af871cc0c0f" providerId="ADAL" clId="{539CF98A-204F-498C-B6D5-5A6451AD35FD}" dt="2026-04-18T16:32:55.399" v="3592" actId="404"/>
          <ac:spMkLst>
            <pc:docMk/>
            <pc:sldMk cId="2885189884" sldId="292"/>
            <ac:spMk id="2" creationId="{0EAF4528-111D-5BBE-099C-7E0540349B43}"/>
          </ac:spMkLst>
        </pc:spChg>
        <pc:spChg chg="add del mod">
          <ac:chgData name="Bowen Cheek" userId="8fca192e-0677-4b46-9386-7af871cc0c0f" providerId="ADAL" clId="{539CF98A-204F-498C-B6D5-5A6451AD35FD}" dt="2026-04-18T16:33:20.084" v="3613" actId="1076"/>
          <ac:spMkLst>
            <pc:docMk/>
            <pc:sldMk cId="2885189884" sldId="292"/>
            <ac:spMk id="3" creationId="{6A8A0159-9AE5-73E4-95D9-B9933C582998}"/>
          </ac:spMkLst>
        </pc:spChg>
      </pc:sldChg>
      <pc:sldChg chg="modSp new mod">
        <pc:chgData name="Bowen Cheek" userId="8fca192e-0677-4b46-9386-7af871cc0c0f" providerId="ADAL" clId="{539CF98A-204F-498C-B6D5-5A6451AD35FD}" dt="2026-04-18T16:35:16.362" v="3699" actId="20577"/>
        <pc:sldMkLst>
          <pc:docMk/>
          <pc:sldMk cId="1848526859" sldId="293"/>
        </pc:sldMkLst>
        <pc:spChg chg="mod">
          <ac:chgData name="Bowen Cheek" userId="8fca192e-0677-4b46-9386-7af871cc0c0f" providerId="ADAL" clId="{539CF98A-204F-498C-B6D5-5A6451AD35FD}" dt="2026-04-18T16:33:45.065" v="3645" actId="20577"/>
          <ac:spMkLst>
            <pc:docMk/>
            <pc:sldMk cId="1848526859" sldId="293"/>
            <ac:spMk id="2" creationId="{6EC25CF0-17A7-B1E0-9A93-D2825F649BA6}"/>
          </ac:spMkLst>
        </pc:spChg>
        <pc:spChg chg="mod">
          <ac:chgData name="Bowen Cheek" userId="8fca192e-0677-4b46-9386-7af871cc0c0f" providerId="ADAL" clId="{539CF98A-204F-498C-B6D5-5A6451AD35FD}" dt="2026-04-18T16:35:16.362" v="3699" actId="20577"/>
          <ac:spMkLst>
            <pc:docMk/>
            <pc:sldMk cId="1848526859" sldId="293"/>
            <ac:spMk id="3" creationId="{A8826E17-F5F2-7FFC-7EE1-52D3E67B4A1C}"/>
          </ac:spMkLst>
        </pc:spChg>
      </pc:sldChg>
      <pc:sldChg chg="modSp new mod">
        <pc:chgData name="Bowen Cheek" userId="8fca192e-0677-4b46-9386-7af871cc0c0f" providerId="ADAL" clId="{539CF98A-204F-498C-B6D5-5A6451AD35FD}" dt="2026-04-18T16:36:52.399" v="3766" actId="20577"/>
        <pc:sldMkLst>
          <pc:docMk/>
          <pc:sldMk cId="3753382229" sldId="294"/>
        </pc:sldMkLst>
        <pc:spChg chg="mod">
          <ac:chgData name="Bowen Cheek" userId="8fca192e-0677-4b46-9386-7af871cc0c0f" providerId="ADAL" clId="{539CF98A-204F-498C-B6D5-5A6451AD35FD}" dt="2026-04-18T16:36:06.864" v="3717" actId="20577"/>
          <ac:spMkLst>
            <pc:docMk/>
            <pc:sldMk cId="3753382229" sldId="294"/>
            <ac:spMk id="2" creationId="{FDE20F80-077F-3D32-9BD7-B7340C22F4E6}"/>
          </ac:spMkLst>
        </pc:spChg>
        <pc:spChg chg="mod">
          <ac:chgData name="Bowen Cheek" userId="8fca192e-0677-4b46-9386-7af871cc0c0f" providerId="ADAL" clId="{539CF98A-204F-498C-B6D5-5A6451AD35FD}" dt="2026-04-18T16:36:52.399" v="3766" actId="20577"/>
          <ac:spMkLst>
            <pc:docMk/>
            <pc:sldMk cId="3753382229" sldId="294"/>
            <ac:spMk id="3" creationId="{E1DD4E04-89F9-1A3D-9D52-D1484D4ADFBB}"/>
          </ac:spMkLst>
        </pc:spChg>
      </pc:sldChg>
      <pc:sldChg chg="modSp add mod">
        <pc:chgData name="Bowen Cheek" userId="8fca192e-0677-4b46-9386-7af871cc0c0f" providerId="ADAL" clId="{539CF98A-204F-498C-B6D5-5A6451AD35FD}" dt="2026-04-18T16:39:12.879" v="3800" actId="207"/>
        <pc:sldMkLst>
          <pc:docMk/>
          <pc:sldMk cId="2518520175" sldId="295"/>
        </pc:sldMkLst>
        <pc:spChg chg="mod">
          <ac:chgData name="Bowen Cheek" userId="8fca192e-0677-4b46-9386-7af871cc0c0f" providerId="ADAL" clId="{539CF98A-204F-498C-B6D5-5A6451AD35FD}" dt="2026-04-18T16:38:24.409" v="3779" actId="20577"/>
          <ac:spMkLst>
            <pc:docMk/>
            <pc:sldMk cId="2518520175" sldId="295"/>
            <ac:spMk id="2" creationId="{2415D197-ED59-8032-EE0B-6557C4323F4B}"/>
          </ac:spMkLst>
        </pc:spChg>
        <pc:spChg chg="mod">
          <ac:chgData name="Bowen Cheek" userId="8fca192e-0677-4b46-9386-7af871cc0c0f" providerId="ADAL" clId="{539CF98A-204F-498C-B6D5-5A6451AD35FD}" dt="2026-04-18T16:39:12.879" v="3800" actId="207"/>
          <ac:spMkLst>
            <pc:docMk/>
            <pc:sldMk cId="2518520175" sldId="295"/>
            <ac:spMk id="3" creationId="{6CA5E52E-A0D3-B80F-EDB0-123AABA95CC3}"/>
          </ac:spMkLst>
        </pc:spChg>
      </pc:sldChg>
      <pc:sldChg chg="modSp new mod">
        <pc:chgData name="Bowen Cheek" userId="8fca192e-0677-4b46-9386-7af871cc0c0f" providerId="ADAL" clId="{539CF98A-204F-498C-B6D5-5A6451AD35FD}" dt="2026-04-18T16:40:10.084" v="3846" actId="20577"/>
        <pc:sldMkLst>
          <pc:docMk/>
          <pc:sldMk cId="1878589810" sldId="296"/>
        </pc:sldMkLst>
        <pc:spChg chg="mod">
          <ac:chgData name="Bowen Cheek" userId="8fca192e-0677-4b46-9386-7af871cc0c0f" providerId="ADAL" clId="{539CF98A-204F-498C-B6D5-5A6451AD35FD}" dt="2026-04-18T16:40:10.084" v="3846" actId="20577"/>
          <ac:spMkLst>
            <pc:docMk/>
            <pc:sldMk cId="1878589810" sldId="296"/>
            <ac:spMk id="2" creationId="{7BEE8A64-A3AE-106B-A834-7B031B361E78}"/>
          </ac:spMkLst>
        </pc:spChg>
        <pc:spChg chg="mod">
          <ac:chgData name="Bowen Cheek" userId="8fca192e-0677-4b46-9386-7af871cc0c0f" providerId="ADAL" clId="{539CF98A-204F-498C-B6D5-5A6451AD35FD}" dt="2026-04-18T16:40:01.973" v="3815" actId="20577"/>
          <ac:spMkLst>
            <pc:docMk/>
            <pc:sldMk cId="1878589810" sldId="296"/>
            <ac:spMk id="3" creationId="{BC590932-76EF-D78D-7EA6-61B9F8210887}"/>
          </ac:spMkLst>
        </pc:spChg>
      </pc:sldChg>
      <pc:sldChg chg="modSp add mod">
        <pc:chgData name="Bowen Cheek" userId="8fca192e-0677-4b46-9386-7af871cc0c0f" providerId="ADAL" clId="{539CF98A-204F-498C-B6D5-5A6451AD35FD}" dt="2026-04-18T16:45:43.418" v="3870" actId="20577"/>
        <pc:sldMkLst>
          <pc:docMk/>
          <pc:sldMk cId="2837095765" sldId="297"/>
        </pc:sldMkLst>
        <pc:spChg chg="mod">
          <ac:chgData name="Bowen Cheek" userId="8fca192e-0677-4b46-9386-7af871cc0c0f" providerId="ADAL" clId="{539CF98A-204F-498C-B6D5-5A6451AD35FD}" dt="2026-04-18T16:45:20.032" v="3859" actId="20577"/>
          <ac:spMkLst>
            <pc:docMk/>
            <pc:sldMk cId="2837095765" sldId="297"/>
            <ac:spMk id="2" creationId="{862CD7E8-7B9B-C706-D089-4AF1ADF610B6}"/>
          </ac:spMkLst>
        </pc:spChg>
        <pc:spChg chg="mod">
          <ac:chgData name="Bowen Cheek" userId="8fca192e-0677-4b46-9386-7af871cc0c0f" providerId="ADAL" clId="{539CF98A-204F-498C-B6D5-5A6451AD35FD}" dt="2026-04-18T16:45:43.418" v="3870" actId="20577"/>
          <ac:spMkLst>
            <pc:docMk/>
            <pc:sldMk cId="2837095765" sldId="297"/>
            <ac:spMk id="3" creationId="{8593EDCA-B15C-AD88-5DB0-C3FD40FFE675}"/>
          </ac:spMkLst>
        </pc:spChg>
      </pc:sldChg>
      <pc:sldChg chg="modSp new mod">
        <pc:chgData name="Bowen Cheek" userId="8fca192e-0677-4b46-9386-7af871cc0c0f" providerId="ADAL" clId="{539CF98A-204F-498C-B6D5-5A6451AD35FD}" dt="2026-04-18T16:47:14.332" v="3940" actId="20577"/>
        <pc:sldMkLst>
          <pc:docMk/>
          <pc:sldMk cId="2240253944" sldId="298"/>
        </pc:sldMkLst>
        <pc:spChg chg="mod">
          <ac:chgData name="Bowen Cheek" userId="8fca192e-0677-4b46-9386-7af871cc0c0f" providerId="ADAL" clId="{539CF98A-204F-498C-B6D5-5A6451AD35FD}" dt="2026-04-18T16:47:14.332" v="3940" actId="20577"/>
          <ac:spMkLst>
            <pc:docMk/>
            <pc:sldMk cId="2240253944" sldId="298"/>
            <ac:spMk id="2" creationId="{C2DD6863-63F0-9DA3-5FC3-1D33A94A78E8}"/>
          </ac:spMkLst>
        </pc:spChg>
        <pc:spChg chg="mod">
          <ac:chgData name="Bowen Cheek" userId="8fca192e-0677-4b46-9386-7af871cc0c0f" providerId="ADAL" clId="{539CF98A-204F-498C-B6D5-5A6451AD35FD}" dt="2026-04-18T16:47:00.507" v="3923" actId="20577"/>
          <ac:spMkLst>
            <pc:docMk/>
            <pc:sldMk cId="2240253944" sldId="298"/>
            <ac:spMk id="3" creationId="{A7319760-AC2F-7BD9-F088-7E416C66A164}"/>
          </ac:spMkLst>
        </pc:spChg>
      </pc:sldChg>
      <pc:sldChg chg="modSp add mod">
        <pc:chgData name="Bowen Cheek" userId="8fca192e-0677-4b46-9386-7af871cc0c0f" providerId="ADAL" clId="{539CF98A-204F-498C-B6D5-5A6451AD35FD}" dt="2026-04-18T16:51:22.062" v="3961" actId="20577"/>
        <pc:sldMkLst>
          <pc:docMk/>
          <pc:sldMk cId="3734030243" sldId="299"/>
        </pc:sldMkLst>
        <pc:spChg chg="mod">
          <ac:chgData name="Bowen Cheek" userId="8fca192e-0677-4b46-9386-7af871cc0c0f" providerId="ADAL" clId="{539CF98A-204F-498C-B6D5-5A6451AD35FD}" dt="2026-04-18T16:51:04.137" v="3953" actId="20577"/>
          <ac:spMkLst>
            <pc:docMk/>
            <pc:sldMk cId="3734030243" sldId="299"/>
            <ac:spMk id="2" creationId="{42B394A9-8EA3-5AE6-9069-1A5F9E8998A4}"/>
          </ac:spMkLst>
        </pc:spChg>
        <pc:spChg chg="mod">
          <ac:chgData name="Bowen Cheek" userId="8fca192e-0677-4b46-9386-7af871cc0c0f" providerId="ADAL" clId="{539CF98A-204F-498C-B6D5-5A6451AD35FD}" dt="2026-04-18T16:51:22.062" v="3961" actId="20577"/>
          <ac:spMkLst>
            <pc:docMk/>
            <pc:sldMk cId="3734030243" sldId="299"/>
            <ac:spMk id="3" creationId="{E398BC77-A66A-69D7-C0D8-AE21C5FA60BE}"/>
          </ac:spMkLst>
        </pc:spChg>
      </pc:sldChg>
    </pc:docChg>
  </pc:docChgLst>
</pc:chgInfo>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4/27/2026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4/27/2026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4/27/2026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4/27/2026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4/27/2026</a:t>
            </a:fld>
            <a:endParaRPr lang="en-US"/>
          </a:p>
        </p:txBody>
      </p:sp>
      <p:sp>
        <p:nvSpPr>
          <p:cNvPr id="8" name="Footer Placeholder 7"/>
          <p:cNvSpPr>
            <a:spLocks noGrp="1"/>
          </p:cNvSpPr>
          <p:nvPr>
            <p:ph type="ftr" sz="quarter" idx="11"/>
          </p:nvPr>
        </p:nvSpPr>
        <p:spPr/>
        <p:txBody>
          <a:bodyPr/>
          <a:lstStyle/>
          <a:p>
            <a:r>
              <a:rPr lang="en-US"/>
              <a:t>Bowen C.</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4/27/2026</a:t>
            </a:fld>
            <a:endParaRPr lang="en-US"/>
          </a:p>
        </p:txBody>
      </p:sp>
      <p:sp>
        <p:nvSpPr>
          <p:cNvPr id="4" name="Footer Placeholder 3"/>
          <p:cNvSpPr>
            <a:spLocks noGrp="1"/>
          </p:cNvSpPr>
          <p:nvPr>
            <p:ph type="ftr" sz="quarter" idx="11"/>
          </p:nvPr>
        </p:nvSpPr>
        <p:spPr/>
        <p:txBody>
          <a:bodyPr/>
          <a:lstStyle/>
          <a:p>
            <a:r>
              <a:rPr lang="en-US"/>
              <a:t>Bowen C.</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4/27/2026</a:t>
            </a:fld>
            <a:endParaRPr lang="en-US"/>
          </a:p>
        </p:txBody>
      </p:sp>
      <p:sp>
        <p:nvSpPr>
          <p:cNvPr id="3" name="Footer Placeholder 2"/>
          <p:cNvSpPr>
            <a:spLocks noGrp="1"/>
          </p:cNvSpPr>
          <p:nvPr>
            <p:ph type="ftr" sz="quarter" idx="11"/>
          </p:nvPr>
        </p:nvSpPr>
        <p:spPr/>
        <p:txBody>
          <a:bodyPr/>
          <a:lstStyle/>
          <a:p>
            <a:r>
              <a:rPr lang="en-US"/>
              <a:t>Bowen C.</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4/27/2026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4/27/2026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4/27/2026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4/27/2026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EDA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Bowen C.</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bg>
      <p:bgPr>
        <a:blipFill>
          <a:blip r:embed="rId2"/>
          <a:stretch>
            <a:fillRect b="-17000" t="-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00186" y="476600"/>
            <a:ext cx="8052662" cy="1128363"/>
          </a:xfrm>
        </p:spPr>
        <p:txBody>
          <a:bodyPr/>
          <a:lstStyle/>
          <a:p>
            <a:r>
              <a:rPr lang="en-US">
                <a:solidFill>
                  <a:schemeClr val="bg1"/>
                </a:solidFill>
              </a:rPr>
              <a:t>Hypothesis Testing  </a:t>
            </a:r>
          </a:p>
        </p:txBody>
      </p:sp>
      <p:sp>
        <p:nvSpPr>
          <p:cNvPr id="3" name="Subtitle 2"/>
          <p:cNvSpPr>
            <a:spLocks noGrp="1"/>
          </p:cNvSpPr>
          <p:nvPr>
            <p:ph idx="1" type="subTitle"/>
          </p:nvPr>
        </p:nvSpPr>
        <p:spPr>
          <a:xfrm>
            <a:off x="529525" y="5817004"/>
            <a:ext cx="2092272" cy="474017"/>
          </a:xfrm>
        </p:spPr>
        <p:txBody>
          <a:bodyPr anchor="t" bIns="45720" lIns="91440" rIns="91440" rtlCol="0" tIns="45720" vert="horz">
            <a:normAutofit/>
          </a:bodyPr>
          <a:lstStyle/>
          <a:p>
            <a:pPr algn="l"/>
            <a:r>
              <a:rPr lang="en-US">
                <a:solidFill>
                  <a:schemeClr val="bg1"/>
                </a:solidFill>
              </a:rPr>
              <a:t>Chapter 9</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3A59-FD19-1A40-14EA-19110B0C990A}"/>
              </a:ext>
            </a:extLst>
          </p:cNvPr>
          <p:cNvSpPr>
            <a:spLocks noGrp="1"/>
          </p:cNvSpPr>
          <p:nvPr>
            <p:ph type="title"/>
          </p:nvPr>
        </p:nvSpPr>
        <p:spPr/>
        <p:txBody>
          <a:bodyPr/>
          <a:lstStyle/>
          <a:p>
            <a:r>
              <a:rPr lang="en-US"/>
              <a:t>Objectives </a:t>
            </a:r>
          </a:p>
        </p:txBody>
      </p:sp>
      <p:sp>
        <p:nvSpPr>
          <p:cNvPr id="3" name="Content Placeholder 2">
            <a:extLst>
              <a:ext uri="{FF2B5EF4-FFF2-40B4-BE49-F238E27FC236}">
                <a16:creationId xmlns:a16="http://schemas.microsoft.com/office/drawing/2014/main" id="{0126C71F-2F06-FFAD-7B46-CE0B53924A2A}"/>
              </a:ext>
            </a:extLst>
          </p:cNvPr>
          <p:cNvSpPr>
            <a:spLocks noGrp="1"/>
          </p:cNvSpPr>
          <p:nvPr>
            <p:ph idx="1"/>
          </p:nvPr>
        </p:nvSpPr>
        <p:spPr/>
        <p:txBody>
          <a:bodyPr anchor="t" bIns="45720" lIns="91440" rIns="91440" rtlCol="0" tIns="45720" vert="horz">
            <a:normAutofit lnSpcReduction="10000"/>
          </a:bodyPr>
          <a:lstStyle/>
          <a:p>
            <a:r>
              <a:rPr lang="en-US"/>
              <a:t>Read textbook sections 9.1 – 9.4.  </a:t>
            </a:r>
            <a:endParaRPr dirty="0" lang="en-US"/>
          </a:p>
          <a:p>
            <a:r>
              <a:rPr lang="en-US"/>
              <a:t>State the null and alternate hypotheses. </a:t>
            </a:r>
          </a:p>
          <a:p>
            <a:r>
              <a:rPr lang="en-US"/>
              <a:t>Compute the test statistic and p-value. </a:t>
            </a:r>
          </a:p>
          <a:p>
            <a:r>
              <a:rPr lang="en-US"/>
              <a:t>Understand the concept of a significance level. </a:t>
            </a:r>
          </a:p>
          <a:p>
            <a:r>
              <a:rPr dirty="0" lang="en-US"/>
              <a:t>Interpret the results and make an appropriate conclusion. </a:t>
            </a:r>
          </a:p>
          <a:p>
            <a:r>
              <a:rPr dirty="0" lang="en-US"/>
              <a:t>Determine whether an error has been made.</a:t>
            </a:r>
          </a:p>
          <a:p>
            <a:pPr indent="0" marL="0">
              <a:buNone/>
            </a:pPr>
            <a:r>
              <a:rPr dirty="0" i="1" lang="en-US">
                <a:solidFill>
                  <a:srgbClr val="000000"/>
                </a:solidFill>
              </a:rPr>
              <a:t>Hypothesis testing is a method of estimating an unknown parameter. We use probability to determine the likelihood of two competing hypotheses. In this course, we will perform hypothesis tests to estimate means and proportions. </a:t>
            </a:r>
          </a:p>
          <a:p>
            <a:endParaRPr dirty="0" lang="en-US"/>
          </a:p>
        </p:txBody>
      </p:sp>
      <p:sp>
        <p:nvSpPr>
          <p:cNvPr id="4" name="Footer Placeholder 3">
            <a:extLst>
              <a:ext uri="{FF2B5EF4-FFF2-40B4-BE49-F238E27FC236}">
                <a16:creationId xmlns:a16="http://schemas.microsoft.com/office/drawing/2014/main" id="{450B2080-18D4-0F0C-CB27-E435287C1D40}"/>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6A8B6580-ADF0-2A4A-A234-F5CE5FAAB893}"/>
              </a:ext>
            </a:extLst>
          </p:cNvPr>
          <p:cNvSpPr>
            <a:spLocks noGrp="1"/>
          </p:cNvSpPr>
          <p:nvPr>
            <p:ph idx="12" sz="quarter" type="sldNum"/>
          </p:nvPr>
        </p:nvSpPr>
        <p:spPr/>
        <p:txBody>
          <a:bodyPr/>
          <a:lstStyle/>
          <a:p>
            <a:fld id="{330EA680-D336-4FF7-8B7A-9848BB0A1C32}" type="slidenum">
              <a:rPr lang="en-US" smtClean="0">
                <a:solidFill>
                  <a:srgbClr val="000000"/>
                </a:solidFill>
              </a:rPr>
              <a:t>2</a:t>
            </a:fld>
            <a:endParaRPr lang="en-US"/>
          </a:p>
        </p:txBody>
      </p:sp>
    </p:spTree>
    <p:extLst>
      <p:ext uri="{BB962C8B-B14F-4D97-AF65-F5344CB8AC3E}">
        <p14:creationId xmlns:p14="http://schemas.microsoft.com/office/powerpoint/2010/main" val="2738135573"/>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2F09-7B83-D3E3-7159-783022E6A0C6}"/>
              </a:ext>
            </a:extLst>
          </p:cNvPr>
          <p:cNvSpPr>
            <a:spLocks noGrp="1"/>
          </p:cNvSpPr>
          <p:nvPr>
            <p:ph type="title"/>
          </p:nvPr>
        </p:nvSpPr>
        <p:spPr/>
        <p:txBody>
          <a:bodyPr/>
          <a:lstStyle/>
          <a:p>
            <a:r>
              <a:rPr lang="en-US"/>
              <a:t>Null Hypothesis vs. Alternate Hypothesis</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758542E9-D54B-FCE0-9782-2C0D092553DE}"/>
                  </a:ext>
                </a:extLst>
              </p:cNvPr>
              <p:cNvSpPr>
                <a:spLocks noGrp="1"/>
              </p:cNvSpPr>
              <p:nvPr>
                <p:ph idx="1"/>
              </p:nvPr>
            </p:nvSpPr>
            <p:spPr/>
            <p:txBody>
              <a:bodyPr anchor="t" bIns="45720" lIns="91440" rIns="91440" rtlCol="0" tIns="45720" vert="horz">
                <a:normAutofit fontScale="92500"/>
              </a:bodyPr>
              <a:lstStyle/>
              <a:p>
                <a:pPr indent="0" marL="0">
                  <a:buNone/>
                </a:pPr>
                <a:r>
                  <a:rPr dirty="0" lang="en-US"/>
                  <a:t>The null hypothesis states that the parameter of interest is equal to a specific value. </a:t>
                </a:r>
                <a14:m>
                  <m:oMath xmlns:m="http://schemas.openxmlformats.org/officeDocument/2006/math">
                    <m:sSub>
                      <m:sSubPr>
                        <m:ctrlPr>
                          <a:rPr i="1" lang="en-US" smtClean="0">
                            <a:latin charset="0" panose="02040503050406030204" pitchFamily="18" typeface="Cambria Math"/>
                          </a:rPr>
                        </m:ctrlPr>
                      </m:sSubPr>
                      <m:e>
                        <m:r>
                          <a:rPr b="0" i="1" lang="en-US" smtClean="0">
                            <a:latin charset="0" panose="02040503050406030204" pitchFamily="18" typeface="Cambria Math"/>
                          </a:rPr>
                          <m:t>𝐻</m:t>
                        </m:r>
                      </m:e>
                      <m:sub>
                        <m:r>
                          <a:rPr b="0" i="1" lang="en-US" smtClean="0">
                            <a:latin charset="0" panose="02040503050406030204" pitchFamily="18" typeface="Cambria Math"/>
                          </a:rPr>
                          <m:t>0</m:t>
                        </m:r>
                      </m:sub>
                    </m:sSub>
                    <m:r>
                      <a:rPr b="0" i="1" lang="en-US" smtClean="0">
                        <a:latin charset="0" panose="02040503050406030204" pitchFamily="18" typeface="Cambria Math"/>
                      </a:rPr>
                      <m:t>:</m:t>
                    </m:r>
                    <m:r>
                      <a:rPr b="0" i="1" lang="en-US" smtClean="0">
                        <a:latin charset="0" panose="02040503050406030204" pitchFamily="18" typeface="Cambria Math"/>
                      </a:rPr>
                      <m:t>𝑝𝑎𝑟𝑎𝑚𝑒𝑡𝑒𝑟</m:t>
                    </m:r>
                    <m:r>
                      <a:rPr b="0" i="1" lang="en-US" smtClean="0">
                        <a:latin charset="0" panose="02040503050406030204" pitchFamily="18" typeface="Cambria Math"/>
                      </a:rPr>
                      <m:t>=</m:t>
                    </m:r>
                    <m:r>
                      <a:rPr b="0" i="1" lang="en-US" smtClean="0">
                        <a:latin charset="0" panose="02040503050406030204" pitchFamily="18" typeface="Cambria Math"/>
                      </a:rPr>
                      <m:t>𝑛𝑢𝑚𝑏𝑒𝑟</m:t>
                    </m:r>
                    <m:r>
                      <a:rPr b="0" i="1" lang="en-US" smtClean="0">
                        <a:latin charset="0" panose="02040503050406030204" pitchFamily="18" typeface="Cambria Math"/>
                      </a:rPr>
                      <m:t> </m:t>
                    </m:r>
                  </m:oMath>
                </a14:m>
                <a:endParaRPr dirty="0" lang="en-US"/>
              </a:p>
              <a:p>
                <a:pPr indent="0" marL="0">
                  <a:buNone/>
                </a:pPr>
                <a:r>
                  <a:rPr dirty="0" lang="en-US"/>
                  <a:t>The alternate hypothesis states that this parameter is not equal to that specific value (can be not equal to, greater than, or less than). </a:t>
                </a:r>
                <a14:m>
                  <m:oMath xmlns:m="http://schemas.openxmlformats.org/officeDocument/2006/math">
                    <m:sSub>
                      <m:sSubPr>
                        <m:ctrlPr>
                          <a:rPr i="1" lang="en-US" smtClean="0">
                            <a:latin charset="0" panose="02040503050406030204" pitchFamily="18" typeface="Cambria Math"/>
                          </a:rPr>
                        </m:ctrlPr>
                      </m:sSubPr>
                      <m:e>
                        <m:r>
                          <a:rPr b="0" i="1" lang="en-US" smtClean="0">
                            <a:latin charset="0" panose="02040503050406030204" pitchFamily="18" typeface="Cambria Math"/>
                          </a:rPr>
                          <m:t>𝐻</m:t>
                        </m:r>
                      </m:e>
                      <m:sub>
                        <m:r>
                          <a:rPr b="0" i="1" lang="en-US" smtClean="0">
                            <a:latin charset="0" panose="02040503050406030204" pitchFamily="18" typeface="Cambria Math"/>
                          </a:rPr>
                          <m:t>1</m:t>
                        </m:r>
                      </m:sub>
                    </m:sSub>
                    <m:r>
                      <a:rPr b="0" i="1" lang="en-US" smtClean="0">
                        <a:latin charset="0" panose="02040503050406030204" pitchFamily="18" typeface="Cambria Math"/>
                      </a:rPr>
                      <m:t>:</m:t>
                    </m:r>
                    <m:r>
                      <a:rPr b="0" i="1" lang="en-US" smtClean="0">
                        <a:latin charset="0" panose="02040503050406030204" pitchFamily="18" typeface="Cambria Math"/>
                      </a:rPr>
                      <m:t>𝑝𝑎𝑟𝑎𝑚𝑒𝑡𝑒𝑟</m:t>
                    </m:r>
                    <m:r>
                      <a:rPr b="0" i="1" lang="en-US" smtClean="0">
                        <a:latin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𝑛𝑢𝑚𝑏𝑒𝑟</m:t>
                    </m:r>
                    <m:r>
                      <a:rPr b="0" i="1" lang="en-US" smtClean="0">
                        <a:latin charset="0" panose="02040503050406030204" pitchFamily="18" typeface="Cambria Math"/>
                        <a:ea charset="0" panose="02040503050406030204" pitchFamily="18" typeface="Cambria Math"/>
                      </a:rPr>
                      <m:t> </m:t>
                    </m:r>
                  </m:oMath>
                </a14:m>
                <a:r>
                  <a:rPr dirty="0" lang="en-US"/>
                  <a:t>or </a:t>
                </a:r>
                <a14:m>
                  <m:oMath xmlns:m="http://schemas.openxmlformats.org/officeDocument/2006/math">
                    <m:sSub>
                      <m:sSubPr>
                        <m:ctrlPr>
                          <a:rPr i="1" lang="en-US">
                            <a:latin charset="0" panose="02040503050406030204" pitchFamily="18" typeface="Cambria Math"/>
                          </a:rPr>
                        </m:ctrlPr>
                      </m:sSubPr>
                      <m:e>
                        <m:r>
                          <a:rPr i="1" lang="en-US">
                            <a:latin charset="0" panose="02040503050406030204" pitchFamily="18" typeface="Cambria Math"/>
                          </a:rPr>
                          <m:t>𝐻</m:t>
                        </m:r>
                      </m:e>
                      <m:sub>
                        <m:r>
                          <a:rPr b="0" i="1" lang="en-US" smtClean="0">
                            <a:latin charset="0" panose="02040503050406030204" pitchFamily="18" typeface="Cambria Math"/>
                          </a:rPr>
                          <m:t>𝐴</m:t>
                        </m:r>
                      </m:sub>
                    </m:sSub>
                    <m:r>
                      <a:rPr i="1" lang="en-US">
                        <a:latin charset="0" panose="02040503050406030204" pitchFamily="18" typeface="Cambria Math"/>
                      </a:rPr>
                      <m:t>:</m:t>
                    </m:r>
                    <m:r>
                      <a:rPr i="1" lang="en-US">
                        <a:latin charset="0" panose="02040503050406030204" pitchFamily="18" typeface="Cambria Math"/>
                      </a:rPr>
                      <m:t>𝑝𝑎𝑟𝑎𝑚𝑒𝑡𝑒𝑟</m:t>
                    </m:r>
                    <m:r>
                      <a:rPr i="1" lang="en-US">
                        <a:latin charset="0" panose="02040503050406030204" pitchFamily="18" typeface="Cambria Math"/>
                      </a:rPr>
                      <m:t> ≠</m:t>
                    </m:r>
                    <m:r>
                      <a:rPr i="1" lang="en-US">
                        <a:latin charset="0" panose="02040503050406030204" pitchFamily="18" typeface="Cambria Math"/>
                        <a:ea charset="0" panose="02040503050406030204" pitchFamily="18" typeface="Cambria Math"/>
                      </a:rPr>
                      <m:t>𝑛𝑢𝑚𝑏𝑒𝑟</m:t>
                    </m:r>
                    <m:r>
                      <a:rPr i="1" lang="en-US">
                        <a:latin charset="0" panose="02040503050406030204" pitchFamily="18" typeface="Cambria Math"/>
                        <a:ea charset="0" panose="02040503050406030204" pitchFamily="18" typeface="Cambria Math"/>
                      </a:rPr>
                      <m:t> </m:t>
                    </m:r>
                  </m:oMath>
                </a14:m>
                <a:endParaRPr dirty="0" lang="en-US"/>
              </a:p>
              <a:p>
                <a:pPr indent="0" marL="0">
                  <a:buNone/>
                </a:pPr>
                <a:r>
                  <a:rPr dirty="0" lang="en-US"/>
                  <a:t>Example: A certain car model can be made with a large engine or a small engine. The mean fuel rate for the car made with a small engine is 25.5 mpg. An engineer speculates that this car will get fewer miles per gallon if it has a large engine. State the null and alternate hypotheses. </a:t>
                </a:r>
              </a:p>
              <a:p>
                <a:pPr indent="0" marL="0">
                  <a:buNone/>
                </a:pPr>
                <a14:m>
                  <m:oMathPara xmlns:m="http://schemas.openxmlformats.org/officeDocument/2006/math">
                    <m:oMathParaPr>
                      <m:jc m:val="centerGroup"/>
                    </m:oMathParaPr>
                    <m:oMath>
                      <m:sSub>
                        <m:sSubPr>
                          <m:ctrlPr>
                            <a:rPr b="1" i="1" lang="en-US" smtClean="0">
                              <a:solidFill>
                                <a:srgbClr val="C00000"/>
                              </a:solidFill>
                              <a:latin charset="0" panose="02040503050406030204" pitchFamily="18" typeface="Cambria Math"/>
                            </a:rPr>
                          </m:ctrlPr>
                        </m:sSubPr>
                        <m:e>
                          <m:r>
                            <a:rPr b="1" i="1" lang="en-US" smtClean="0">
                              <a:solidFill>
                                <a:srgbClr val="C00000"/>
                              </a:solidFill>
                              <a:latin charset="0" panose="02040503050406030204" pitchFamily="18" typeface="Cambria Math"/>
                            </a:rPr>
                            <m:t>𝑯</m:t>
                          </m:r>
                        </m:e>
                        <m:sub>
                          <m:r>
                            <a:rPr b="1" i="1" lang="en-US" smtClean="0">
                              <a:solidFill>
                                <a:srgbClr val="C00000"/>
                              </a:solidFill>
                              <a:latin charset="0" panose="02040503050406030204" pitchFamily="18" typeface="Cambria Math"/>
                            </a:rPr>
                            <m:t>𝟎</m:t>
                          </m:r>
                        </m:sub>
                      </m:sSub>
                      <m:r>
                        <a:rPr b="1" i="1" lang="en-US" smtClean="0">
                          <a:solidFill>
                            <a:srgbClr val="C00000"/>
                          </a:solidFill>
                          <a:latin charset="0" panose="02040503050406030204" pitchFamily="18" typeface="Cambria Math"/>
                        </a:rPr>
                        <m:t>: </m:t>
                      </m:r>
                      <m:r>
                        <a:rPr b="1" i="1" lang="en-US" smtClean="0">
                          <a:solidFill>
                            <a:srgbClr val="C00000"/>
                          </a:solidFill>
                          <a:latin charset="0" panose="02040503050406030204" pitchFamily="18" typeface="Cambria Math"/>
                          <a:ea charset="0" panose="02040503050406030204" pitchFamily="18" typeface="Cambria Math"/>
                        </a:rPr>
                        <m:t>𝝁</m:t>
                      </m:r>
                      <m:r>
                        <a:rPr b="1" i="1" lang="en-US" smtClean="0">
                          <a:solidFill>
                            <a:srgbClr val="C00000"/>
                          </a:solidFill>
                          <a:latin charset="0" panose="02040503050406030204" pitchFamily="18" typeface="Cambria Math"/>
                          <a:ea charset="0" panose="02040503050406030204" pitchFamily="18" typeface="Cambria Math"/>
                        </a:rPr>
                        <m:t>=</m:t>
                      </m:r>
                      <m:r>
                        <a:rPr b="1" i="1" lang="en-US" smtClean="0">
                          <a:solidFill>
                            <a:srgbClr val="C00000"/>
                          </a:solidFill>
                          <a:latin charset="0" panose="02040503050406030204" pitchFamily="18" typeface="Cambria Math"/>
                          <a:ea charset="0" panose="02040503050406030204" pitchFamily="18" typeface="Cambria Math"/>
                        </a:rPr>
                        <m:t>𝟐𝟓</m:t>
                      </m:r>
                      <m:r>
                        <a:rPr b="1" i="1" lang="en-US" smtClean="0">
                          <a:solidFill>
                            <a:srgbClr val="C00000"/>
                          </a:solidFill>
                          <a:latin charset="0" panose="02040503050406030204" pitchFamily="18" typeface="Cambria Math"/>
                          <a:ea charset="0" panose="02040503050406030204" pitchFamily="18" typeface="Cambria Math"/>
                        </a:rPr>
                        <m:t>.</m:t>
                      </m:r>
                      <m:r>
                        <a:rPr b="1" i="1" lang="en-US" smtClean="0">
                          <a:solidFill>
                            <a:srgbClr val="C00000"/>
                          </a:solidFill>
                          <a:latin charset="0" panose="02040503050406030204" pitchFamily="18" typeface="Cambria Math"/>
                          <a:ea charset="0" panose="02040503050406030204" pitchFamily="18" typeface="Cambria Math"/>
                        </a:rPr>
                        <m:t>𝟓</m:t>
                      </m:r>
                    </m:oMath>
                  </m:oMathPara>
                </a14:m>
                <a:endParaRPr b="1" dirty="0" lang="en-US">
                  <a:solidFill>
                    <a:srgbClr val="C00000"/>
                  </a:solidFill>
                  <a:ea charset="0" panose="02040503050406030204" pitchFamily="18" typeface="Cambria Math"/>
                </a:endParaRPr>
              </a:p>
              <a:p>
                <a:pPr indent="0" marL="0">
                  <a:buNone/>
                </a:pPr>
                <a14:m>
                  <m:oMathPara xmlns:m="http://schemas.openxmlformats.org/officeDocument/2006/math">
                    <m:oMathParaPr>
                      <m:jc m:val="centerGroup"/>
                    </m:oMathParaPr>
                    <m:oMath>
                      <m:sSub>
                        <m:sSubPr>
                          <m:ctrlPr>
                            <a:rPr b="1" i="1" lang="en-US" smtClean="0">
                              <a:solidFill>
                                <a:srgbClr val="C00000"/>
                              </a:solidFill>
                              <a:latin charset="0" panose="02040503050406030204" pitchFamily="18" typeface="Cambria Math"/>
                            </a:rPr>
                          </m:ctrlPr>
                        </m:sSubPr>
                        <m:e>
                          <m:r>
                            <a:rPr b="1" i="1" lang="en-US" smtClean="0">
                              <a:solidFill>
                                <a:srgbClr val="C00000"/>
                              </a:solidFill>
                              <a:latin charset="0" panose="02040503050406030204" pitchFamily="18" typeface="Cambria Math"/>
                            </a:rPr>
                            <m:t>𝑯</m:t>
                          </m:r>
                        </m:e>
                        <m:sub>
                          <m:r>
                            <a:rPr b="1" i="1" lang="en-US" smtClean="0">
                              <a:solidFill>
                                <a:srgbClr val="C00000"/>
                              </a:solidFill>
                              <a:latin charset="0" panose="02040503050406030204" pitchFamily="18" typeface="Cambria Math"/>
                            </a:rPr>
                            <m:t>𝟏</m:t>
                          </m:r>
                        </m:sub>
                      </m:sSub>
                      <m:r>
                        <a:rPr b="1" i="1" lang="en-US" smtClean="0">
                          <a:solidFill>
                            <a:srgbClr val="C00000"/>
                          </a:solidFill>
                          <a:latin charset="0" panose="02040503050406030204" pitchFamily="18" typeface="Cambria Math"/>
                        </a:rPr>
                        <m:t>: </m:t>
                      </m:r>
                      <m:r>
                        <a:rPr b="1" i="1" lang="en-US" smtClean="0">
                          <a:solidFill>
                            <a:srgbClr val="C00000"/>
                          </a:solidFill>
                          <a:latin charset="0" panose="02040503050406030204" pitchFamily="18" typeface="Cambria Math"/>
                          <a:ea charset="0" panose="02040503050406030204" pitchFamily="18" typeface="Cambria Math"/>
                        </a:rPr>
                        <m:t>𝝁</m:t>
                      </m:r>
                      <m:r>
                        <a:rPr b="1" i="1" lang="en-US" smtClean="0">
                          <a:solidFill>
                            <a:srgbClr val="C00000"/>
                          </a:solidFill>
                          <a:latin charset="0" panose="02040503050406030204" pitchFamily="18" typeface="Cambria Math"/>
                          <a:ea charset="0" panose="02040503050406030204" pitchFamily="18" typeface="Cambria Math"/>
                        </a:rPr>
                        <m:t>&lt;</m:t>
                      </m:r>
                      <m:r>
                        <a:rPr b="1" i="1" lang="en-US" smtClean="0">
                          <a:solidFill>
                            <a:srgbClr val="C00000"/>
                          </a:solidFill>
                          <a:latin charset="0" panose="02040503050406030204" pitchFamily="18" typeface="Cambria Math"/>
                          <a:ea charset="0" panose="02040503050406030204" pitchFamily="18" typeface="Cambria Math"/>
                        </a:rPr>
                        <m:t>𝟐𝟓</m:t>
                      </m:r>
                      <m:r>
                        <a:rPr b="1" i="1" lang="en-US" smtClean="0">
                          <a:solidFill>
                            <a:srgbClr val="C00000"/>
                          </a:solidFill>
                          <a:latin charset="0" panose="02040503050406030204" pitchFamily="18" typeface="Cambria Math"/>
                          <a:ea charset="0" panose="02040503050406030204" pitchFamily="18" typeface="Cambria Math"/>
                        </a:rPr>
                        <m:t>.</m:t>
                      </m:r>
                      <m:r>
                        <a:rPr b="1" i="1" lang="en-US" smtClean="0">
                          <a:solidFill>
                            <a:srgbClr val="C00000"/>
                          </a:solidFill>
                          <a:latin charset="0" panose="02040503050406030204" pitchFamily="18" typeface="Cambria Math"/>
                          <a:ea charset="0" panose="02040503050406030204" pitchFamily="18" typeface="Cambria Math"/>
                        </a:rPr>
                        <m:t>𝟓</m:t>
                      </m:r>
                    </m:oMath>
                  </m:oMathPara>
                </a14:m>
                <a:endParaRPr b="1" dirty="0" lang="en-US">
                  <a:solidFill>
                    <a:srgbClr val="C00000"/>
                  </a:solidFill>
                </a:endParaRPr>
              </a:p>
              <a:p>
                <a:endParaRPr dirty="0" lang="en-US"/>
              </a:p>
              <a:p>
                <a:endParaRPr dirty="0" lang="en-US"/>
              </a:p>
            </p:txBody>
          </p:sp>
        </mc:Choice>
        <mc:Fallback>
          <p:sp>
            <p:nvSpPr>
              <p:cNvPr id="3" name="Content Placeholder 2">
                <a:extLst>
                  <a:ext uri="{FF2B5EF4-FFF2-40B4-BE49-F238E27FC236}">
                    <a16:creationId xmlns:a16="http://schemas.microsoft.com/office/drawing/2014/main" id="{758542E9-D54B-FCE0-9782-2C0D092553DE}"/>
                  </a:ext>
                </a:extLst>
              </p:cNvPr>
              <p:cNvSpPr>
                <a:spLocks noAdjustHandles="1" noChangeArrowheads="1" noChangeAspect="1" noChangeShapeType="1" noEditPoints="1" noGrp="1" noMove="1" noResize="1" noRot="1" noTextEdit="1"/>
              </p:cNvSpPr>
              <p:nvPr>
                <p:ph idx="1"/>
              </p:nvPr>
            </p:nvSpPr>
            <p:spPr>
              <a:blipFill>
                <a:blip r:embed="rId2"/>
                <a:stretch>
                  <a:fillRect l="-1043" r="-638" t="-21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C9D1027-928F-E7C3-ACA6-33CDE8735CA0}"/>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C63F205A-97F2-8608-5DA2-DE1B72F9124B}"/>
              </a:ext>
            </a:extLst>
          </p:cNvPr>
          <p:cNvSpPr>
            <a:spLocks noGrp="1"/>
          </p:cNvSpPr>
          <p:nvPr>
            <p:ph idx="12" sz="quarter" type="sldNum"/>
          </p:nvPr>
        </p:nvSpPr>
        <p:spPr/>
        <p:txBody>
          <a:bodyPr/>
          <a:lstStyle/>
          <a:p>
            <a:fld id="{330EA680-D336-4FF7-8B7A-9848BB0A1C32}" type="slidenum">
              <a:rPr lang="en-US" smtClean="0">
                <a:solidFill>
                  <a:srgbClr val="000000"/>
                </a:solidFill>
              </a:rPr>
              <a:t>3</a:t>
            </a:fld>
            <a:endParaRPr lang="en-US"/>
          </a:p>
        </p:txBody>
      </p:sp>
    </p:spTree>
    <p:extLst>
      <p:ext uri="{BB962C8B-B14F-4D97-AF65-F5344CB8AC3E}">
        <p14:creationId xmlns:p14="http://schemas.microsoft.com/office/powerpoint/2010/main" val="4091892097"/>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9FEE3-2E96-3F83-3E24-02D8A6EB91C0}"/>
              </a:ext>
            </a:extLst>
          </p:cNvPr>
          <p:cNvSpPr>
            <a:spLocks noGrp="1"/>
          </p:cNvSpPr>
          <p:nvPr>
            <p:ph type="title"/>
          </p:nvPr>
        </p:nvSpPr>
        <p:spPr/>
        <p:txBody>
          <a:bodyPr/>
          <a:lstStyle/>
          <a:p>
            <a:r>
              <a:rPr dirty="0" lang="en-US"/>
              <a:t>One-tailed vs. Two-tailed Tests</a:t>
            </a:r>
          </a:p>
        </p:txBody>
      </p:sp>
      <p:sp>
        <p:nvSpPr>
          <p:cNvPr id="3" name="Content Placeholder 2">
            <a:extLst>
              <a:ext uri="{FF2B5EF4-FFF2-40B4-BE49-F238E27FC236}">
                <a16:creationId xmlns:a16="http://schemas.microsoft.com/office/drawing/2014/main" id="{A5538C28-0621-886E-8CFF-A66E7E6AC5C7}"/>
              </a:ext>
            </a:extLst>
          </p:cNvPr>
          <p:cNvSpPr>
            <a:spLocks noGrp="1"/>
          </p:cNvSpPr>
          <p:nvPr>
            <p:ph idx="1"/>
          </p:nvPr>
        </p:nvSpPr>
        <p:spPr/>
        <p:txBody>
          <a:bodyPr>
            <a:normAutofit lnSpcReduction="10000"/>
          </a:bodyPr>
          <a:lstStyle/>
          <a:p>
            <a:pPr indent="0" marL="0">
              <a:buNone/>
            </a:pPr>
            <a:r>
              <a:rPr dirty="0" lang="en-US"/>
              <a:t>A one-tailed test can be either left-tailed or right-tailed.  </a:t>
            </a:r>
            <a:r>
              <a:rPr dirty="0" i="1" lang="en-US" sz="1100"/>
              <a:t>*Draw pictures</a:t>
            </a:r>
          </a:p>
          <a:p>
            <a:pPr indent="0" marL="0">
              <a:buNone/>
            </a:pPr>
            <a:r>
              <a:rPr dirty="0" lang="en-US"/>
              <a:t>Example - µ &lt; 25.5	“less than” means left-tailed.  </a:t>
            </a:r>
          </a:p>
          <a:p>
            <a:pPr indent="0" marL="0">
              <a:buNone/>
            </a:pPr>
            <a:endParaRPr dirty="0" lang="en-US"/>
          </a:p>
          <a:p>
            <a:pPr indent="0" marL="0">
              <a:buNone/>
            </a:pPr>
            <a:endParaRPr dirty="0" lang="en-US"/>
          </a:p>
          <a:p>
            <a:pPr indent="0" marL="0">
              <a:buNone/>
            </a:pPr>
            <a:r>
              <a:rPr dirty="0" lang="en-US"/>
              <a:t>Example - µ &gt; 25.5	“greater than” means right-tailed.  </a:t>
            </a:r>
          </a:p>
          <a:p>
            <a:pPr indent="0" marL="0">
              <a:buNone/>
            </a:pPr>
            <a:endParaRPr dirty="0" lang="en-US"/>
          </a:p>
          <a:p>
            <a:pPr indent="0" marL="0">
              <a:buNone/>
            </a:pPr>
            <a:endParaRPr dirty="0" lang="en-US"/>
          </a:p>
          <a:p>
            <a:pPr indent="0" marL="0">
              <a:buNone/>
            </a:pPr>
            <a:r>
              <a:rPr dirty="0" lang="en-US"/>
              <a:t>A two-tailed test is less specific.  </a:t>
            </a:r>
          </a:p>
          <a:p>
            <a:pPr indent="0" marL="0">
              <a:buNone/>
            </a:pPr>
            <a:r>
              <a:rPr dirty="0" lang="en-US"/>
              <a:t>Example - µ ≠ 25.5	“not equal to” means two-tailed. </a:t>
            </a:r>
          </a:p>
          <a:p>
            <a:pPr indent="0" marL="0">
              <a:buNone/>
            </a:pPr>
            <a:endParaRPr dirty="0" lang="en-US"/>
          </a:p>
          <a:p>
            <a:pPr indent="0" marL="0">
              <a:buNone/>
            </a:pPr>
            <a:endParaRPr dirty="0" lang="en-US"/>
          </a:p>
          <a:p>
            <a:pPr indent="0" marL="0">
              <a:buNone/>
            </a:pPr>
            <a:endParaRPr dirty="0" lang="en-US"/>
          </a:p>
        </p:txBody>
      </p:sp>
      <p:sp>
        <p:nvSpPr>
          <p:cNvPr id="4" name="Footer Placeholder 3">
            <a:extLst>
              <a:ext uri="{FF2B5EF4-FFF2-40B4-BE49-F238E27FC236}">
                <a16:creationId xmlns:a16="http://schemas.microsoft.com/office/drawing/2014/main" id="{35EE191F-17C0-216C-3DA6-D2D5F9BF3454}"/>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64C97B30-EC2D-E0DC-C030-116D04183FD0}"/>
              </a:ext>
            </a:extLst>
          </p:cNvPr>
          <p:cNvSpPr>
            <a:spLocks noGrp="1"/>
          </p:cNvSpPr>
          <p:nvPr>
            <p:ph idx="12" sz="quarter" type="sldNum"/>
          </p:nvPr>
        </p:nvSpPr>
        <p:spPr/>
        <p:txBody>
          <a:bodyPr/>
          <a:lstStyle/>
          <a:p>
            <a:fld id="{330EA680-D336-4FF7-8B7A-9848BB0A1C32}" type="slidenum">
              <a:rPr lang="en-US" smtClean="0">
                <a:solidFill>
                  <a:srgbClr val="000000"/>
                </a:solidFill>
              </a:rPr>
              <a:t>4</a:t>
            </a:fld>
            <a:endParaRPr lang="en-US"/>
          </a:p>
        </p:txBody>
      </p:sp>
    </p:spTree>
    <p:extLst>
      <p:ext uri="{BB962C8B-B14F-4D97-AF65-F5344CB8AC3E}">
        <p14:creationId xmlns:p14="http://schemas.microsoft.com/office/powerpoint/2010/main" val="3334335751"/>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C947F-72DE-ED6A-B784-CA4F24D82972}"/>
              </a:ext>
            </a:extLst>
          </p:cNvPr>
          <p:cNvSpPr>
            <a:spLocks noGrp="1"/>
          </p:cNvSpPr>
          <p:nvPr>
            <p:ph type="title"/>
          </p:nvPr>
        </p:nvSpPr>
        <p:spPr/>
        <p:txBody>
          <a:bodyPr/>
          <a:lstStyle/>
          <a:p>
            <a:r>
              <a:rPr dirty="0" lang="en-US"/>
              <a:t>Stating Hypotheses Practice</a:t>
            </a:r>
          </a:p>
        </p:txBody>
      </p:sp>
      <p:sp>
        <p:nvSpPr>
          <p:cNvPr id="3" name="Content Placeholder 2">
            <a:extLst>
              <a:ext uri="{FF2B5EF4-FFF2-40B4-BE49-F238E27FC236}">
                <a16:creationId xmlns:a16="http://schemas.microsoft.com/office/drawing/2014/main" id="{1CDCDD21-DF3E-9666-66DA-A66D308B7014}"/>
              </a:ext>
            </a:extLst>
          </p:cNvPr>
          <p:cNvSpPr>
            <a:spLocks noGrp="1"/>
          </p:cNvSpPr>
          <p:nvPr>
            <p:ph idx="1"/>
          </p:nvPr>
        </p:nvSpPr>
        <p:spPr/>
        <p:txBody>
          <a:bodyPr>
            <a:normAutofit/>
          </a:bodyPr>
          <a:lstStyle/>
          <a:p>
            <a:pPr indent="-514350" marL="514350">
              <a:buFont typeface="+mj-lt"/>
              <a:buAutoNum type="arabicPeriod"/>
            </a:pPr>
            <a:r>
              <a:rPr dirty="0" lang="en-US"/>
              <a:t>Last year, the mean amount of money spent per customer at Los Pollos Hermanos was $17.45. The owner hypothesizes that the mean will be higher this year.  </a:t>
            </a:r>
          </a:p>
          <a:p>
            <a:pPr indent="-514350" marL="514350">
              <a:buFont typeface="+mj-lt"/>
              <a:buAutoNum type="arabicPeriod"/>
            </a:pPr>
            <a:r>
              <a:rPr dirty="0" lang="en-US"/>
              <a:t>One measure of air pollution is particulate matter (PM). Five years ago, Gotham City had a mean measure of 35 mg of PM per mile of travel. This year, Dr. Pamela Isley is curious to know if this value has changed.  </a:t>
            </a:r>
          </a:p>
          <a:p>
            <a:pPr indent="-514350" marL="514350">
              <a:buFont typeface="+mj-lt"/>
              <a:buAutoNum type="arabicPeriod"/>
            </a:pPr>
            <a:r>
              <a:rPr dirty="0" lang="en-US"/>
              <a:t>In 2021, the proportion of KSU graduates who majored in Biology was 5%. The admissions department is curious to know if this proportion has decreased. </a:t>
            </a:r>
          </a:p>
        </p:txBody>
      </p:sp>
      <p:sp>
        <p:nvSpPr>
          <p:cNvPr id="4" name="Footer Placeholder 3">
            <a:extLst>
              <a:ext uri="{FF2B5EF4-FFF2-40B4-BE49-F238E27FC236}">
                <a16:creationId xmlns:a16="http://schemas.microsoft.com/office/drawing/2014/main" id="{9413AD20-330C-FE03-784B-1254D9B1FAB6}"/>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8DE44D6A-2724-5F53-8C34-025BFAB2C877}"/>
              </a:ext>
            </a:extLst>
          </p:cNvPr>
          <p:cNvSpPr>
            <a:spLocks noGrp="1"/>
          </p:cNvSpPr>
          <p:nvPr>
            <p:ph idx="12" sz="quarter" type="sldNum"/>
          </p:nvPr>
        </p:nvSpPr>
        <p:spPr/>
        <p:txBody>
          <a:bodyPr/>
          <a:lstStyle/>
          <a:p>
            <a:fld id="{330EA680-D336-4FF7-8B7A-9848BB0A1C32}" type="slidenum">
              <a:rPr lang="en-US" smtClean="0">
                <a:solidFill>
                  <a:srgbClr val="000000"/>
                </a:solidFill>
              </a:rPr>
              <a:t>5</a:t>
            </a:fld>
            <a:endParaRPr lang="en-US"/>
          </a:p>
        </p:txBody>
      </p:sp>
    </p:spTree>
    <p:extLst>
      <p:ext uri="{BB962C8B-B14F-4D97-AF65-F5344CB8AC3E}">
        <p14:creationId xmlns:p14="http://schemas.microsoft.com/office/powerpoint/2010/main" val="4095230757"/>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F91FC14-02D1-7D9D-A5EC-168C00F2C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0C869-2B7C-E41C-D299-FD3466651D40}"/>
              </a:ext>
            </a:extLst>
          </p:cNvPr>
          <p:cNvSpPr>
            <a:spLocks noGrp="1"/>
          </p:cNvSpPr>
          <p:nvPr>
            <p:ph type="title"/>
          </p:nvPr>
        </p:nvSpPr>
        <p:spPr/>
        <p:txBody>
          <a:bodyPr/>
          <a:lstStyle/>
          <a:p>
            <a:r>
              <a:rPr dirty="0" lang="en-US"/>
              <a:t>Stating Hypotheses Solutions</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A728E8A7-2426-4526-802B-6530A4628ED9}"/>
                  </a:ext>
                </a:extLst>
              </p:cNvPr>
              <p:cNvSpPr>
                <a:spLocks noGrp="1"/>
              </p:cNvSpPr>
              <p:nvPr>
                <p:ph idx="1"/>
              </p:nvPr>
            </p:nvSpPr>
            <p:spPr/>
            <p:txBody>
              <a:bodyPr>
                <a:normAutofit/>
              </a:bodyPr>
              <a:lstStyle/>
              <a:p>
                <a:pPr indent="-514350" marL="514350">
                  <a:buFont typeface="+mj-lt"/>
                  <a:buAutoNum type="arabicPeriod"/>
                </a:pPr>
                <a:r>
                  <a:rPr dirty="0" lang="en-US"/>
                  <a:t>Null hypothesis: 		</a:t>
                </a:r>
                <a14:m>
                  <m:oMath xmlns:m="http://schemas.openxmlformats.org/officeDocument/2006/math">
                    <m:sSub>
                      <m:sSubPr>
                        <m:ctrlPr>
                          <a:rPr i="1" lang="en-US" smtClean="0">
                            <a:latin charset="0" panose="02040503050406030204" pitchFamily="18" typeface="Cambria Math"/>
                          </a:rPr>
                        </m:ctrlPr>
                      </m:sSubPr>
                      <m:e>
                        <m:r>
                          <a:rPr b="0" i="1" lang="en-US" smtClean="0">
                            <a:latin charset="0" panose="02040503050406030204" pitchFamily="18" typeface="Cambria Math"/>
                          </a:rPr>
                          <m:t>𝐻</m:t>
                        </m:r>
                      </m:e>
                      <m:sub>
                        <m:r>
                          <a:rPr b="0" i="1" lang="en-US" smtClean="0">
                            <a:latin charset="0" panose="02040503050406030204" pitchFamily="18" typeface="Cambria Math"/>
                          </a:rPr>
                          <m:t>0</m:t>
                        </m:r>
                      </m:sub>
                    </m:sSub>
                    <m:r>
                      <a:rPr b="0" i="1" lang="en-US" smtClean="0">
                        <a:latin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𝜇</m:t>
                    </m:r>
                    <m:r>
                      <a:rPr b="0" i="1" lang="en-US" smtClean="0">
                        <a:latin charset="0" panose="02040503050406030204" pitchFamily="18" typeface="Cambria Math"/>
                        <a:ea charset="0" panose="02040503050406030204" pitchFamily="18" typeface="Cambria Math"/>
                      </a:rPr>
                      <m:t>=17.45</m:t>
                    </m:r>
                  </m:oMath>
                </a14:m>
                <a:r>
                  <a:rPr dirty="0" lang="en-US"/>
                  <a:t>  </a:t>
                </a:r>
                <a:br>
                  <a:rPr dirty="0" lang="en-US"/>
                </a:br>
                <a:r>
                  <a:rPr dirty="0" lang="en-US"/>
                  <a:t>Alternate hypothesis: 	</a:t>
                </a:r>
                <a14:m>
                  <m:oMath xmlns:m="http://schemas.openxmlformats.org/officeDocument/2006/math">
                    <m:sSub>
                      <m:sSubPr>
                        <m:ctrlPr>
                          <a:rPr i="1" lang="en-US">
                            <a:latin charset="0" panose="02040503050406030204" pitchFamily="18" typeface="Cambria Math"/>
                          </a:rPr>
                        </m:ctrlPr>
                      </m:sSubPr>
                      <m:e>
                        <m:r>
                          <a:rPr i="1" lang="en-US">
                            <a:latin charset="0" panose="02040503050406030204" pitchFamily="18" typeface="Cambria Math"/>
                          </a:rPr>
                          <m:t>𝐻</m:t>
                        </m:r>
                      </m:e>
                      <m:sub>
                        <m:r>
                          <a:rPr b="0" i="1" lang="en-US" smtClean="0">
                            <a:latin charset="0" panose="02040503050406030204" pitchFamily="18" typeface="Cambria Math"/>
                          </a:rPr>
                          <m:t>1</m:t>
                        </m:r>
                      </m:sub>
                    </m:sSub>
                    <m:r>
                      <a:rPr i="1" lang="en-US">
                        <a:latin charset="0" panose="02040503050406030204" pitchFamily="18" typeface="Cambria Math"/>
                      </a:rPr>
                      <m:t>: </m:t>
                    </m:r>
                    <m:r>
                      <a:rPr i="1" lang="en-US">
                        <a:latin charset="0" panose="02040503050406030204" pitchFamily="18" typeface="Cambria Math"/>
                        <a:ea charset="0" panose="02040503050406030204" pitchFamily="18" typeface="Cambria Math"/>
                      </a:rPr>
                      <m:t>𝜇</m:t>
                    </m:r>
                    <m:r>
                      <a:rPr b="0" i="1" lang="en-US" smtClean="0">
                        <a:latin charset="0" panose="02040503050406030204" pitchFamily="18" typeface="Cambria Math"/>
                        <a:ea charset="0" panose="02040503050406030204" pitchFamily="18" typeface="Cambria Math"/>
                      </a:rPr>
                      <m:t>&gt;</m:t>
                    </m:r>
                    <m:r>
                      <a:rPr i="1" lang="en-US">
                        <a:latin charset="0" panose="02040503050406030204" pitchFamily="18" typeface="Cambria Math"/>
                        <a:ea charset="0" panose="02040503050406030204" pitchFamily="18" typeface="Cambria Math"/>
                      </a:rPr>
                      <m:t>17.45</m:t>
                    </m:r>
                  </m:oMath>
                </a14:m>
                <a:br>
                  <a:rPr dirty="0" lang="en-US"/>
                </a:br>
                <a:endParaRPr dirty="0" lang="en-US"/>
              </a:p>
              <a:p>
                <a:pPr indent="-514350" marL="514350">
                  <a:buFont typeface="+mj-lt"/>
                  <a:buAutoNum type="arabicPeriod"/>
                </a:pPr>
                <a:r>
                  <a:rPr dirty="0" lang="en-US"/>
                  <a:t>Null hypothesis: 		</a:t>
                </a:r>
                <a14:m>
                  <m:oMath xmlns:m="http://schemas.openxmlformats.org/officeDocument/2006/math">
                    <m:sSub>
                      <m:sSubPr>
                        <m:ctrlPr>
                          <a:rPr i="1" lang="en-US">
                            <a:latin charset="0" panose="02040503050406030204" pitchFamily="18" typeface="Cambria Math"/>
                          </a:rPr>
                        </m:ctrlPr>
                      </m:sSubPr>
                      <m:e>
                        <m:r>
                          <a:rPr i="1" lang="en-US">
                            <a:latin charset="0" panose="02040503050406030204" pitchFamily="18" typeface="Cambria Math"/>
                          </a:rPr>
                          <m:t>𝐻</m:t>
                        </m:r>
                      </m:e>
                      <m:sub>
                        <m:r>
                          <a:rPr i="1" lang="en-US">
                            <a:latin charset="0" panose="02040503050406030204" pitchFamily="18" typeface="Cambria Math"/>
                          </a:rPr>
                          <m:t>0</m:t>
                        </m:r>
                      </m:sub>
                    </m:sSub>
                    <m:r>
                      <a:rPr i="1" lang="en-US">
                        <a:latin charset="0" panose="02040503050406030204" pitchFamily="18" typeface="Cambria Math"/>
                      </a:rPr>
                      <m:t>: </m:t>
                    </m:r>
                    <m:r>
                      <a:rPr i="1" lang="en-US">
                        <a:latin charset="0" panose="02040503050406030204" pitchFamily="18" typeface="Cambria Math"/>
                        <a:ea charset="0" panose="02040503050406030204" pitchFamily="18" typeface="Cambria Math"/>
                      </a:rPr>
                      <m:t>𝜇</m:t>
                    </m:r>
                    <m:r>
                      <a:rPr i="1" lang="en-US">
                        <a:latin charset="0" panose="02040503050406030204" pitchFamily="18" typeface="Cambria Math"/>
                        <a:ea charset="0" panose="02040503050406030204" pitchFamily="18" typeface="Cambria Math"/>
                      </a:rPr>
                      <m:t>=35</m:t>
                    </m:r>
                  </m:oMath>
                </a14:m>
                <a:br>
                  <a:rPr dirty="0" lang="en-US"/>
                </a:br>
                <a:r>
                  <a:rPr dirty="0" lang="en-US"/>
                  <a:t>Alternate hypothesis:	 </a:t>
                </a:r>
                <a14:m>
                  <m:oMath xmlns:m="http://schemas.openxmlformats.org/officeDocument/2006/math">
                    <m:sSub>
                      <m:sSubPr>
                        <m:ctrlPr>
                          <a:rPr i="1" lang="en-US">
                            <a:latin charset="0" panose="02040503050406030204" pitchFamily="18" typeface="Cambria Math"/>
                          </a:rPr>
                        </m:ctrlPr>
                      </m:sSubPr>
                      <m:e>
                        <m:r>
                          <a:rPr i="1" lang="en-US">
                            <a:latin charset="0" panose="02040503050406030204" pitchFamily="18" typeface="Cambria Math"/>
                          </a:rPr>
                          <m:t>𝐻</m:t>
                        </m:r>
                      </m:e>
                      <m:sub>
                        <m:r>
                          <a:rPr b="0" i="1" lang="en-US" smtClean="0">
                            <a:latin charset="0" panose="02040503050406030204" pitchFamily="18" typeface="Cambria Math"/>
                          </a:rPr>
                          <m:t>1</m:t>
                        </m:r>
                      </m:sub>
                    </m:sSub>
                    <m:r>
                      <a:rPr i="1" lang="en-US">
                        <a:latin charset="0" panose="02040503050406030204" pitchFamily="18" typeface="Cambria Math"/>
                      </a:rPr>
                      <m:t>: </m:t>
                    </m:r>
                    <m:r>
                      <a:rPr i="1" lang="en-US">
                        <a:latin charset="0" panose="02040503050406030204" pitchFamily="18" typeface="Cambria Math"/>
                        <a:ea charset="0" panose="02040503050406030204" pitchFamily="18" typeface="Cambria Math"/>
                      </a:rPr>
                      <m:t>𝜇</m:t>
                    </m:r>
                    <m:r>
                      <a:rPr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35</m:t>
                    </m:r>
                  </m:oMath>
                </a14:m>
                <a:br>
                  <a:rPr dirty="0" lang="en-US"/>
                </a:br>
                <a:endParaRPr dirty="0" lang="en-US"/>
              </a:p>
              <a:p>
                <a:pPr indent="-514350" marL="514350">
                  <a:buFont typeface="+mj-lt"/>
                  <a:buAutoNum type="arabicPeriod"/>
                </a:pPr>
                <a:r>
                  <a:rPr dirty="0" lang="en-US"/>
                  <a:t>Null hypothesis:   		 </a:t>
                </a:r>
                <a14:m>
                  <m:oMath xmlns:m="http://schemas.openxmlformats.org/officeDocument/2006/math">
                    <m:sSub>
                      <m:sSubPr>
                        <m:ctrlPr>
                          <a:rPr i="1" lang="en-US">
                            <a:latin charset="0" panose="02040503050406030204" pitchFamily="18" typeface="Cambria Math"/>
                          </a:rPr>
                        </m:ctrlPr>
                      </m:sSubPr>
                      <m:e>
                        <m:r>
                          <a:rPr i="1" lang="en-US">
                            <a:latin charset="0" panose="02040503050406030204" pitchFamily="18" typeface="Cambria Math"/>
                          </a:rPr>
                          <m:t>𝐻</m:t>
                        </m:r>
                      </m:e>
                      <m:sub>
                        <m:r>
                          <a:rPr i="1" lang="en-US">
                            <a:latin charset="0" panose="02040503050406030204" pitchFamily="18" typeface="Cambria Math"/>
                          </a:rPr>
                          <m:t>0</m:t>
                        </m:r>
                      </m:sub>
                    </m:sSub>
                    <m:r>
                      <a:rPr i="1" lang="en-US">
                        <a:latin charset="0" panose="02040503050406030204" pitchFamily="18" typeface="Cambria Math"/>
                      </a:rPr>
                      <m:t>:</m:t>
                    </m:r>
                    <m:r>
                      <a:rPr b="0" i="1" lang="en-US" smtClean="0">
                        <a:latin charset="0" panose="02040503050406030204" pitchFamily="18" typeface="Cambria Math"/>
                      </a:rPr>
                      <m:t>𝑝</m:t>
                    </m:r>
                    <m:r>
                      <a:rPr i="1" lang="en-US">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0.05</m:t>
                    </m:r>
                  </m:oMath>
                </a14:m>
                <a:br>
                  <a:rPr dirty="0" lang="en-US"/>
                </a:br>
                <a:r>
                  <a:rPr dirty="0" lang="en-US"/>
                  <a:t>Alternate hypothesis:	 </a:t>
                </a:r>
                <a14:m>
                  <m:oMath xmlns:m="http://schemas.openxmlformats.org/officeDocument/2006/math">
                    <m:sSub>
                      <m:sSubPr>
                        <m:ctrlPr>
                          <a:rPr i="1" lang="en-US">
                            <a:latin charset="0" panose="02040503050406030204" pitchFamily="18" typeface="Cambria Math"/>
                          </a:rPr>
                        </m:ctrlPr>
                      </m:sSubPr>
                      <m:e>
                        <m:r>
                          <a:rPr i="1" lang="en-US">
                            <a:latin charset="0" panose="02040503050406030204" pitchFamily="18" typeface="Cambria Math"/>
                          </a:rPr>
                          <m:t>𝐻</m:t>
                        </m:r>
                      </m:e>
                      <m:sub>
                        <m:r>
                          <a:rPr b="0" i="1" lang="en-US" smtClean="0">
                            <a:latin charset="0" panose="02040503050406030204" pitchFamily="18" typeface="Cambria Math"/>
                          </a:rPr>
                          <m:t>1</m:t>
                        </m:r>
                      </m:sub>
                    </m:sSub>
                    <m:r>
                      <a:rPr i="1" lang="en-US">
                        <a:latin charset="0" panose="02040503050406030204" pitchFamily="18" typeface="Cambria Math"/>
                      </a:rPr>
                      <m:t>:</m:t>
                    </m:r>
                    <m:r>
                      <a:rPr i="1" lang="en-US">
                        <a:latin charset="0" panose="02040503050406030204" pitchFamily="18" typeface="Cambria Math"/>
                      </a:rPr>
                      <m:t>𝑝</m:t>
                    </m:r>
                    <m:r>
                      <a:rPr b="0" i="1" lang="en-US" smtClean="0">
                        <a:latin charset="0" panose="02040503050406030204" pitchFamily="18" typeface="Cambria Math"/>
                      </a:rPr>
                      <m:t>&lt;</m:t>
                    </m:r>
                    <m:r>
                      <a:rPr i="1" lang="en-US">
                        <a:latin charset="0" panose="02040503050406030204" pitchFamily="18" typeface="Cambria Math"/>
                        <a:ea charset="0" panose="02040503050406030204" pitchFamily="18" typeface="Cambria Math"/>
                      </a:rPr>
                      <m:t>0.05</m:t>
                    </m:r>
                  </m:oMath>
                </a14:m>
                <a:endParaRPr dirty="0" lang="en-US"/>
              </a:p>
            </p:txBody>
          </p:sp>
        </mc:Choice>
        <mc:Fallback>
          <p:sp>
            <p:nvSpPr>
              <p:cNvPr id="3" name="Content Placeholder 2">
                <a:extLst>
                  <a:ext uri="{FF2B5EF4-FFF2-40B4-BE49-F238E27FC236}">
                    <a16:creationId xmlns:a16="http://schemas.microsoft.com/office/drawing/2014/main" id="{A728E8A7-2426-4526-802B-6530A4628ED9}"/>
                  </a:ext>
                </a:extLst>
              </p:cNvPr>
              <p:cNvSpPr>
                <a:spLocks noAdjustHandles="1" noChangeArrowheads="1" noChangeAspect="1" noChangeShapeType="1" noEditPoints="1" noGrp="1" noMove="1" noResize="1" noRot="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7E635FB-9C0A-2923-BEF6-8A955274EE28}"/>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D260B439-0F4D-A893-D8B3-5AB98DC8A25F}"/>
              </a:ext>
            </a:extLst>
          </p:cNvPr>
          <p:cNvSpPr>
            <a:spLocks noGrp="1"/>
          </p:cNvSpPr>
          <p:nvPr>
            <p:ph idx="12" sz="quarter" type="sldNum"/>
          </p:nvPr>
        </p:nvSpPr>
        <p:spPr/>
        <p:txBody>
          <a:bodyPr/>
          <a:lstStyle/>
          <a:p>
            <a:fld id="{330EA680-D336-4FF7-8B7A-9848BB0A1C32}" type="slidenum">
              <a:rPr lang="en-US" smtClean="0">
                <a:solidFill>
                  <a:srgbClr val="000000"/>
                </a:solidFill>
              </a:rPr>
              <a:t>6</a:t>
            </a:fld>
            <a:endParaRPr lang="en-US"/>
          </a:p>
        </p:txBody>
      </p:sp>
    </p:spTree>
    <p:extLst>
      <p:ext uri="{BB962C8B-B14F-4D97-AF65-F5344CB8AC3E}">
        <p14:creationId xmlns:p14="http://schemas.microsoft.com/office/powerpoint/2010/main" val="3423420579"/>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6A7B-BF79-26AE-CA75-0C2247A30642}"/>
              </a:ext>
            </a:extLst>
          </p:cNvPr>
          <p:cNvSpPr>
            <a:spLocks noGrp="1"/>
          </p:cNvSpPr>
          <p:nvPr>
            <p:ph type="title"/>
          </p:nvPr>
        </p:nvSpPr>
        <p:spPr/>
        <p:txBody>
          <a:bodyPr>
            <a:normAutofit/>
          </a:bodyPr>
          <a:lstStyle/>
          <a:p>
            <a:r>
              <a:rPr dirty="0" lang="en-US" sz="4000"/>
              <a:t>Comparing a Hypothesis Test to a Criminal Trial </a:t>
            </a:r>
          </a:p>
        </p:txBody>
      </p:sp>
      <p:graphicFrame>
        <p:nvGraphicFramePr>
          <p:cNvPr id="6" name="Content Placeholder 5">
            <a:extLst>
              <a:ext uri="{FF2B5EF4-FFF2-40B4-BE49-F238E27FC236}">
                <a16:creationId xmlns:a16="http://schemas.microsoft.com/office/drawing/2014/main" id="{BF9B1968-FDAB-2565-44ED-6EF263608F96}"/>
              </a:ext>
            </a:extLst>
          </p:cNvPr>
          <p:cNvGraphicFramePr>
            <a:graphicFrameLocks noGrp="1"/>
          </p:cNvGraphicFramePr>
          <p:nvPr>
            <p:ph idx="1"/>
            <p:extLst>
              <p:ext uri="{D42A27DB-BD31-4B8C-83A1-F6EECF244321}">
                <p14:modId xmlns:p14="http://schemas.microsoft.com/office/powerpoint/2010/main" val="2969370626"/>
              </p:ext>
            </p:extLst>
          </p:nvPr>
        </p:nvGraphicFramePr>
        <p:xfrm>
          <a:off x="928816" y="1414575"/>
          <a:ext cx="10109886" cy="5132552"/>
        </p:xfrm>
        <a:graphic>
          <a:graphicData uri="http://schemas.openxmlformats.org/drawingml/2006/table">
            <a:tbl>
              <a:tblPr/>
              <a:tblGrid>
                <a:gridCol w="5054943">
                  <a:extLst>
                    <a:ext uri="{9D8B030D-6E8A-4147-A177-3AD203B41FA5}">
                      <a16:colId xmlns:a16="http://schemas.microsoft.com/office/drawing/2014/main" val="715121032"/>
                    </a:ext>
                  </a:extLst>
                </a:gridCol>
                <a:gridCol w="5054943">
                  <a:extLst>
                    <a:ext uri="{9D8B030D-6E8A-4147-A177-3AD203B41FA5}">
                      <a16:colId xmlns:a16="http://schemas.microsoft.com/office/drawing/2014/main" val="2934603773"/>
                    </a:ext>
                  </a:extLst>
                </a:gridCol>
              </a:tblGrid>
              <a:tr h="185918">
                <a:tc>
                  <a:txBody>
                    <a:bodyPr/>
                    <a:lstStyle/>
                    <a:p>
                      <a:pPr algn="l" fontAlgn="base" rtl="0">
                        <a:lnSpc>
                          <a:spcPts val="1875"/>
                        </a:lnSpc>
                        <a:buNone/>
                      </a:pPr>
                      <a:r>
                        <a:rPr b="1" i="1" lang="en-US" sz="1600">
                          <a:effectLst/>
                          <a:latin typeface="+mn-lt"/>
                        </a:rPr>
                        <a:t>Hypothesis Test</a:t>
                      </a:r>
                      <a:r>
                        <a:rPr b="1" i="0" lang="en-US" sz="1600">
                          <a:effectLst/>
                          <a:latin typeface="+mn-lt"/>
                        </a:rPr>
                        <a:t> </a:t>
                      </a:r>
                      <a:endParaRPr b="1"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tc>
                  <a:txBody>
                    <a:bodyPr/>
                    <a:lstStyle/>
                    <a:p>
                      <a:pPr algn="l" fontAlgn="base" rtl="0">
                        <a:lnSpc>
                          <a:spcPts val="1875"/>
                        </a:lnSpc>
                        <a:buNone/>
                      </a:pPr>
                      <a:r>
                        <a:rPr b="1" i="1" lang="en-US" sz="1600">
                          <a:effectLst/>
                          <a:latin typeface="+mn-lt"/>
                        </a:rPr>
                        <a:t>Criminal Trial </a:t>
                      </a:r>
                      <a:r>
                        <a:rPr b="1" i="0" lang="en-US" sz="1600">
                          <a:effectLst/>
                          <a:latin typeface="+mn-lt"/>
                        </a:rPr>
                        <a:t> </a:t>
                      </a:r>
                      <a:endParaRPr b="1"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extLst>
                  <a:ext uri="{0D108BD9-81ED-4DB2-BD59-A6C34878D82A}">
                    <a16:rowId xmlns:a16="http://schemas.microsoft.com/office/drawing/2014/main" val="2959105471"/>
                  </a:ext>
                </a:extLst>
              </a:tr>
              <a:tr h="590397">
                <a:tc>
                  <a:txBody>
                    <a:bodyPr/>
                    <a:lstStyle/>
                    <a:p>
                      <a:pPr algn="l" fontAlgn="base" rtl="0">
                        <a:lnSpc>
                          <a:spcPts val="1875"/>
                        </a:lnSpc>
                        <a:buNone/>
                      </a:pPr>
                      <a:r>
                        <a:rPr b="0" i="0" lang="en-US" sz="1600">
                          <a:effectLst/>
                          <a:latin typeface="+mn-lt"/>
                        </a:rPr>
                        <a:t> </a:t>
                      </a:r>
                    </a:p>
                    <a:p>
                      <a:pPr algn="l" fontAlgn="base" rtl="0">
                        <a:lnSpc>
                          <a:spcPts val="1875"/>
                        </a:lnSpc>
                        <a:buFont typeface="+mj-lt"/>
                        <a:buAutoNum type="arabicPeriod"/>
                      </a:pPr>
                      <a:r>
                        <a:rPr b="0" i="0" lang="en-US" sz="1600">
                          <a:effectLst/>
                          <a:latin typeface="+mn-lt"/>
                        </a:rPr>
                        <a:t>Begin by assuming the null hypothesis is true.</a:t>
                      </a:r>
                      <a:r>
                        <a:rPr b="1" i="0" lang="en-US" sz="1600">
                          <a:effectLst/>
                          <a:latin typeface="+mn-lt"/>
                        </a:rPr>
                        <a:t> </a:t>
                      </a:r>
                    </a:p>
                    <a:p>
                      <a:pPr algn="l" fontAlgn="base" rtl="0">
                        <a:lnSpc>
                          <a:spcPts val="1875"/>
                        </a:lnSpc>
                        <a:buNone/>
                      </a:pPr>
                      <a:r>
                        <a:rPr b="0" i="0" lang="en-US" sz="1600">
                          <a:effectLst/>
                          <a:latin typeface="+mn-lt"/>
                        </a:rPr>
                        <a:t> </a:t>
                      </a:r>
                      <a:r>
                        <a:rPr b="1" i="0" lang="en-US" sz="1600">
                          <a:effectLst/>
                          <a:latin typeface="+mn-lt"/>
                        </a:rPr>
                        <a:t> </a:t>
                      </a:r>
                      <a:endParaRPr b="1"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tc>
                  <a:txBody>
                    <a:bodyPr/>
                    <a:lstStyle/>
                    <a:p>
                      <a:pPr algn="l" fontAlgn="base" rtl="0">
                        <a:lnSpc>
                          <a:spcPts val="1875"/>
                        </a:lnSpc>
                        <a:buNone/>
                      </a:pPr>
                      <a:r>
                        <a:rPr b="0" i="0" lang="en-US" sz="1600">
                          <a:effectLst/>
                          <a:latin typeface="+mn-lt"/>
                        </a:rPr>
                        <a:t> </a:t>
                      </a:r>
                    </a:p>
                    <a:p>
                      <a:pPr algn="l" fontAlgn="base" rtl="0">
                        <a:lnSpc>
                          <a:spcPts val="1875"/>
                        </a:lnSpc>
                        <a:buFont typeface="+mj-lt"/>
                        <a:buAutoNum type="arabicPeriod"/>
                      </a:pPr>
                      <a:r>
                        <a:rPr b="0" i="0" lang="en-US" sz="1600">
                          <a:effectLst/>
                          <a:latin typeface="+mn-lt"/>
                        </a:rPr>
                        <a:t>Begin by assuming the defendant is innocent.  </a:t>
                      </a: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extLst>
                  <a:ext uri="{0D108BD9-81ED-4DB2-BD59-A6C34878D82A}">
                    <a16:rowId xmlns:a16="http://schemas.microsoft.com/office/drawing/2014/main" val="2379311133"/>
                  </a:ext>
                </a:extLst>
              </a:tr>
              <a:tr h="860049">
                <a:tc>
                  <a:txBody>
                    <a:bodyPr/>
                    <a:lstStyle/>
                    <a:p>
                      <a:pPr algn="l" fontAlgn="base" rtl="0">
                        <a:lnSpc>
                          <a:spcPts val="1875"/>
                        </a:lnSpc>
                        <a:buNone/>
                      </a:pPr>
                      <a:r>
                        <a:rPr b="0" dirty="0" i="0" lang="en-US" sz="1600">
                          <a:effectLst/>
                          <a:latin typeface="+mn-lt"/>
                        </a:rPr>
                        <a:t> </a:t>
                      </a:r>
                    </a:p>
                    <a:p>
                      <a:pPr algn="l" fontAlgn="base" rtl="0">
                        <a:lnSpc>
                          <a:spcPts val="1875"/>
                        </a:lnSpc>
                        <a:buFont typeface="+mj-lt"/>
                        <a:buAutoNum startAt="2" type="arabicPeriod"/>
                      </a:pPr>
                      <a:r>
                        <a:rPr b="0" dirty="0" i="0" lang="en-US" sz="1600">
                          <a:effectLst/>
                          <a:latin typeface="+mn-lt"/>
                        </a:rPr>
                        <a:t>Evidence is presented (data is gathered and statistics are calculated). </a:t>
                      </a:r>
                      <a:r>
                        <a:rPr b="1" dirty="0" i="0" lang="en-US" sz="1600">
                          <a:effectLst/>
                          <a:latin typeface="+mn-lt"/>
                        </a:rPr>
                        <a:t> </a:t>
                      </a:r>
                    </a:p>
                    <a:p>
                      <a:pPr algn="l" fontAlgn="base" rtl="0">
                        <a:lnSpc>
                          <a:spcPts val="1875"/>
                        </a:lnSpc>
                        <a:buNone/>
                      </a:pPr>
                      <a:r>
                        <a:rPr b="1" dirty="0" i="0" lang="en-US" sz="1600">
                          <a:effectLst/>
                          <a:latin typeface="+mn-lt"/>
                        </a:rPr>
                        <a:t> </a:t>
                      </a:r>
                      <a:endParaRPr b="1" dirty="0"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tc>
                  <a:txBody>
                    <a:bodyPr/>
                    <a:lstStyle/>
                    <a:p>
                      <a:pPr algn="l" fontAlgn="base" rtl="0">
                        <a:lnSpc>
                          <a:spcPts val="1875"/>
                        </a:lnSpc>
                        <a:buNone/>
                      </a:pPr>
                      <a:r>
                        <a:rPr b="0" i="0" lang="en-US" sz="1600">
                          <a:effectLst/>
                          <a:latin typeface="+mn-lt"/>
                        </a:rPr>
                        <a:t> </a:t>
                      </a:r>
                    </a:p>
                    <a:p>
                      <a:pPr algn="l" fontAlgn="base" rtl="0">
                        <a:lnSpc>
                          <a:spcPts val="1875"/>
                        </a:lnSpc>
                        <a:buFont typeface="+mj-lt"/>
                        <a:buAutoNum startAt="2" type="arabicPeriod"/>
                      </a:pPr>
                      <a:r>
                        <a:rPr b="0" i="0" lang="en-US" sz="1600">
                          <a:effectLst/>
                          <a:latin typeface="+mn-lt"/>
                        </a:rPr>
                        <a:t>Evidence is presented (forensics, testimonies, test results, photographs, etc.).  </a:t>
                      </a: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extLst>
                  <a:ext uri="{0D108BD9-81ED-4DB2-BD59-A6C34878D82A}">
                    <a16:rowId xmlns:a16="http://schemas.microsoft.com/office/drawing/2014/main" val="486024988"/>
                  </a:ext>
                </a:extLst>
              </a:tr>
              <a:tr h="994875">
                <a:tc>
                  <a:txBody>
                    <a:bodyPr/>
                    <a:lstStyle/>
                    <a:p>
                      <a:pPr algn="l" fontAlgn="base" rtl="0">
                        <a:lnSpc>
                          <a:spcPts val="1875"/>
                        </a:lnSpc>
                        <a:buNone/>
                      </a:pPr>
                      <a:r>
                        <a:rPr b="0" i="0" lang="en-US" sz="1600">
                          <a:effectLst/>
                          <a:latin typeface="+mn-lt"/>
                        </a:rPr>
                        <a:t> </a:t>
                      </a:r>
                    </a:p>
                    <a:p>
                      <a:pPr algn="l" fontAlgn="base" rtl="0">
                        <a:lnSpc>
                          <a:spcPts val="1875"/>
                        </a:lnSpc>
                        <a:buFont typeface="+mj-lt"/>
                        <a:buAutoNum startAt="3" type="arabicPeriod"/>
                      </a:pPr>
                      <a:r>
                        <a:rPr b="0" i="0" lang="en-US" sz="1600">
                          <a:effectLst/>
                          <a:latin typeface="+mn-lt"/>
                        </a:rPr>
                        <a:t>If the data indicates that the null hypothesis is false, we abandon the idea that it’s true. </a:t>
                      </a:r>
                      <a:r>
                        <a:rPr b="1" i="0" lang="en-US" sz="1600">
                          <a:effectLst/>
                          <a:latin typeface="+mn-lt"/>
                        </a:rPr>
                        <a:t> </a:t>
                      </a:r>
                    </a:p>
                    <a:p>
                      <a:pPr algn="l" fontAlgn="base" rtl="0">
                        <a:lnSpc>
                          <a:spcPts val="1875"/>
                        </a:lnSpc>
                        <a:buNone/>
                      </a:pPr>
                      <a:r>
                        <a:rPr b="1" i="0" lang="en-US" sz="1600">
                          <a:effectLst/>
                          <a:latin typeface="+mn-lt"/>
                        </a:rPr>
                        <a:t> </a:t>
                      </a:r>
                      <a:endParaRPr b="1"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tc>
                  <a:txBody>
                    <a:bodyPr/>
                    <a:lstStyle/>
                    <a:p>
                      <a:pPr algn="l" fontAlgn="base" rtl="0">
                        <a:lnSpc>
                          <a:spcPts val="1875"/>
                        </a:lnSpc>
                        <a:buNone/>
                      </a:pPr>
                      <a:r>
                        <a:rPr b="0" i="0" lang="en-US" sz="1600">
                          <a:effectLst/>
                          <a:latin typeface="+mn-lt"/>
                        </a:rPr>
                        <a:t> </a:t>
                      </a:r>
                    </a:p>
                    <a:p>
                      <a:pPr algn="l" fontAlgn="base" rtl="0">
                        <a:lnSpc>
                          <a:spcPts val="1875"/>
                        </a:lnSpc>
                        <a:buFont typeface="+mj-lt"/>
                        <a:buAutoNum startAt="3" type="arabicPeriod"/>
                      </a:pPr>
                      <a:r>
                        <a:rPr b="0" i="0" lang="en-US" sz="1600">
                          <a:effectLst/>
                          <a:latin typeface="+mn-lt"/>
                        </a:rPr>
                        <a:t>If the evidence indicates that the defendant is guilty, we abandon the idea that they are innocent.  </a:t>
                      </a:r>
                    </a:p>
                    <a:p>
                      <a:pPr algn="l" fontAlgn="base" rtl="0">
                        <a:lnSpc>
                          <a:spcPts val="1875"/>
                        </a:lnSpc>
                        <a:buNone/>
                      </a:pPr>
                      <a:r>
                        <a:rPr b="0" i="0" lang="en-US" sz="1600">
                          <a:effectLst/>
                          <a:latin typeface="+mn-lt"/>
                        </a:rPr>
                        <a:t> </a:t>
                      </a:r>
                      <a:endParaRPr b="0"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extLst>
                  <a:ext uri="{0D108BD9-81ED-4DB2-BD59-A6C34878D82A}">
                    <a16:rowId xmlns:a16="http://schemas.microsoft.com/office/drawing/2014/main" val="455769573"/>
                  </a:ext>
                </a:extLst>
              </a:tr>
              <a:tr h="1129702">
                <a:tc>
                  <a:txBody>
                    <a:bodyPr/>
                    <a:lstStyle/>
                    <a:p>
                      <a:pPr algn="l" fontAlgn="base" rtl="0">
                        <a:lnSpc>
                          <a:spcPts val="1875"/>
                        </a:lnSpc>
                        <a:buNone/>
                      </a:pPr>
                      <a:r>
                        <a:rPr b="0" i="0" lang="en-US" sz="1600">
                          <a:effectLst/>
                          <a:latin typeface="+mn-lt"/>
                        </a:rPr>
                        <a:t> </a:t>
                      </a:r>
                    </a:p>
                    <a:p>
                      <a:pPr algn="l" fontAlgn="base" rtl="0">
                        <a:lnSpc>
                          <a:spcPts val="1875"/>
                        </a:lnSpc>
                        <a:buFont typeface="+mj-lt"/>
                        <a:buAutoNum startAt="4" type="arabicPeriod"/>
                      </a:pPr>
                      <a:r>
                        <a:rPr b="0" i="0" lang="en-US" sz="1600">
                          <a:effectLst/>
                          <a:latin typeface="+mn-lt"/>
                        </a:rPr>
                        <a:t>If the data fails to prove that the null hypothesis is false, then we </a:t>
                      </a:r>
                      <a:r>
                        <a:rPr b="0" i="1" lang="en-US" sz="1600">
                          <a:effectLst/>
                          <a:latin typeface="+mn-lt"/>
                        </a:rPr>
                        <a:t>fail to reject</a:t>
                      </a:r>
                      <a:r>
                        <a:rPr b="0" i="0" lang="en-US" sz="1600">
                          <a:effectLst/>
                          <a:latin typeface="+mn-lt"/>
                        </a:rPr>
                        <a:t> the null hypothesis.</a:t>
                      </a:r>
                      <a:r>
                        <a:rPr b="1" i="0" lang="en-US" sz="1600">
                          <a:effectLst/>
                          <a:latin typeface="+mn-lt"/>
                        </a:rPr>
                        <a:t> </a:t>
                      </a:r>
                    </a:p>
                    <a:p>
                      <a:pPr algn="l" fontAlgn="base" rtl="0">
                        <a:lnSpc>
                          <a:spcPts val="1875"/>
                        </a:lnSpc>
                        <a:buNone/>
                      </a:pPr>
                      <a:r>
                        <a:rPr b="0" i="0" lang="en-US" sz="1600">
                          <a:effectLst/>
                          <a:latin typeface="+mn-lt"/>
                        </a:rPr>
                        <a:t> </a:t>
                      </a:r>
                      <a:r>
                        <a:rPr b="1" i="0" lang="en-US" sz="1600">
                          <a:effectLst/>
                          <a:latin typeface="+mn-lt"/>
                        </a:rPr>
                        <a:t> </a:t>
                      </a:r>
                      <a:endParaRPr b="1"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tc>
                  <a:txBody>
                    <a:bodyPr/>
                    <a:lstStyle/>
                    <a:p>
                      <a:pPr algn="l" fontAlgn="base" rtl="0">
                        <a:lnSpc>
                          <a:spcPts val="1875"/>
                        </a:lnSpc>
                        <a:buNone/>
                      </a:pPr>
                      <a:r>
                        <a:rPr b="0" i="0" lang="en-US" sz="1600">
                          <a:effectLst/>
                          <a:latin typeface="+mn-lt"/>
                        </a:rPr>
                        <a:t> </a:t>
                      </a:r>
                    </a:p>
                    <a:p>
                      <a:pPr algn="l" fontAlgn="base" rtl="0">
                        <a:lnSpc>
                          <a:spcPts val="1875"/>
                        </a:lnSpc>
                        <a:buFont typeface="+mj-lt"/>
                        <a:buAutoNum startAt="4" type="arabicPeriod"/>
                      </a:pPr>
                      <a:r>
                        <a:rPr b="0" i="0" lang="en-US" sz="1600">
                          <a:effectLst/>
                          <a:latin typeface="+mn-lt"/>
                        </a:rPr>
                        <a:t>If the evidence does not convince the jury that the defendant is guilty beyond a reasonable doubt, then they find the defendant </a:t>
                      </a:r>
                      <a:r>
                        <a:rPr b="0" i="1" lang="en-US" sz="1600">
                          <a:effectLst/>
                          <a:latin typeface="+mn-lt"/>
                        </a:rPr>
                        <a:t>not guilty</a:t>
                      </a:r>
                      <a:r>
                        <a:rPr b="0" i="0" lang="en-US" sz="1600">
                          <a:effectLst/>
                          <a:latin typeface="+mn-lt"/>
                        </a:rPr>
                        <a:t>. </a:t>
                      </a:r>
                    </a:p>
                    <a:p>
                      <a:pPr algn="l" fontAlgn="base" rtl="0">
                        <a:lnSpc>
                          <a:spcPts val="1875"/>
                        </a:lnSpc>
                        <a:buNone/>
                      </a:pPr>
                      <a:r>
                        <a:rPr b="0" i="0" lang="en-US" sz="1600">
                          <a:effectLst/>
                          <a:latin typeface="+mn-lt"/>
                        </a:rPr>
                        <a:t>  </a:t>
                      </a:r>
                      <a:endParaRPr b="0"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extLst>
                  <a:ext uri="{0D108BD9-81ED-4DB2-BD59-A6C34878D82A}">
                    <a16:rowId xmlns:a16="http://schemas.microsoft.com/office/drawing/2014/main" val="1529417272"/>
                  </a:ext>
                </a:extLst>
              </a:tr>
              <a:tr h="590397">
                <a:tc>
                  <a:txBody>
                    <a:bodyPr/>
                    <a:lstStyle/>
                    <a:p>
                      <a:pPr algn="l" fontAlgn="base" rtl="0">
                        <a:lnSpc>
                          <a:spcPts val="1875"/>
                        </a:lnSpc>
                        <a:buNone/>
                      </a:pPr>
                      <a:r>
                        <a:rPr b="0" i="0" lang="en-US" sz="1600">
                          <a:effectLst/>
                          <a:latin typeface="+mn-lt"/>
                        </a:rPr>
                        <a:t> </a:t>
                      </a:r>
                    </a:p>
                    <a:p>
                      <a:pPr algn="l" fontAlgn="base" rtl="0">
                        <a:lnSpc>
                          <a:spcPts val="1875"/>
                        </a:lnSpc>
                        <a:buFont typeface="+mj-lt"/>
                        <a:buAutoNum startAt="5" type="arabicPeriod"/>
                      </a:pPr>
                      <a:r>
                        <a:rPr b="0" i="0" lang="en-US" sz="1600">
                          <a:effectLst/>
                          <a:latin typeface="+mn-lt"/>
                        </a:rPr>
                        <a:t>A conclusion is stated to summarize the decision.</a:t>
                      </a:r>
                      <a:r>
                        <a:rPr b="1" i="0" lang="en-US" sz="1600">
                          <a:effectLst/>
                          <a:latin typeface="+mn-lt"/>
                        </a:rPr>
                        <a:t> </a:t>
                      </a:r>
                    </a:p>
                    <a:p>
                      <a:pPr algn="l" fontAlgn="base" rtl="0">
                        <a:lnSpc>
                          <a:spcPts val="1875"/>
                        </a:lnSpc>
                        <a:buNone/>
                      </a:pPr>
                      <a:r>
                        <a:rPr b="0" i="0" lang="en-US" sz="1600">
                          <a:effectLst/>
                          <a:latin typeface="+mn-lt"/>
                        </a:rPr>
                        <a:t> </a:t>
                      </a:r>
                      <a:r>
                        <a:rPr b="1" i="0" lang="en-US" sz="1600">
                          <a:effectLst/>
                          <a:latin typeface="+mn-lt"/>
                        </a:rPr>
                        <a:t> </a:t>
                      </a:r>
                      <a:endParaRPr b="1" i="0" lang="en-US" sz="1800">
                        <a:effectLst/>
                        <a:latin typeface="+mn-lt"/>
                      </a:endParaRP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tc>
                  <a:txBody>
                    <a:bodyPr/>
                    <a:lstStyle/>
                    <a:p>
                      <a:pPr algn="l" fontAlgn="base" rtl="0">
                        <a:lnSpc>
                          <a:spcPts val="1875"/>
                        </a:lnSpc>
                        <a:buNone/>
                      </a:pPr>
                      <a:r>
                        <a:rPr b="0" dirty="0" i="0" lang="en-US" sz="1600">
                          <a:effectLst/>
                          <a:latin typeface="+mn-lt"/>
                        </a:rPr>
                        <a:t> </a:t>
                      </a:r>
                    </a:p>
                    <a:p>
                      <a:pPr algn="l" fontAlgn="base" rtl="0">
                        <a:lnSpc>
                          <a:spcPts val="1875"/>
                        </a:lnSpc>
                        <a:buFont typeface="+mj-lt"/>
                        <a:buAutoNum startAt="5" type="arabicPeriod"/>
                      </a:pPr>
                      <a:r>
                        <a:rPr b="0" dirty="0" i="0" lang="en-US" sz="1600">
                          <a:effectLst/>
                          <a:latin typeface="+mn-lt"/>
                        </a:rPr>
                        <a:t>The judge states the decision of the court.  </a:t>
                      </a:r>
                    </a:p>
                  </a:txBody>
                  <a:tcPr marB="25546" marL="51092" marR="51092" marT="25546">
                    <a:lnL algn="ctr" cap="flat" cmpd="sng" w="7620">
                      <a:solidFill>
                        <a:srgbClr val="999999"/>
                      </a:solidFill>
                      <a:prstDash val="solid"/>
                      <a:round/>
                      <a:headEnd len="med" type="none" w="med"/>
                      <a:tailEnd len="med" type="none" w="med"/>
                    </a:lnL>
                    <a:lnR algn="ctr" cap="flat" cmpd="sng" w="7620">
                      <a:solidFill>
                        <a:srgbClr val="999999"/>
                      </a:solidFill>
                      <a:prstDash val="solid"/>
                      <a:round/>
                      <a:headEnd len="med" type="none" w="med"/>
                      <a:tailEnd len="med" type="none" w="med"/>
                    </a:lnR>
                    <a:lnT algn="ctr" cap="flat" cmpd="sng" w="7620">
                      <a:solidFill>
                        <a:srgbClr val="999999"/>
                      </a:solidFill>
                      <a:prstDash val="solid"/>
                      <a:round/>
                      <a:headEnd len="med" type="none" w="med"/>
                      <a:tailEnd len="med" type="none" w="med"/>
                    </a:lnT>
                    <a:lnB algn="ctr" cap="flat" cmpd="sng" w="7620">
                      <a:solidFill>
                        <a:srgbClr val="999999"/>
                      </a:solidFill>
                      <a:prstDash val="solid"/>
                      <a:round/>
                      <a:headEnd len="med" type="none" w="med"/>
                      <a:tailEnd len="med" type="none" w="med"/>
                    </a:lnB>
                    <a:noFill/>
                  </a:tcPr>
                </a:tc>
                <a:extLst>
                  <a:ext uri="{0D108BD9-81ED-4DB2-BD59-A6C34878D82A}">
                    <a16:rowId xmlns:a16="http://schemas.microsoft.com/office/drawing/2014/main" val="2671103330"/>
                  </a:ext>
                </a:extLst>
              </a:tr>
            </a:tbl>
          </a:graphicData>
        </a:graphic>
      </p:graphicFrame>
      <p:sp>
        <p:nvSpPr>
          <p:cNvPr id="4" name="Footer Placeholder 3">
            <a:extLst>
              <a:ext uri="{FF2B5EF4-FFF2-40B4-BE49-F238E27FC236}">
                <a16:creationId xmlns:a16="http://schemas.microsoft.com/office/drawing/2014/main" id="{FE561174-B9AC-4AE0-455F-0B2DBAF496AF}"/>
              </a:ext>
            </a:extLst>
          </p:cNvPr>
          <p:cNvSpPr>
            <a:spLocks noGrp="1"/>
          </p:cNvSpPr>
          <p:nvPr>
            <p:ph idx="11" sz="quarter" type="ftr"/>
          </p:nvPr>
        </p:nvSpPr>
        <p:spPr>
          <a:xfrm>
            <a:off x="4038600" y="6492875"/>
            <a:ext cx="4114800" cy="365125"/>
          </a:xfrm>
        </p:spPr>
        <p:txBody>
          <a:bodyPr/>
          <a:lstStyle/>
          <a:p>
            <a:r>
              <a:rPr dirty="0" lang="en-US">
                <a:solidFill>
                  <a:srgbClr val="000000"/>
                </a:solidFill>
              </a:rPr>
              <a:t>Bowen C.</a:t>
            </a:r>
          </a:p>
        </p:txBody>
      </p:sp>
      <p:sp>
        <p:nvSpPr>
          <p:cNvPr id="5" name="Slide Number Placeholder 4">
            <a:extLst>
              <a:ext uri="{FF2B5EF4-FFF2-40B4-BE49-F238E27FC236}">
                <a16:creationId xmlns:a16="http://schemas.microsoft.com/office/drawing/2014/main" id="{FF889B55-FDA4-CC18-7BE4-1F83BB94042F}"/>
              </a:ext>
            </a:extLst>
          </p:cNvPr>
          <p:cNvSpPr>
            <a:spLocks noGrp="1"/>
          </p:cNvSpPr>
          <p:nvPr>
            <p:ph idx="12" sz="quarter" type="sldNum"/>
          </p:nvPr>
        </p:nvSpPr>
        <p:spPr/>
        <p:txBody>
          <a:bodyPr/>
          <a:lstStyle/>
          <a:p>
            <a:fld id="{330EA680-D336-4FF7-8B7A-9848BB0A1C32}" type="slidenum">
              <a:rPr lang="en-US" smtClean="0">
                <a:solidFill>
                  <a:srgbClr val="000000"/>
                </a:solidFill>
              </a:rPr>
              <a:t>7</a:t>
            </a:fld>
            <a:endParaRPr lang="en-US"/>
          </a:p>
        </p:txBody>
      </p:sp>
    </p:spTree>
    <p:extLst>
      <p:ext uri="{BB962C8B-B14F-4D97-AF65-F5344CB8AC3E}">
        <p14:creationId xmlns:p14="http://schemas.microsoft.com/office/powerpoint/2010/main" val="284719156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39DF8-8803-CEE5-D2D1-1596D70AF16A}"/>
              </a:ext>
            </a:extLst>
          </p:cNvPr>
          <p:cNvSpPr>
            <a:spLocks noGrp="1"/>
          </p:cNvSpPr>
          <p:nvPr>
            <p:ph type="title"/>
          </p:nvPr>
        </p:nvSpPr>
        <p:spPr/>
        <p:txBody>
          <a:bodyPr/>
          <a:lstStyle/>
          <a:p>
            <a:r>
              <a:rPr dirty="0" lang="en-US"/>
              <a:t>The Decision </a:t>
            </a:r>
          </a:p>
        </p:txBody>
      </p:sp>
      <p:sp>
        <p:nvSpPr>
          <p:cNvPr id="3" name="Content Placeholder 2">
            <a:extLst>
              <a:ext uri="{FF2B5EF4-FFF2-40B4-BE49-F238E27FC236}">
                <a16:creationId xmlns:a16="http://schemas.microsoft.com/office/drawing/2014/main" id="{7C2B854A-5E29-C688-D888-89A696D9194D}"/>
              </a:ext>
            </a:extLst>
          </p:cNvPr>
          <p:cNvSpPr>
            <a:spLocks noGrp="1"/>
          </p:cNvSpPr>
          <p:nvPr>
            <p:ph idx="1"/>
          </p:nvPr>
        </p:nvSpPr>
        <p:spPr>
          <a:xfrm>
            <a:off x="838200" y="2389445"/>
            <a:ext cx="10515600" cy="2079110"/>
          </a:xfrm>
        </p:spPr>
        <p:txBody>
          <a:bodyPr/>
          <a:lstStyle/>
          <a:p>
            <a:pPr indent="0" marL="0">
              <a:buNone/>
            </a:pPr>
            <a:r>
              <a:rPr dirty="0" i="1" lang="en-US">
                <a:solidFill>
                  <a:srgbClr val="000000"/>
                </a:solidFill>
              </a:rPr>
              <a:t>Pay close attention to step 4. We never say that a person is proven to be innocent. We judge them to be guilty or not guilty. The same goes for hypothesis testing. We never say that the null hypothesis is true. We can only reject the null or fail to reject the null hypothesis. </a:t>
            </a:r>
          </a:p>
        </p:txBody>
      </p:sp>
      <p:sp>
        <p:nvSpPr>
          <p:cNvPr id="4" name="Footer Placeholder 3">
            <a:extLst>
              <a:ext uri="{FF2B5EF4-FFF2-40B4-BE49-F238E27FC236}">
                <a16:creationId xmlns:a16="http://schemas.microsoft.com/office/drawing/2014/main" id="{8C14D970-7136-BA12-1728-354951FF28EA}"/>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B31B13CB-575B-C312-B733-671E45E207B0}"/>
              </a:ext>
            </a:extLst>
          </p:cNvPr>
          <p:cNvSpPr>
            <a:spLocks noGrp="1"/>
          </p:cNvSpPr>
          <p:nvPr>
            <p:ph idx="12" sz="quarter" type="sldNum"/>
          </p:nvPr>
        </p:nvSpPr>
        <p:spPr/>
        <p:txBody>
          <a:bodyPr/>
          <a:lstStyle/>
          <a:p>
            <a:fld id="{330EA680-D336-4FF7-8B7A-9848BB0A1C32}" type="slidenum">
              <a:rPr lang="en-US" smtClean="0">
                <a:solidFill>
                  <a:srgbClr val="000000"/>
                </a:solidFill>
              </a:rPr>
              <a:t>8</a:t>
            </a:fld>
            <a:endParaRPr lang="en-US"/>
          </a:p>
        </p:txBody>
      </p:sp>
    </p:spTree>
    <p:extLst>
      <p:ext uri="{BB962C8B-B14F-4D97-AF65-F5344CB8AC3E}">
        <p14:creationId xmlns:p14="http://schemas.microsoft.com/office/powerpoint/2010/main" val="2161819907"/>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FD60F-4A9F-6A54-5ABF-DC26C5407E81}"/>
              </a:ext>
            </a:extLst>
          </p:cNvPr>
          <p:cNvSpPr>
            <a:spLocks noGrp="1"/>
          </p:cNvSpPr>
          <p:nvPr>
            <p:ph type="title"/>
          </p:nvPr>
        </p:nvSpPr>
        <p:spPr>
          <a:xfrm>
            <a:off x="838200" y="365125"/>
            <a:ext cx="10826578" cy="1325563"/>
          </a:xfrm>
        </p:spPr>
        <p:txBody>
          <a:bodyPr>
            <a:normAutofit/>
          </a:bodyPr>
          <a:lstStyle/>
          <a:p>
            <a:r>
              <a:rPr dirty="0" lang="en-US" sz="3200"/>
              <a:t>Every hypothesis test has one of two possible conclusions: </a:t>
            </a:r>
          </a:p>
        </p:txBody>
      </p:sp>
      <p:sp>
        <p:nvSpPr>
          <p:cNvPr id="3" name="Content Placeholder 2">
            <a:extLst>
              <a:ext uri="{FF2B5EF4-FFF2-40B4-BE49-F238E27FC236}">
                <a16:creationId xmlns:a16="http://schemas.microsoft.com/office/drawing/2014/main" id="{049CD1B0-FDC6-0F71-D2B4-136998C994DA}"/>
              </a:ext>
            </a:extLst>
          </p:cNvPr>
          <p:cNvSpPr>
            <a:spLocks noGrp="1"/>
          </p:cNvSpPr>
          <p:nvPr>
            <p:ph idx="1"/>
          </p:nvPr>
        </p:nvSpPr>
        <p:spPr/>
        <p:txBody>
          <a:bodyPr>
            <a:normAutofit/>
          </a:bodyPr>
          <a:lstStyle/>
          <a:p>
            <a:pPr indent="-514350" marL="514350">
              <a:buFont typeface="+mj-lt"/>
              <a:buAutoNum type="arabicPeriod"/>
            </a:pPr>
            <a:r>
              <a:rPr dirty="0" lang="en-US"/>
              <a:t>There is sufficient evidence to suggest that the null hypothesis is false. Therefore, we reject the null hypothesis and accept the alternate hypothesis.  </a:t>
            </a:r>
          </a:p>
          <a:p>
            <a:pPr indent="-514350" marL="514350">
              <a:buFont typeface="+mj-lt"/>
              <a:buAutoNum type="arabicPeriod"/>
            </a:pPr>
            <a:r>
              <a:rPr dirty="0" lang="en-US"/>
              <a:t>There is NOT sufficient evidence to suggest that the null hypothesis is false. Therefore, we fail to reject the null hypothesis and reject the alternate hypothesis.  </a:t>
            </a:r>
          </a:p>
          <a:p>
            <a:pPr indent="0" marL="0">
              <a:buNone/>
            </a:pPr>
            <a:endParaRPr dirty="0" lang="en-US"/>
          </a:p>
          <a:p>
            <a:pPr indent="0" marL="0">
              <a:buNone/>
            </a:pPr>
            <a:r>
              <a:rPr dirty="0" lang="en-US"/>
              <a:t>Again, we never say that the null hypothesis is true or that we accept it. We can only say that we have failed to prove it to be false. </a:t>
            </a:r>
          </a:p>
        </p:txBody>
      </p:sp>
      <p:sp>
        <p:nvSpPr>
          <p:cNvPr id="4" name="Footer Placeholder 3">
            <a:extLst>
              <a:ext uri="{FF2B5EF4-FFF2-40B4-BE49-F238E27FC236}">
                <a16:creationId xmlns:a16="http://schemas.microsoft.com/office/drawing/2014/main" id="{B04EDE10-7881-784F-1E7F-6E5D1D95D710}"/>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7A515496-C969-0ED8-94B9-DB74359ADE92}"/>
              </a:ext>
            </a:extLst>
          </p:cNvPr>
          <p:cNvSpPr>
            <a:spLocks noGrp="1"/>
          </p:cNvSpPr>
          <p:nvPr>
            <p:ph idx="12" sz="quarter" type="sldNum"/>
          </p:nvPr>
        </p:nvSpPr>
        <p:spPr/>
        <p:txBody>
          <a:bodyPr/>
          <a:lstStyle/>
          <a:p>
            <a:fld id="{330EA680-D336-4FF7-8B7A-9848BB0A1C32}" type="slidenum">
              <a:rPr lang="en-US" smtClean="0">
                <a:solidFill>
                  <a:srgbClr val="000000"/>
                </a:solidFill>
              </a:rPr>
              <a:t>9</a:t>
            </a:fld>
            <a:endParaRPr lang="en-US"/>
          </a:p>
        </p:txBody>
      </p:sp>
    </p:spTree>
    <p:extLst>
      <p:ext uri="{BB962C8B-B14F-4D97-AF65-F5344CB8AC3E}">
        <p14:creationId xmlns:p14="http://schemas.microsoft.com/office/powerpoint/2010/main" val="2544915236"/>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272B0-103A-55F1-8D8A-EF6F96B60471}"/>
              </a:ext>
            </a:extLst>
          </p:cNvPr>
          <p:cNvSpPr>
            <a:spLocks noGrp="1"/>
          </p:cNvSpPr>
          <p:nvPr>
            <p:ph type="title"/>
          </p:nvPr>
        </p:nvSpPr>
        <p:spPr/>
        <p:txBody>
          <a:bodyPr/>
          <a:lstStyle/>
          <a:p>
            <a:r>
              <a:rPr dirty="0" lang="en-US"/>
              <a:t>Type I and Type II Errors</a:t>
            </a:r>
          </a:p>
        </p:txBody>
      </p:sp>
      <p:sp>
        <p:nvSpPr>
          <p:cNvPr id="3" name="Content Placeholder 2">
            <a:extLst>
              <a:ext uri="{FF2B5EF4-FFF2-40B4-BE49-F238E27FC236}">
                <a16:creationId xmlns:a16="http://schemas.microsoft.com/office/drawing/2014/main" id="{8440C10F-BCCE-C4B3-9B4E-1590D18EFC30}"/>
              </a:ext>
            </a:extLst>
          </p:cNvPr>
          <p:cNvSpPr>
            <a:spLocks noGrp="1"/>
          </p:cNvSpPr>
          <p:nvPr>
            <p:ph idx="1"/>
          </p:nvPr>
        </p:nvSpPr>
        <p:spPr>
          <a:xfrm>
            <a:off x="838200" y="1537300"/>
            <a:ext cx="10515600" cy="4351338"/>
          </a:xfrm>
        </p:spPr>
        <p:txBody>
          <a:bodyPr/>
          <a:lstStyle/>
          <a:p>
            <a:pPr indent="0" marL="0">
              <a:buNone/>
            </a:pPr>
            <a:r>
              <a:rPr dirty="0" lang="en-US"/>
              <a:t>Type I Error – “False positive.” We reject a null hypothesis that is actually true in real life. That’s like putting an innocent person in jail. It results in a false conclusion.   </a:t>
            </a:r>
          </a:p>
          <a:p>
            <a:pPr indent="0" marL="0">
              <a:buNone/>
            </a:pPr>
            <a:r>
              <a:rPr dirty="0" lang="en-US"/>
              <a:t>Type II Error – “False negative.” We fail to reject a null hypothesis that is actually false in real life. That’s like letting a guilty person back on the streets. It results in no conclusion being made about the data at hand. </a:t>
            </a:r>
          </a:p>
        </p:txBody>
      </p:sp>
      <p:sp>
        <p:nvSpPr>
          <p:cNvPr id="4" name="Footer Placeholder 3">
            <a:extLst>
              <a:ext uri="{FF2B5EF4-FFF2-40B4-BE49-F238E27FC236}">
                <a16:creationId xmlns:a16="http://schemas.microsoft.com/office/drawing/2014/main" id="{7673DF83-7ACE-C3B8-051C-A06D132F5E22}"/>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1F4EDEF4-9210-5583-417B-97BD0AE6B4EB}"/>
              </a:ext>
            </a:extLst>
          </p:cNvPr>
          <p:cNvSpPr>
            <a:spLocks noGrp="1"/>
          </p:cNvSpPr>
          <p:nvPr>
            <p:ph idx="12" sz="quarter" type="sldNum"/>
          </p:nvPr>
        </p:nvSpPr>
        <p:spPr/>
        <p:txBody>
          <a:bodyPr/>
          <a:lstStyle/>
          <a:p>
            <a:fld id="{330EA680-D336-4FF7-8B7A-9848BB0A1C32}" type="slidenum">
              <a:rPr lang="en-US" smtClean="0">
                <a:solidFill>
                  <a:srgbClr val="000000"/>
                </a:solidFill>
              </a:rPr>
              <a:t>10</a:t>
            </a:fld>
            <a:endParaRPr lang="en-US"/>
          </a:p>
        </p:txBody>
      </p:sp>
      <p:pic>
        <p:nvPicPr>
          <p:cNvPr descr="Table  Description automatically generated" id="2050" name="Picture 2">
            <a:extLst>
              <a:ext uri="{FF2B5EF4-FFF2-40B4-BE49-F238E27FC236}">
                <a16:creationId xmlns:a16="http://schemas.microsoft.com/office/drawing/2014/main" id="{B4025E2B-74A4-C79F-29AE-A649AABFB93D}"/>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55399" y="4114199"/>
            <a:ext cx="7598401" cy="2242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468897"/>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8EF5A-3859-F2D0-0ADD-1EA37A08AC22}"/>
              </a:ext>
            </a:extLst>
          </p:cNvPr>
          <p:cNvSpPr>
            <a:spLocks noGrp="1"/>
          </p:cNvSpPr>
          <p:nvPr>
            <p:ph type="title"/>
          </p:nvPr>
        </p:nvSpPr>
        <p:spPr>
          <a:xfrm>
            <a:off x="203886" y="233367"/>
            <a:ext cx="10515600" cy="932807"/>
          </a:xfrm>
        </p:spPr>
        <p:txBody>
          <a:bodyPr/>
          <a:lstStyle/>
          <a:p>
            <a:r>
              <a:rPr dirty="0" lang="en-US"/>
              <a:t>Probability of Error </a:t>
            </a:r>
          </a:p>
        </p:txBody>
      </p:sp>
      <p:sp>
        <p:nvSpPr>
          <p:cNvPr id="4" name="Footer Placeholder 3">
            <a:extLst>
              <a:ext uri="{FF2B5EF4-FFF2-40B4-BE49-F238E27FC236}">
                <a16:creationId xmlns:a16="http://schemas.microsoft.com/office/drawing/2014/main" id="{AB5C0D41-C7E5-A7BE-46B0-0E834704552C}"/>
              </a:ext>
            </a:extLst>
          </p:cNvPr>
          <p:cNvSpPr>
            <a:spLocks noGrp="1"/>
          </p:cNvSpPr>
          <p:nvPr>
            <p:ph idx="11" sz="quarter" type="ftr"/>
          </p:nvPr>
        </p:nvSpPr>
        <p:spPr/>
        <p:txBody>
          <a:bodyPr/>
          <a:lstStyle/>
          <a:p>
            <a:r>
              <a:rPr lang="en-US"/>
              <a:t>Bowen C.</a:t>
            </a:r>
          </a:p>
        </p:txBody>
      </p:sp>
      <p:sp>
        <p:nvSpPr>
          <p:cNvPr id="5" name="Slide Number Placeholder 4">
            <a:extLst>
              <a:ext uri="{FF2B5EF4-FFF2-40B4-BE49-F238E27FC236}">
                <a16:creationId xmlns:a16="http://schemas.microsoft.com/office/drawing/2014/main" id="{0D798104-8434-B6A8-D6F9-679B2C2F2A2D}"/>
              </a:ext>
            </a:extLst>
          </p:cNvPr>
          <p:cNvSpPr>
            <a:spLocks noGrp="1"/>
          </p:cNvSpPr>
          <p:nvPr>
            <p:ph idx="12" sz="quarter" type="sldNum"/>
          </p:nvPr>
        </p:nvSpPr>
        <p:spPr/>
        <p:txBody>
          <a:bodyPr/>
          <a:lstStyle/>
          <a:p>
            <a:fld id="{330EA680-D336-4FF7-8B7A-9848BB0A1C32}" type="slidenum">
              <a:rPr lang="en-US" smtClean="0">
                <a:solidFill>
                  <a:srgbClr val="000000"/>
                </a:solidFill>
              </a:rPr>
              <a:t>11</a:t>
            </a:fld>
            <a:endParaRPr lang="en-US"/>
          </a:p>
        </p:txBody>
      </p:sp>
      <p:pic>
        <p:nvPicPr>
          <p:cNvPr descr="What are Type 1 and Type 2 Errors?" id="3074" name="Picture 2">
            <a:extLst>
              <a:ext uri="{FF2B5EF4-FFF2-40B4-BE49-F238E27FC236}">
                <a16:creationId xmlns:a16="http://schemas.microsoft.com/office/drawing/2014/main" id="{08A6D10C-7796-EC2B-5FE0-8E42EBE2597A}"/>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5932" y="1851710"/>
            <a:ext cx="9463554" cy="477292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585667F-E88D-C64C-903B-C163DD2B1917}"/>
              </a:ext>
            </a:extLst>
          </p:cNvPr>
          <p:cNvSpPr txBox="1"/>
          <p:nvPr/>
        </p:nvSpPr>
        <p:spPr>
          <a:xfrm>
            <a:off x="5461686" y="1047277"/>
            <a:ext cx="8738287" cy="923330"/>
          </a:xfrm>
          <a:prstGeom prst="rect">
            <a:avLst/>
          </a:prstGeom>
          <a:noFill/>
        </p:spPr>
        <p:txBody>
          <a:bodyPr wrap="square">
            <a:spAutoFit/>
          </a:bodyPr>
          <a:lstStyle/>
          <a:p>
            <a:r>
              <a:rPr dirty="0" lang="en-US"/>
              <a:t>P(type I error) = </a:t>
            </a:r>
            <a:r>
              <a:rPr dirty="0" lang="el-GR"/>
              <a:t>α 	</a:t>
            </a:r>
            <a:r>
              <a:rPr dirty="0" lang="en-US"/>
              <a:t>also called “significance level” </a:t>
            </a:r>
          </a:p>
          <a:p>
            <a:endParaRPr dirty="0" lang="en-US"/>
          </a:p>
          <a:p>
            <a:r>
              <a:rPr dirty="0" lang="en-US"/>
              <a:t>P(type II error) = </a:t>
            </a:r>
            <a:r>
              <a:rPr dirty="0" lang="el-GR"/>
              <a:t>β </a:t>
            </a:r>
            <a:r>
              <a:rPr dirty="0" lang="en-US"/>
              <a:t> </a:t>
            </a:r>
          </a:p>
        </p:txBody>
      </p:sp>
    </p:spTree>
    <p:extLst>
      <p:ext uri="{BB962C8B-B14F-4D97-AF65-F5344CB8AC3E}">
        <p14:creationId xmlns:p14="http://schemas.microsoft.com/office/powerpoint/2010/main" val="3628016578"/>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7F109-6F61-875E-508B-52BF398DCEBC}"/>
              </a:ext>
            </a:extLst>
          </p:cNvPr>
          <p:cNvSpPr>
            <a:spLocks noGrp="1"/>
          </p:cNvSpPr>
          <p:nvPr>
            <p:ph type="title"/>
          </p:nvPr>
        </p:nvSpPr>
        <p:spPr>
          <a:xfrm>
            <a:off x="838200" y="365125"/>
            <a:ext cx="11353800" cy="1325563"/>
          </a:xfrm>
        </p:spPr>
        <p:txBody>
          <a:bodyPr>
            <a:normAutofit/>
          </a:bodyPr>
          <a:lstStyle/>
          <a:p>
            <a:r>
              <a:rPr dirty="0" lang="en-US" sz="3200"/>
              <a:t>Practice: Determine if there is an error and if so, what kind. </a:t>
            </a:r>
          </a:p>
        </p:txBody>
      </p:sp>
      <p:sp>
        <p:nvSpPr>
          <p:cNvPr id="3" name="Content Placeholder 2">
            <a:extLst>
              <a:ext uri="{FF2B5EF4-FFF2-40B4-BE49-F238E27FC236}">
                <a16:creationId xmlns:a16="http://schemas.microsoft.com/office/drawing/2014/main" id="{4BC8FEE5-110F-7B47-E962-1864A97D5104}"/>
              </a:ext>
            </a:extLst>
          </p:cNvPr>
          <p:cNvSpPr>
            <a:spLocks noGrp="1"/>
          </p:cNvSpPr>
          <p:nvPr>
            <p:ph idx="1"/>
          </p:nvPr>
        </p:nvSpPr>
        <p:spPr/>
        <p:txBody>
          <a:bodyPr>
            <a:normAutofit/>
          </a:bodyPr>
          <a:lstStyle/>
          <a:p>
            <a:pPr indent="-514350" marL="514350">
              <a:buFont typeface="+mj-lt"/>
              <a:buAutoNum type="arabicPeriod"/>
            </a:pPr>
            <a:r>
              <a:rPr dirty="0" lang="en-US"/>
              <a:t>H0:	μ=100                 </a:t>
            </a:r>
            <a:br>
              <a:rPr dirty="0" lang="en-US"/>
            </a:br>
            <a:r>
              <a:rPr dirty="0" lang="en-US"/>
              <a:t>H1:	μ≠100   </a:t>
            </a:r>
            <a:br>
              <a:rPr dirty="0" lang="en-US"/>
            </a:br>
            <a:r>
              <a:rPr dirty="0" lang="en-US"/>
              <a:t>The null hypothesis is rejected. </a:t>
            </a:r>
            <a:r>
              <a:rPr dirty="0" i="1" lang="en-US">
                <a:solidFill>
                  <a:srgbClr val="000000"/>
                </a:solidFill>
              </a:rPr>
              <a:t>The true value of µ is 150.  </a:t>
            </a:r>
          </a:p>
          <a:p>
            <a:pPr indent="-514350" marL="514350">
              <a:buFont typeface="+mj-lt"/>
              <a:buAutoNum type="arabicPeriod"/>
            </a:pPr>
            <a:r>
              <a:rPr dirty="0" lang="en-US"/>
              <a:t>H0:	p=0.18               </a:t>
            </a:r>
            <a:br>
              <a:rPr dirty="0" lang="en-US"/>
            </a:br>
            <a:r>
              <a:rPr dirty="0" lang="en-US"/>
              <a:t>H1:	p&gt;0.18	</a:t>
            </a:r>
            <a:br>
              <a:rPr dirty="0" lang="en-US"/>
            </a:br>
            <a:r>
              <a:rPr dirty="0" lang="en-US"/>
              <a:t>The null hypothesis is not rejected. </a:t>
            </a:r>
            <a:r>
              <a:rPr dirty="0" i="1" lang="en-US">
                <a:solidFill>
                  <a:srgbClr val="000000"/>
                </a:solidFill>
              </a:rPr>
              <a:t>The true value of p is 0.20. </a:t>
            </a:r>
          </a:p>
          <a:p>
            <a:pPr indent="-514350" marL="514350">
              <a:buFont typeface="+mj-lt"/>
              <a:buAutoNum type="arabicPeriod"/>
            </a:pPr>
            <a:r>
              <a:rPr dirty="0" lang="en-US"/>
              <a:t>H0:	μ=3                     </a:t>
            </a:r>
            <a:br>
              <a:rPr dirty="0" lang="en-US"/>
            </a:br>
            <a:r>
              <a:rPr dirty="0" lang="en-US"/>
              <a:t>H1:	μ&lt;3	</a:t>
            </a:r>
            <a:br>
              <a:rPr dirty="0" lang="en-US"/>
            </a:br>
            <a:r>
              <a:rPr dirty="0" lang="en-US"/>
              <a:t>The null hypothesis is rejected. </a:t>
            </a:r>
            <a:r>
              <a:rPr dirty="0" i="1" lang="en-US">
                <a:solidFill>
                  <a:srgbClr val="000000"/>
                </a:solidFill>
              </a:rPr>
              <a:t>The true value of µ is 3. </a:t>
            </a:r>
          </a:p>
        </p:txBody>
      </p:sp>
      <p:sp>
        <p:nvSpPr>
          <p:cNvPr id="4" name="Footer Placeholder 3">
            <a:extLst>
              <a:ext uri="{FF2B5EF4-FFF2-40B4-BE49-F238E27FC236}">
                <a16:creationId xmlns:a16="http://schemas.microsoft.com/office/drawing/2014/main" id="{171D45FF-F8D1-C7D5-B1BC-E21870E1BE84}"/>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1697CD92-4D42-9D36-8CCC-FFDEE2BDD313}"/>
              </a:ext>
            </a:extLst>
          </p:cNvPr>
          <p:cNvSpPr>
            <a:spLocks noGrp="1"/>
          </p:cNvSpPr>
          <p:nvPr>
            <p:ph idx="12" sz="quarter" type="sldNum"/>
          </p:nvPr>
        </p:nvSpPr>
        <p:spPr/>
        <p:txBody>
          <a:bodyPr/>
          <a:lstStyle/>
          <a:p>
            <a:fld id="{330EA680-D336-4FF7-8B7A-9848BB0A1C32}" type="slidenum">
              <a:rPr lang="en-US" smtClean="0">
                <a:solidFill>
                  <a:srgbClr val="000000"/>
                </a:solidFill>
              </a:rPr>
              <a:t>12</a:t>
            </a:fld>
            <a:endParaRPr lang="en-US"/>
          </a:p>
        </p:txBody>
      </p:sp>
    </p:spTree>
    <p:extLst>
      <p:ext uri="{BB962C8B-B14F-4D97-AF65-F5344CB8AC3E}">
        <p14:creationId xmlns:p14="http://schemas.microsoft.com/office/powerpoint/2010/main" val="2766396526"/>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939FA-D645-3372-03E0-6532FF17DC30}"/>
              </a:ext>
            </a:extLst>
          </p:cNvPr>
          <p:cNvSpPr>
            <a:spLocks noGrp="1"/>
          </p:cNvSpPr>
          <p:nvPr>
            <p:ph type="title"/>
          </p:nvPr>
        </p:nvSpPr>
        <p:spPr>
          <a:xfrm>
            <a:off x="368644" y="511968"/>
            <a:ext cx="3758513" cy="1325563"/>
          </a:xfrm>
        </p:spPr>
        <p:txBody>
          <a:bodyPr/>
          <a:lstStyle/>
          <a:p>
            <a:r>
              <a:rPr dirty="0" i="1" lang="en-US"/>
              <a:t>The Boy Who </a:t>
            </a:r>
            <a:br>
              <a:rPr dirty="0" i="1" lang="en-US"/>
            </a:br>
            <a:r>
              <a:rPr dirty="0" i="1" lang="en-US"/>
              <a:t>Cried Wolf</a:t>
            </a:r>
          </a:p>
        </p:txBody>
      </p:sp>
      <p:sp>
        <p:nvSpPr>
          <p:cNvPr id="4" name="Footer Placeholder 3">
            <a:extLst>
              <a:ext uri="{FF2B5EF4-FFF2-40B4-BE49-F238E27FC236}">
                <a16:creationId xmlns:a16="http://schemas.microsoft.com/office/drawing/2014/main" id="{3C8ADFAB-800E-43B8-BD0F-FEF041191D25}"/>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C5C8E9B6-651A-8E12-6798-A2DC1AC9CF45}"/>
              </a:ext>
            </a:extLst>
          </p:cNvPr>
          <p:cNvSpPr>
            <a:spLocks noGrp="1"/>
          </p:cNvSpPr>
          <p:nvPr>
            <p:ph idx="12" sz="quarter" type="sldNum"/>
          </p:nvPr>
        </p:nvSpPr>
        <p:spPr/>
        <p:txBody>
          <a:bodyPr/>
          <a:lstStyle/>
          <a:p>
            <a:fld id="{330EA680-D336-4FF7-8B7A-9848BB0A1C32}" type="slidenum">
              <a:rPr lang="en-US" smtClean="0">
                <a:solidFill>
                  <a:srgbClr val="000000"/>
                </a:solidFill>
              </a:rPr>
              <a:t>13</a:t>
            </a:fld>
            <a:endParaRPr lang="en-US"/>
          </a:p>
        </p:txBody>
      </p:sp>
      <p:pic>
        <p:nvPicPr>
          <p:cNvPr descr="Never confuse type I and type II errors again. Just remember that the boy who cried wolf caused both type 1 and type 2 errors, in that order. First, everyone believed there was a wolf when there wasn't. Next they believed there was no wolf, when there was. " id="4098" name="Picture 2">
            <a:extLst>
              <a:ext uri="{FF2B5EF4-FFF2-40B4-BE49-F238E27FC236}">
                <a16:creationId xmlns:a16="http://schemas.microsoft.com/office/drawing/2014/main" id="{1A5B6F58-DFC6-B9EE-99AF-816F32DEF264}"/>
              </a:ext>
            </a:extLst>
          </p:cNvPr>
          <p:cNvPicPr>
            <a:picLocks noChangeArrowheads="1" noChangeAspect="1"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57710" y="511968"/>
            <a:ext cx="7198480" cy="5834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54710"/>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66969-D741-55C4-A803-79745EC540D6}"/>
              </a:ext>
            </a:extLst>
          </p:cNvPr>
          <p:cNvSpPr>
            <a:spLocks noGrp="1"/>
          </p:cNvSpPr>
          <p:nvPr>
            <p:ph type="title"/>
          </p:nvPr>
        </p:nvSpPr>
        <p:spPr/>
        <p:txBody>
          <a:bodyPr/>
          <a:lstStyle/>
          <a:p>
            <a:r>
              <a:rPr dirty="0" lang="en-US"/>
              <a:t>Steps for Any Hypothesis Test </a:t>
            </a:r>
          </a:p>
        </p:txBody>
      </p:sp>
      <p:sp>
        <p:nvSpPr>
          <p:cNvPr id="3" name="Content Placeholder 2">
            <a:extLst>
              <a:ext uri="{FF2B5EF4-FFF2-40B4-BE49-F238E27FC236}">
                <a16:creationId xmlns:a16="http://schemas.microsoft.com/office/drawing/2014/main" id="{FB1F86CA-ADA4-13E1-A939-CB34E8002B59}"/>
              </a:ext>
            </a:extLst>
          </p:cNvPr>
          <p:cNvSpPr>
            <a:spLocks noGrp="1"/>
          </p:cNvSpPr>
          <p:nvPr>
            <p:ph idx="1"/>
          </p:nvPr>
        </p:nvSpPr>
        <p:spPr/>
        <p:txBody>
          <a:bodyPr>
            <a:normAutofit/>
          </a:bodyPr>
          <a:lstStyle/>
          <a:p>
            <a:pPr indent="-514350" marL="514350">
              <a:buFont typeface="+mj-lt"/>
              <a:buAutoNum type="arabicPeriod"/>
            </a:pPr>
            <a:r>
              <a:rPr dirty="0" lang="en-US"/>
              <a:t>State the null and alternate hypotheses. </a:t>
            </a:r>
          </a:p>
          <a:p>
            <a:pPr indent="-514350" marL="514350">
              <a:buFont typeface="+mj-lt"/>
              <a:buAutoNum type="arabicPeriod"/>
            </a:pPr>
            <a:r>
              <a:rPr dirty="0" lang="en-US"/>
              <a:t>Gather your evidence (sample statistics). </a:t>
            </a:r>
          </a:p>
          <a:p>
            <a:pPr indent="-514350" marL="514350">
              <a:buFont typeface="+mj-lt"/>
              <a:buAutoNum type="arabicPeriod"/>
            </a:pPr>
            <a:r>
              <a:rPr dirty="0" lang="en-US"/>
              <a:t>Convert the important information into a test statistic. </a:t>
            </a:r>
          </a:p>
          <a:p>
            <a:pPr indent="-514350" marL="514350">
              <a:buFont typeface="+mj-lt"/>
              <a:buAutoNum type="arabicPeriod"/>
            </a:pPr>
            <a:r>
              <a:rPr dirty="0" lang="en-US"/>
              <a:t>Calculate your p-value (the probability of obtaining your test statistic, given that the null hypothesis is true). </a:t>
            </a:r>
          </a:p>
          <a:p>
            <a:pPr indent="-514350" marL="514350">
              <a:buFont typeface="+mj-lt"/>
              <a:buAutoNum type="arabicPeriod"/>
            </a:pPr>
            <a:r>
              <a:rPr dirty="0" lang="en-US"/>
              <a:t>Compare your p-value to the given significance level, </a:t>
            </a:r>
            <a:r>
              <a:rPr dirty="0" lang="el-GR"/>
              <a:t>α</a:t>
            </a:r>
            <a:r>
              <a:rPr dirty="0" lang="en-US"/>
              <a:t>.</a:t>
            </a:r>
          </a:p>
          <a:p>
            <a:pPr lvl="1"/>
            <a:r>
              <a:rPr dirty="0" lang="en-US"/>
              <a:t>If the p-value ≤ α, then we reject the null and accept the alternate.  </a:t>
            </a:r>
          </a:p>
          <a:p>
            <a:pPr lvl="1"/>
            <a:r>
              <a:rPr dirty="0" lang="en-US"/>
              <a:t>If the p-value is &gt; α, then we fail to reject the null and reject the alternate. </a:t>
            </a:r>
          </a:p>
          <a:p>
            <a:pPr indent="-514350" marL="514350">
              <a:buFont typeface="+mj-lt"/>
              <a:buAutoNum type="arabicPeriod"/>
            </a:pPr>
            <a:r>
              <a:rPr dirty="0" lang="en-US"/>
              <a:t>State your conclusion (just like the examples in these notes). </a:t>
            </a:r>
          </a:p>
        </p:txBody>
      </p:sp>
      <p:sp>
        <p:nvSpPr>
          <p:cNvPr id="4" name="Footer Placeholder 3">
            <a:extLst>
              <a:ext uri="{FF2B5EF4-FFF2-40B4-BE49-F238E27FC236}">
                <a16:creationId xmlns:a16="http://schemas.microsoft.com/office/drawing/2014/main" id="{9B784050-1BE8-28CB-8F29-27D75C3C2846}"/>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2DF6E4AC-0773-75CF-E499-3554824E35E4}"/>
              </a:ext>
            </a:extLst>
          </p:cNvPr>
          <p:cNvSpPr>
            <a:spLocks noGrp="1"/>
          </p:cNvSpPr>
          <p:nvPr>
            <p:ph idx="12" sz="quarter" type="sldNum"/>
          </p:nvPr>
        </p:nvSpPr>
        <p:spPr/>
        <p:txBody>
          <a:bodyPr/>
          <a:lstStyle/>
          <a:p>
            <a:fld id="{330EA680-D336-4FF7-8B7A-9848BB0A1C32}" type="slidenum">
              <a:rPr lang="en-US" smtClean="0">
                <a:solidFill>
                  <a:srgbClr val="000000"/>
                </a:solidFill>
              </a:rPr>
              <a:t>14</a:t>
            </a:fld>
            <a:endParaRPr lang="en-US"/>
          </a:p>
        </p:txBody>
      </p:sp>
    </p:spTree>
    <p:extLst>
      <p:ext uri="{BB962C8B-B14F-4D97-AF65-F5344CB8AC3E}">
        <p14:creationId xmlns:p14="http://schemas.microsoft.com/office/powerpoint/2010/main" val="1300562924"/>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58855-53BF-CC10-0B4B-7A1F44385FB3}"/>
              </a:ext>
            </a:extLst>
          </p:cNvPr>
          <p:cNvSpPr>
            <a:spLocks noGrp="1"/>
          </p:cNvSpPr>
          <p:nvPr>
            <p:ph type="title"/>
          </p:nvPr>
        </p:nvSpPr>
        <p:spPr/>
        <p:txBody>
          <a:bodyPr/>
          <a:lstStyle/>
          <a:p>
            <a:r>
              <a:rPr dirty="0" lang="en-US"/>
              <a:t>Hypothesis Testing for Means (</a:t>
            </a:r>
            <a:r>
              <a:rPr dirty="0" lang="el-GR"/>
              <a:t>σ</a:t>
            </a:r>
            <a:r>
              <a:rPr dirty="0" lang="en-US"/>
              <a:t> known)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65BFE0C0-55A6-C110-43C4-C58D8693039E}"/>
                  </a:ext>
                </a:extLst>
              </p:cNvPr>
              <p:cNvSpPr>
                <a:spLocks noGrp="1"/>
              </p:cNvSpPr>
              <p:nvPr>
                <p:ph idx="1"/>
              </p:nvPr>
            </p:nvSpPr>
            <p:spPr/>
            <p:txBody>
              <a:bodyPr/>
              <a:lstStyle/>
              <a:p>
                <a:pPr indent="0" marL="0">
                  <a:buNone/>
                </a:pPr>
                <a:r>
                  <a:rPr dirty="0" lang="en-US"/>
                  <a:t>We must have a SRS of n &gt; 30 (or from a normal population) to perform this test. This is closely related to building a z-interval for population means.  </a:t>
                </a:r>
              </a:p>
              <a:p>
                <a:pPr indent="0" marL="0">
                  <a:buNone/>
                </a:pPr>
                <a:endParaRPr dirty="0" lang="en-US"/>
              </a:p>
              <a:p>
                <a:pPr indent="0" marL="0">
                  <a:buNone/>
                </a:pPr>
                <a:r>
                  <a:rPr dirty="0" lang="en-US"/>
                  <a:t>Convert the sample statistic into a test statistic (in this case, a z-score): </a:t>
                </a:r>
              </a:p>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𝑧</m:t>
                      </m:r>
                      <m:r>
                        <a:rPr b="0" i="1" lang="en-US" smtClean="0">
                          <a:latin charset="0" panose="02040503050406030204" pitchFamily="18" typeface="Cambria Math"/>
                        </a:rPr>
                        <m:t>= </m:t>
                      </m:r>
                      <m:f>
                        <m:fPr>
                          <m:ctrlPr>
                            <a:rPr b="0" i="1" lang="en-US" smtClean="0">
                              <a:latin charset="0" panose="02040503050406030204" pitchFamily="18" typeface="Cambria Math"/>
                            </a:rPr>
                          </m:ctrlPr>
                        </m:fPr>
                        <m:num>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𝑥</m:t>
                              </m:r>
                            </m:e>
                          </m:acc>
                          <m:r>
                            <a:rPr b="0" i="1" lang="en-US" smtClean="0">
                              <a:latin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𝜇</m:t>
                          </m:r>
                        </m:num>
                        <m:den>
                          <m:f>
                            <m:fPr>
                              <m:type m:val="skw"/>
                              <m:ctrlPr>
                                <a:rPr b="0" i="1" lang="en-US" smtClean="0">
                                  <a:latin charset="0" panose="02040503050406030204" pitchFamily="18" typeface="Cambria Math"/>
                                </a:rPr>
                              </m:ctrlPr>
                            </m:fPr>
                            <m:num>
                              <m:r>
                                <a:rPr b="0" i="1" lang="en-US" smtClean="0">
                                  <a:latin charset="0" panose="02040503050406030204" pitchFamily="18" typeface="Cambria Math"/>
                                  <a:ea charset="0" panose="02040503050406030204" pitchFamily="18" typeface="Cambria Math"/>
                                </a:rPr>
                                <m:t>𝜎</m:t>
                              </m:r>
                            </m:num>
                            <m:den>
                              <m:rad>
                                <m:radPr>
                                  <m:degHide m:val="on"/>
                                  <m:ctrlPr>
                                    <a:rPr b="0" i="1" lang="en-US" smtClean="0">
                                      <a:latin charset="0" panose="02040503050406030204" pitchFamily="18" typeface="Cambria Math"/>
                                    </a:rPr>
                                  </m:ctrlPr>
                                </m:radPr>
                                <m:deg/>
                                <m:e>
                                  <m:r>
                                    <a:rPr b="0" i="1" lang="en-US" smtClean="0">
                                      <a:latin charset="0" panose="02040503050406030204" pitchFamily="18" typeface="Cambria Math"/>
                                    </a:rPr>
                                    <m:t>𝑛</m:t>
                                  </m:r>
                                </m:e>
                              </m:rad>
                            </m:den>
                          </m:f>
                        </m:den>
                      </m:f>
                    </m:oMath>
                  </m:oMathPara>
                </a14:m>
                <a:endParaRPr dirty="0" lang="en-US"/>
              </a:p>
            </p:txBody>
          </p:sp>
        </mc:Choice>
        <mc:Fallback>
          <p:sp>
            <p:nvSpPr>
              <p:cNvPr id="3" name="Content Placeholder 2">
                <a:extLst>
                  <a:ext uri="{FF2B5EF4-FFF2-40B4-BE49-F238E27FC236}">
                    <a16:creationId xmlns:a16="http://schemas.microsoft.com/office/drawing/2014/main" id="{65BFE0C0-55A6-C110-43C4-C58D8693039E}"/>
                  </a:ext>
                </a:extLst>
              </p:cNvPr>
              <p:cNvSpPr>
                <a:spLocks noAdjustHandles="1" noChangeArrowheads="1" noChangeAspect="1" noChangeShapeType="1" noEditPoints="1" noGrp="1" noMove="1" noResize="1" noRot="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CEF48F9-1195-3E02-2590-D0B0A0CFEBEA}"/>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C5938DB9-6704-118B-2D48-F021AD307414}"/>
              </a:ext>
            </a:extLst>
          </p:cNvPr>
          <p:cNvSpPr>
            <a:spLocks noGrp="1"/>
          </p:cNvSpPr>
          <p:nvPr>
            <p:ph idx="12" sz="quarter" type="sldNum"/>
          </p:nvPr>
        </p:nvSpPr>
        <p:spPr/>
        <p:txBody>
          <a:bodyPr/>
          <a:lstStyle/>
          <a:p>
            <a:fld id="{330EA680-D336-4FF7-8B7A-9848BB0A1C32}" type="slidenum">
              <a:rPr lang="en-US" smtClean="0">
                <a:solidFill>
                  <a:srgbClr val="000000"/>
                </a:solidFill>
              </a:rPr>
              <a:t>15</a:t>
            </a:fld>
            <a:endParaRPr lang="en-US"/>
          </a:p>
        </p:txBody>
      </p:sp>
    </p:spTree>
    <p:extLst>
      <p:ext uri="{BB962C8B-B14F-4D97-AF65-F5344CB8AC3E}">
        <p14:creationId xmlns:p14="http://schemas.microsoft.com/office/powerpoint/2010/main" val="1744756878"/>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71061-2D1B-EFB4-B2AC-0A853F695318}"/>
              </a:ext>
            </a:extLst>
          </p:cNvPr>
          <p:cNvSpPr>
            <a:spLocks noGrp="1"/>
          </p:cNvSpPr>
          <p:nvPr>
            <p:ph type="title"/>
          </p:nvPr>
        </p:nvSpPr>
        <p:spPr/>
        <p:txBody>
          <a:bodyPr/>
          <a:lstStyle/>
          <a:p>
            <a:r>
              <a:rPr dirty="0" lang="en-US"/>
              <a:t>Sociology Example </a:t>
            </a:r>
          </a:p>
        </p:txBody>
      </p:sp>
      <p:sp>
        <p:nvSpPr>
          <p:cNvPr id="3" name="Content Placeholder 2">
            <a:extLst>
              <a:ext uri="{FF2B5EF4-FFF2-40B4-BE49-F238E27FC236}">
                <a16:creationId xmlns:a16="http://schemas.microsoft.com/office/drawing/2014/main" id="{FA9D7C36-BD20-32C6-7467-D029C3748BDD}"/>
              </a:ext>
            </a:extLst>
          </p:cNvPr>
          <p:cNvSpPr>
            <a:spLocks noGrp="1"/>
          </p:cNvSpPr>
          <p:nvPr>
            <p:ph idx="1"/>
          </p:nvPr>
        </p:nvSpPr>
        <p:spPr>
          <a:xfrm>
            <a:off x="838200" y="1690688"/>
            <a:ext cx="10515600" cy="4351338"/>
          </a:xfrm>
        </p:spPr>
        <p:txBody>
          <a:bodyPr/>
          <a:lstStyle/>
          <a:p>
            <a:pPr indent="0" marL="0">
              <a:buNone/>
            </a:pPr>
            <a:r>
              <a:rPr dirty="0" lang="en-US"/>
              <a:t>A sociologist predicts that the mean number of years of education for adults in her city is greater than 12 years. Out of a random sample of 100 adults, she finds the sample mean years of education is 12.98. Assume the population standard deviation is 3 years. Follow these steps to perform a hypothesis test for means, given that we know sigma. Use a significance level of α = 0.05. (Draw a picture and write out each step.) </a:t>
            </a:r>
          </a:p>
        </p:txBody>
      </p:sp>
      <p:sp>
        <p:nvSpPr>
          <p:cNvPr id="4" name="Footer Placeholder 3">
            <a:extLst>
              <a:ext uri="{FF2B5EF4-FFF2-40B4-BE49-F238E27FC236}">
                <a16:creationId xmlns:a16="http://schemas.microsoft.com/office/drawing/2014/main" id="{A91D4CA5-C94F-C1F6-0B17-7CDF5CE90B5F}"/>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FEEA3814-F088-DF57-B384-699126496001}"/>
              </a:ext>
            </a:extLst>
          </p:cNvPr>
          <p:cNvSpPr>
            <a:spLocks noGrp="1"/>
          </p:cNvSpPr>
          <p:nvPr>
            <p:ph idx="12" sz="quarter" type="sldNum"/>
          </p:nvPr>
        </p:nvSpPr>
        <p:spPr/>
        <p:txBody>
          <a:bodyPr/>
          <a:lstStyle/>
          <a:p>
            <a:fld id="{330EA680-D336-4FF7-8B7A-9848BB0A1C32}" type="slidenum">
              <a:rPr lang="en-US" smtClean="0">
                <a:solidFill>
                  <a:srgbClr val="000000"/>
                </a:solidFill>
              </a:rPr>
              <a:t>16</a:t>
            </a:fld>
            <a:endParaRPr lang="en-US"/>
          </a:p>
        </p:txBody>
      </p:sp>
    </p:spTree>
    <p:extLst>
      <p:ext uri="{BB962C8B-B14F-4D97-AF65-F5344CB8AC3E}">
        <p14:creationId xmlns:p14="http://schemas.microsoft.com/office/powerpoint/2010/main" val="1867111066"/>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FEA4CEE0-D944-15D2-790B-C1A159DFC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85390-B8A9-56A8-E56C-933EDF37D66F}"/>
              </a:ext>
            </a:extLst>
          </p:cNvPr>
          <p:cNvSpPr>
            <a:spLocks noGrp="1"/>
          </p:cNvSpPr>
          <p:nvPr>
            <p:ph type="title"/>
          </p:nvPr>
        </p:nvSpPr>
        <p:spPr/>
        <p:txBody>
          <a:bodyPr/>
          <a:lstStyle/>
          <a:p>
            <a:r>
              <a:rPr dirty="0" lang="en-US"/>
              <a:t>Sociology Conclusion  </a:t>
            </a:r>
          </a:p>
        </p:txBody>
      </p:sp>
      <p:sp>
        <p:nvSpPr>
          <p:cNvPr id="3" name="Content Placeholder 2">
            <a:extLst>
              <a:ext uri="{FF2B5EF4-FFF2-40B4-BE49-F238E27FC236}">
                <a16:creationId xmlns:a16="http://schemas.microsoft.com/office/drawing/2014/main" id="{3990924D-9CBB-7459-A5F5-D0CA6D2479FD}"/>
              </a:ext>
            </a:extLst>
          </p:cNvPr>
          <p:cNvSpPr>
            <a:spLocks noGrp="1"/>
          </p:cNvSpPr>
          <p:nvPr>
            <p:ph idx="1"/>
          </p:nvPr>
        </p:nvSpPr>
        <p:spPr/>
        <p:txBody>
          <a:bodyPr/>
          <a:lstStyle/>
          <a:p>
            <a:pPr indent="0" marL="0">
              <a:buNone/>
            </a:pPr>
            <a:r>
              <a:rPr b="1" dirty="0" i="1" lang="en-US">
                <a:solidFill>
                  <a:srgbClr val="B10000"/>
                </a:solidFill>
              </a:rPr>
              <a:t>Since the p-value (P=0.0005) is less than alpha of 0.05, we reject the null hypothesis and accept the alternate. There IS sufficient evidence to suggest that the mean years of education is higher than 12. </a:t>
            </a:r>
          </a:p>
        </p:txBody>
      </p:sp>
      <p:sp>
        <p:nvSpPr>
          <p:cNvPr id="4" name="Footer Placeholder 3">
            <a:extLst>
              <a:ext uri="{FF2B5EF4-FFF2-40B4-BE49-F238E27FC236}">
                <a16:creationId xmlns:a16="http://schemas.microsoft.com/office/drawing/2014/main" id="{EA767EAA-87DE-68D5-086B-F2E8FA5D0B32}"/>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A36205FD-ED19-9199-3FE2-237F0F405123}"/>
              </a:ext>
            </a:extLst>
          </p:cNvPr>
          <p:cNvSpPr>
            <a:spLocks noGrp="1"/>
          </p:cNvSpPr>
          <p:nvPr>
            <p:ph idx="12" sz="quarter" type="sldNum"/>
          </p:nvPr>
        </p:nvSpPr>
        <p:spPr/>
        <p:txBody>
          <a:bodyPr/>
          <a:lstStyle/>
          <a:p>
            <a:fld id="{330EA680-D336-4FF7-8B7A-9848BB0A1C32}" type="slidenum">
              <a:rPr lang="en-US" smtClean="0">
                <a:solidFill>
                  <a:srgbClr val="000000"/>
                </a:solidFill>
              </a:rPr>
              <a:t>17</a:t>
            </a:fld>
            <a:endParaRPr lang="en-US"/>
          </a:p>
        </p:txBody>
      </p:sp>
    </p:spTree>
    <p:extLst>
      <p:ext uri="{BB962C8B-B14F-4D97-AF65-F5344CB8AC3E}">
        <p14:creationId xmlns:p14="http://schemas.microsoft.com/office/powerpoint/2010/main" val="324785105"/>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241D-6F06-D09D-76DD-0911F9DB18D5}"/>
              </a:ext>
            </a:extLst>
          </p:cNvPr>
          <p:cNvSpPr>
            <a:spLocks noGrp="1"/>
          </p:cNvSpPr>
          <p:nvPr>
            <p:ph type="title"/>
          </p:nvPr>
        </p:nvSpPr>
        <p:spPr/>
        <p:txBody>
          <a:bodyPr/>
          <a:lstStyle/>
          <a:p>
            <a:r>
              <a:rPr dirty="0" lang="en-US"/>
              <a:t>All About Probability </a:t>
            </a:r>
          </a:p>
        </p:txBody>
      </p:sp>
      <p:sp>
        <p:nvSpPr>
          <p:cNvPr id="3" name="Content Placeholder 2">
            <a:extLst>
              <a:ext uri="{FF2B5EF4-FFF2-40B4-BE49-F238E27FC236}">
                <a16:creationId xmlns:a16="http://schemas.microsoft.com/office/drawing/2014/main" id="{D6189E15-277F-6D33-5B3D-605CFF500367}"/>
              </a:ext>
            </a:extLst>
          </p:cNvPr>
          <p:cNvSpPr>
            <a:spLocks noGrp="1"/>
          </p:cNvSpPr>
          <p:nvPr>
            <p:ph idx="1"/>
          </p:nvPr>
        </p:nvSpPr>
        <p:spPr/>
        <p:txBody>
          <a:bodyPr/>
          <a:lstStyle/>
          <a:p>
            <a:pPr indent="0" marL="0">
              <a:buNone/>
            </a:pPr>
            <a:r>
              <a:rPr dirty="0" lang="en-US"/>
              <a:t>The literal interpretation of this p-value: IF the true population mean really is 12, then the probability that we obtained a sample mean of 12.98 is 0.0005 (0.05%)! Since the probability is so small (rare, unusual), it gives us reason to doubt the null hypothesis. </a:t>
            </a:r>
          </a:p>
        </p:txBody>
      </p:sp>
      <p:sp>
        <p:nvSpPr>
          <p:cNvPr id="4" name="Footer Placeholder 3">
            <a:extLst>
              <a:ext uri="{FF2B5EF4-FFF2-40B4-BE49-F238E27FC236}">
                <a16:creationId xmlns:a16="http://schemas.microsoft.com/office/drawing/2014/main" id="{C5181F1D-2D98-B9DE-E9DA-8941EB73229A}"/>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661FDE60-07B4-38DB-5F7D-ED04C09D7875}"/>
              </a:ext>
            </a:extLst>
          </p:cNvPr>
          <p:cNvSpPr>
            <a:spLocks noGrp="1"/>
          </p:cNvSpPr>
          <p:nvPr>
            <p:ph idx="12" sz="quarter" type="sldNum"/>
          </p:nvPr>
        </p:nvSpPr>
        <p:spPr/>
        <p:txBody>
          <a:bodyPr/>
          <a:lstStyle/>
          <a:p>
            <a:fld id="{330EA680-D336-4FF7-8B7A-9848BB0A1C32}" type="slidenum">
              <a:rPr lang="en-US" smtClean="0">
                <a:solidFill>
                  <a:srgbClr val="000000"/>
                </a:solidFill>
              </a:rPr>
              <a:t>18</a:t>
            </a:fld>
            <a:endParaRPr lang="en-US"/>
          </a:p>
        </p:txBody>
      </p:sp>
    </p:spTree>
    <p:extLst>
      <p:ext uri="{BB962C8B-B14F-4D97-AF65-F5344CB8AC3E}">
        <p14:creationId xmlns:p14="http://schemas.microsoft.com/office/powerpoint/2010/main" val="4064284968"/>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4D91A-F042-DF2A-87F9-2B1C382C6FA5}"/>
              </a:ext>
            </a:extLst>
          </p:cNvPr>
          <p:cNvSpPr>
            <a:spLocks noGrp="1"/>
          </p:cNvSpPr>
          <p:nvPr>
            <p:ph type="title"/>
          </p:nvPr>
        </p:nvSpPr>
        <p:spPr/>
        <p:txBody>
          <a:bodyPr/>
          <a:lstStyle/>
          <a:p>
            <a:r>
              <a:rPr dirty="0" lang="en-US"/>
              <a:t>Example With No Context</a:t>
            </a:r>
          </a:p>
        </p:txBody>
      </p:sp>
      <p:sp>
        <p:nvSpPr>
          <p:cNvPr id="3" name="Content Placeholder 2">
            <a:extLst>
              <a:ext uri="{FF2B5EF4-FFF2-40B4-BE49-F238E27FC236}">
                <a16:creationId xmlns:a16="http://schemas.microsoft.com/office/drawing/2014/main" id="{3BBAB883-218D-562F-CBC0-BF565237C2EB}"/>
              </a:ext>
            </a:extLst>
          </p:cNvPr>
          <p:cNvSpPr>
            <a:spLocks noGrp="1"/>
          </p:cNvSpPr>
          <p:nvPr>
            <p:ph idx="1"/>
          </p:nvPr>
        </p:nvSpPr>
        <p:spPr/>
        <p:txBody>
          <a:bodyPr>
            <a:normAutofit/>
          </a:bodyPr>
          <a:lstStyle/>
          <a:p>
            <a:pPr indent="0" marL="0">
              <a:buNone/>
            </a:pPr>
            <a:r>
              <a:rPr dirty="0" lang="en-US"/>
              <a:t>A test is made of H0: µ=5 versus H1: µ&lt;5 from a sample of size 87, a sample mean of 4.5 is calculated. The population standard deviation is 25. Is the null hypothesis rejected at a significance level of 0.05? What about 0.10? </a:t>
            </a:r>
          </a:p>
        </p:txBody>
      </p:sp>
      <p:sp>
        <p:nvSpPr>
          <p:cNvPr id="4" name="Footer Placeholder 3">
            <a:extLst>
              <a:ext uri="{FF2B5EF4-FFF2-40B4-BE49-F238E27FC236}">
                <a16:creationId xmlns:a16="http://schemas.microsoft.com/office/drawing/2014/main" id="{BE68CE5C-ED00-28D3-7887-B61BD4DAEBFD}"/>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F0ADBACA-37FA-92A9-E237-CAC71DE0A597}"/>
              </a:ext>
            </a:extLst>
          </p:cNvPr>
          <p:cNvSpPr>
            <a:spLocks noGrp="1"/>
          </p:cNvSpPr>
          <p:nvPr>
            <p:ph idx="12" sz="quarter" type="sldNum"/>
          </p:nvPr>
        </p:nvSpPr>
        <p:spPr/>
        <p:txBody>
          <a:bodyPr/>
          <a:lstStyle/>
          <a:p>
            <a:fld id="{330EA680-D336-4FF7-8B7A-9848BB0A1C32}" type="slidenum">
              <a:rPr lang="en-US" smtClean="0">
                <a:solidFill>
                  <a:srgbClr val="000000"/>
                </a:solidFill>
              </a:rPr>
              <a:t>19</a:t>
            </a:fld>
            <a:endParaRPr lang="en-US"/>
          </a:p>
        </p:txBody>
      </p:sp>
    </p:spTree>
    <p:extLst>
      <p:ext uri="{BB962C8B-B14F-4D97-AF65-F5344CB8AC3E}">
        <p14:creationId xmlns:p14="http://schemas.microsoft.com/office/powerpoint/2010/main" val="1088324758"/>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4DC90C70-6AC1-B89D-EA04-4284E54D5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0B278-66F6-5596-EBE5-B717F356B7AD}"/>
              </a:ext>
            </a:extLst>
          </p:cNvPr>
          <p:cNvSpPr>
            <a:spLocks noGrp="1"/>
          </p:cNvSpPr>
          <p:nvPr>
            <p:ph type="title"/>
          </p:nvPr>
        </p:nvSpPr>
        <p:spPr/>
        <p:txBody>
          <a:bodyPr/>
          <a:lstStyle/>
          <a:p>
            <a:r>
              <a:rPr dirty="0" lang="en-US"/>
              <a:t>Example With No Context – Conclusion </a:t>
            </a:r>
          </a:p>
        </p:txBody>
      </p:sp>
      <p:sp>
        <p:nvSpPr>
          <p:cNvPr id="3" name="Content Placeholder 2">
            <a:extLst>
              <a:ext uri="{FF2B5EF4-FFF2-40B4-BE49-F238E27FC236}">
                <a16:creationId xmlns:a16="http://schemas.microsoft.com/office/drawing/2014/main" id="{5B6036FB-19B5-D4E2-374C-8F7A4F5AC0F0}"/>
              </a:ext>
            </a:extLst>
          </p:cNvPr>
          <p:cNvSpPr>
            <a:spLocks noGrp="1"/>
          </p:cNvSpPr>
          <p:nvPr>
            <p:ph idx="1"/>
          </p:nvPr>
        </p:nvSpPr>
        <p:spPr/>
        <p:txBody>
          <a:bodyPr>
            <a:normAutofit/>
          </a:bodyPr>
          <a:lstStyle/>
          <a:p>
            <a:pPr indent="0" marL="0">
              <a:buNone/>
            </a:pPr>
            <a:r>
              <a:rPr dirty="0" lang="en-US"/>
              <a:t>A test is made of H0: µ=5 versus H1: µ&lt;5 from a sample of size 87, a sample mean of 4.5 is calculated. The population standard deviation is 25. Is the null hypothesis rejected at a significance level of 0.05? What about 0.10? </a:t>
            </a:r>
          </a:p>
          <a:p>
            <a:pPr indent="0" marL="0">
              <a:buNone/>
            </a:pPr>
            <a:endParaRPr dirty="0" lang="en-US"/>
          </a:p>
          <a:p>
            <a:pPr indent="0" marL="0">
              <a:buNone/>
            </a:pPr>
            <a:r>
              <a:rPr b="1" dirty="0" i="1" lang="en-US">
                <a:solidFill>
                  <a:srgbClr val="B10000"/>
                </a:solidFill>
              </a:rPr>
              <a:t>Since the p-value (P=0.426) is greater than alpha of 0.05, we fail to reject the null hypothesis and therefor reject the alternate. There IS NOT sufficient evidence to suggest that the mean is less than 5. (We would come to the same conclusion with a significance level of 0.10.) </a:t>
            </a:r>
          </a:p>
        </p:txBody>
      </p:sp>
      <p:sp>
        <p:nvSpPr>
          <p:cNvPr id="4" name="Footer Placeholder 3">
            <a:extLst>
              <a:ext uri="{FF2B5EF4-FFF2-40B4-BE49-F238E27FC236}">
                <a16:creationId xmlns:a16="http://schemas.microsoft.com/office/drawing/2014/main" id="{D51E62CC-524E-E5EB-34B5-0768A97AF824}"/>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3B327009-8460-D187-BCCE-A3A2C86C5299}"/>
              </a:ext>
            </a:extLst>
          </p:cNvPr>
          <p:cNvSpPr>
            <a:spLocks noGrp="1"/>
          </p:cNvSpPr>
          <p:nvPr>
            <p:ph idx="12" sz="quarter" type="sldNum"/>
          </p:nvPr>
        </p:nvSpPr>
        <p:spPr/>
        <p:txBody>
          <a:bodyPr/>
          <a:lstStyle/>
          <a:p>
            <a:fld id="{330EA680-D336-4FF7-8B7A-9848BB0A1C32}" type="slidenum">
              <a:rPr lang="en-US" smtClean="0">
                <a:solidFill>
                  <a:srgbClr val="000000"/>
                </a:solidFill>
              </a:rPr>
              <a:t>20</a:t>
            </a:fld>
            <a:endParaRPr lang="en-US"/>
          </a:p>
        </p:txBody>
      </p:sp>
    </p:spTree>
    <p:extLst>
      <p:ext uri="{BB962C8B-B14F-4D97-AF65-F5344CB8AC3E}">
        <p14:creationId xmlns:p14="http://schemas.microsoft.com/office/powerpoint/2010/main" val="2730307017"/>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60859-1BA8-3F9C-E505-50A9D8939BF0}"/>
              </a:ext>
            </a:extLst>
          </p:cNvPr>
          <p:cNvSpPr>
            <a:spLocks noGrp="1"/>
          </p:cNvSpPr>
          <p:nvPr>
            <p:ph type="title"/>
          </p:nvPr>
        </p:nvSpPr>
        <p:spPr/>
        <p:txBody>
          <a:bodyPr/>
          <a:lstStyle/>
          <a:p>
            <a:r>
              <a:rPr dirty="0" lang="en-US"/>
              <a:t>Machine Calibration Example </a:t>
            </a:r>
          </a:p>
        </p:txBody>
      </p:sp>
      <p:sp>
        <p:nvSpPr>
          <p:cNvPr id="3" name="Content Placeholder 2">
            <a:extLst>
              <a:ext uri="{FF2B5EF4-FFF2-40B4-BE49-F238E27FC236}">
                <a16:creationId xmlns:a16="http://schemas.microsoft.com/office/drawing/2014/main" id="{BB9AB6B4-2740-92DB-9147-396C405B7A0F}"/>
              </a:ext>
            </a:extLst>
          </p:cNvPr>
          <p:cNvSpPr>
            <a:spLocks noGrp="1"/>
          </p:cNvSpPr>
          <p:nvPr>
            <p:ph idx="1"/>
          </p:nvPr>
        </p:nvSpPr>
        <p:spPr/>
        <p:txBody>
          <a:bodyPr/>
          <a:lstStyle/>
          <a:p>
            <a:pPr indent="0" marL="0">
              <a:buNone/>
            </a:pPr>
            <a:r>
              <a:rPr dirty="0" lang="en-US"/>
              <a:t>To calibrate a scale, scientists use a weight that is known to weigh exactly 1,000 grams. After 50 repeated experiments of placing this weight on the scale, the sample mean weight resulted in 1,000.6 grams. The population standard deviation of scale readings is known to be 2 grams. Perform a hypothesis test at the significance level 0.01 to determine if the mean scale reading is different than 1,000 grams. </a:t>
            </a:r>
          </a:p>
        </p:txBody>
      </p:sp>
      <p:sp>
        <p:nvSpPr>
          <p:cNvPr id="4" name="Footer Placeholder 3">
            <a:extLst>
              <a:ext uri="{FF2B5EF4-FFF2-40B4-BE49-F238E27FC236}">
                <a16:creationId xmlns:a16="http://schemas.microsoft.com/office/drawing/2014/main" id="{FB5990A8-F3AD-AFD4-55A3-4DDC3B22A88E}"/>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31874401-B75F-2FAB-CFB9-B1C948384DDC}"/>
              </a:ext>
            </a:extLst>
          </p:cNvPr>
          <p:cNvSpPr>
            <a:spLocks noGrp="1"/>
          </p:cNvSpPr>
          <p:nvPr>
            <p:ph idx="12" sz="quarter" type="sldNum"/>
          </p:nvPr>
        </p:nvSpPr>
        <p:spPr/>
        <p:txBody>
          <a:bodyPr/>
          <a:lstStyle/>
          <a:p>
            <a:fld id="{330EA680-D336-4FF7-8B7A-9848BB0A1C32}" type="slidenum">
              <a:rPr lang="en-US" smtClean="0">
                <a:solidFill>
                  <a:srgbClr val="000000"/>
                </a:solidFill>
              </a:rPr>
              <a:t>21</a:t>
            </a:fld>
            <a:endParaRPr lang="en-US"/>
          </a:p>
        </p:txBody>
      </p:sp>
    </p:spTree>
    <p:extLst>
      <p:ext uri="{BB962C8B-B14F-4D97-AF65-F5344CB8AC3E}">
        <p14:creationId xmlns:p14="http://schemas.microsoft.com/office/powerpoint/2010/main" val="1304008402"/>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1116423-6C15-C7CB-1997-C0414B1C2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7C699-30B0-5923-49ED-B1EE92C4723F}"/>
              </a:ext>
            </a:extLst>
          </p:cNvPr>
          <p:cNvSpPr>
            <a:spLocks noGrp="1"/>
          </p:cNvSpPr>
          <p:nvPr>
            <p:ph type="title"/>
          </p:nvPr>
        </p:nvSpPr>
        <p:spPr/>
        <p:txBody>
          <a:bodyPr/>
          <a:lstStyle/>
          <a:p>
            <a:r>
              <a:rPr dirty="0" lang="en-US"/>
              <a:t>Machine Calibration Conclusion  </a:t>
            </a:r>
          </a:p>
        </p:txBody>
      </p:sp>
      <p:sp>
        <p:nvSpPr>
          <p:cNvPr id="3" name="Content Placeholder 2">
            <a:extLst>
              <a:ext uri="{FF2B5EF4-FFF2-40B4-BE49-F238E27FC236}">
                <a16:creationId xmlns:a16="http://schemas.microsoft.com/office/drawing/2014/main" id="{34A171E6-A878-55D4-669B-033F525E0DF4}"/>
              </a:ext>
            </a:extLst>
          </p:cNvPr>
          <p:cNvSpPr>
            <a:spLocks noGrp="1"/>
          </p:cNvSpPr>
          <p:nvPr>
            <p:ph idx="1"/>
          </p:nvPr>
        </p:nvSpPr>
        <p:spPr/>
        <p:txBody>
          <a:bodyPr/>
          <a:lstStyle/>
          <a:p>
            <a:pPr indent="0" marL="0">
              <a:buNone/>
            </a:pPr>
            <a:r>
              <a:rPr b="1" dirty="0" i="1" lang="en-US">
                <a:solidFill>
                  <a:srgbClr val="C00000"/>
                </a:solidFill>
              </a:rPr>
              <a:t>With a p-value of 0.0339, which is greater than alpha of 0.01, we fail to reject the null hypothesis and therefor reject the alternate. There is not sufficient evidence to suggest that the population mean scale reading is different than 1,000 g. In other words, there is not a problem with the scale. However, if we used alpha of 0.05, our decision would be the opposite. </a:t>
            </a:r>
          </a:p>
        </p:txBody>
      </p:sp>
      <p:sp>
        <p:nvSpPr>
          <p:cNvPr id="4" name="Footer Placeholder 3">
            <a:extLst>
              <a:ext uri="{FF2B5EF4-FFF2-40B4-BE49-F238E27FC236}">
                <a16:creationId xmlns:a16="http://schemas.microsoft.com/office/drawing/2014/main" id="{5C00B2C7-A863-7178-8451-7E15C0338AE2}"/>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230C423C-405B-3D21-FED8-70B303BA12D8}"/>
              </a:ext>
            </a:extLst>
          </p:cNvPr>
          <p:cNvSpPr>
            <a:spLocks noGrp="1"/>
          </p:cNvSpPr>
          <p:nvPr>
            <p:ph idx="12" sz="quarter" type="sldNum"/>
          </p:nvPr>
        </p:nvSpPr>
        <p:spPr/>
        <p:txBody>
          <a:bodyPr/>
          <a:lstStyle/>
          <a:p>
            <a:fld id="{330EA680-D336-4FF7-8B7A-9848BB0A1C32}" type="slidenum">
              <a:rPr lang="en-US" smtClean="0">
                <a:solidFill>
                  <a:srgbClr val="000000"/>
                </a:solidFill>
              </a:rPr>
              <a:t>22</a:t>
            </a:fld>
            <a:endParaRPr lang="en-US"/>
          </a:p>
        </p:txBody>
      </p:sp>
    </p:spTree>
    <p:extLst>
      <p:ext uri="{BB962C8B-B14F-4D97-AF65-F5344CB8AC3E}">
        <p14:creationId xmlns:p14="http://schemas.microsoft.com/office/powerpoint/2010/main" val="659178151"/>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E62DE-AE3F-0922-EE50-4A0FAC0C7758}"/>
              </a:ext>
            </a:extLst>
          </p:cNvPr>
          <p:cNvSpPr>
            <a:spLocks noGrp="1"/>
          </p:cNvSpPr>
          <p:nvPr>
            <p:ph type="title"/>
          </p:nvPr>
        </p:nvSpPr>
        <p:spPr/>
        <p:txBody>
          <a:bodyPr/>
          <a:lstStyle/>
          <a:p>
            <a:r>
              <a:rPr dirty="0" lang="en-US"/>
              <a:t>Special Note About Two-Tailed Tests </a:t>
            </a:r>
          </a:p>
        </p:txBody>
      </p:sp>
      <p:sp>
        <p:nvSpPr>
          <p:cNvPr id="3" name="Content Placeholder 2">
            <a:extLst>
              <a:ext uri="{FF2B5EF4-FFF2-40B4-BE49-F238E27FC236}">
                <a16:creationId xmlns:a16="http://schemas.microsoft.com/office/drawing/2014/main" id="{8DBF51CE-C989-997E-1153-F68DFCF2840B}"/>
              </a:ext>
            </a:extLst>
          </p:cNvPr>
          <p:cNvSpPr>
            <a:spLocks noGrp="1"/>
          </p:cNvSpPr>
          <p:nvPr>
            <p:ph idx="1"/>
          </p:nvPr>
        </p:nvSpPr>
        <p:spPr/>
        <p:txBody>
          <a:bodyPr/>
          <a:lstStyle/>
          <a:p>
            <a:pPr indent="0" marL="0">
              <a:buNone/>
            </a:pPr>
            <a:r>
              <a:rPr dirty="0" i="1" lang="en-US">
                <a:solidFill>
                  <a:srgbClr val="000000"/>
                </a:solidFill>
              </a:rPr>
              <a:t>When we have a two-tailed test, we must double our p-value, since we are calculating the probability that our sample result is significantly higher or lower than the null hypothesis parameter. </a:t>
            </a:r>
          </a:p>
          <a:p>
            <a:pPr indent="0" marL="0">
              <a:buNone/>
            </a:pPr>
            <a:r>
              <a:rPr dirty="0" i="1" lang="en-US">
                <a:solidFill>
                  <a:srgbClr val="666666"/>
                </a:solidFill>
              </a:rPr>
              <a:t>If z is positive, then </a:t>
            </a:r>
            <a:r>
              <a:rPr dirty="0" err="1" i="1" lang="en-US">
                <a:solidFill>
                  <a:srgbClr val="666666"/>
                </a:solidFill>
              </a:rPr>
              <a:t>lower.tail</a:t>
            </a:r>
            <a:r>
              <a:rPr dirty="0" i="1" lang="en-US">
                <a:solidFill>
                  <a:srgbClr val="000000"/>
                </a:solidFill>
              </a:rPr>
              <a:t> = FALSE. </a:t>
            </a:r>
          </a:p>
          <a:p>
            <a:pPr indent="0" marL="0">
              <a:buNone/>
            </a:pPr>
            <a:r>
              <a:rPr dirty="0" i="1" lang="en-US">
                <a:solidFill>
                  <a:srgbClr val="666666"/>
                </a:solidFill>
              </a:rPr>
              <a:t>If z is negative, then </a:t>
            </a:r>
            <a:r>
              <a:rPr dirty="0" err="1" i="1" lang="en-US">
                <a:solidFill>
                  <a:srgbClr val="666666"/>
                </a:solidFill>
              </a:rPr>
              <a:t>lower.tail</a:t>
            </a:r>
            <a:r>
              <a:rPr dirty="0" i="1" lang="en-US">
                <a:solidFill>
                  <a:srgbClr val="000000"/>
                </a:solidFill>
              </a:rPr>
              <a:t> = TRUE. </a:t>
            </a:r>
            <a:r>
              <a:rPr dirty="0" lang="en-US"/>
              <a:t> </a:t>
            </a:r>
          </a:p>
        </p:txBody>
      </p:sp>
      <p:sp>
        <p:nvSpPr>
          <p:cNvPr id="4" name="Footer Placeholder 3">
            <a:extLst>
              <a:ext uri="{FF2B5EF4-FFF2-40B4-BE49-F238E27FC236}">
                <a16:creationId xmlns:a16="http://schemas.microsoft.com/office/drawing/2014/main" id="{A8C4E11A-3421-41BF-65B4-77F11D4171FF}"/>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F35F50B9-70B1-8317-6DC1-BC921054D7A5}"/>
              </a:ext>
            </a:extLst>
          </p:cNvPr>
          <p:cNvSpPr>
            <a:spLocks noGrp="1"/>
          </p:cNvSpPr>
          <p:nvPr>
            <p:ph idx="12" sz="quarter" type="sldNum"/>
          </p:nvPr>
        </p:nvSpPr>
        <p:spPr/>
        <p:txBody>
          <a:bodyPr/>
          <a:lstStyle/>
          <a:p>
            <a:fld id="{330EA680-D336-4FF7-8B7A-9848BB0A1C32}" type="slidenum">
              <a:rPr lang="en-US" smtClean="0">
                <a:solidFill>
                  <a:srgbClr val="000000"/>
                </a:solidFill>
              </a:rPr>
              <a:t>23</a:t>
            </a:fld>
            <a:endParaRPr lang="en-US"/>
          </a:p>
        </p:txBody>
      </p:sp>
    </p:spTree>
    <p:extLst>
      <p:ext uri="{BB962C8B-B14F-4D97-AF65-F5344CB8AC3E}">
        <p14:creationId xmlns:p14="http://schemas.microsoft.com/office/powerpoint/2010/main" val="1656759504"/>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42450-F74F-619A-649D-8B35D3FFD562}"/>
              </a:ext>
            </a:extLst>
          </p:cNvPr>
          <p:cNvSpPr>
            <a:spLocks noGrp="1"/>
          </p:cNvSpPr>
          <p:nvPr>
            <p:ph type="title"/>
          </p:nvPr>
        </p:nvSpPr>
        <p:spPr/>
        <p:txBody>
          <a:bodyPr/>
          <a:lstStyle/>
          <a:p>
            <a:r>
              <a:rPr dirty="0" lang="en-US"/>
              <a:t>Water Safety Example </a:t>
            </a:r>
          </a:p>
        </p:txBody>
      </p:sp>
      <p:sp>
        <p:nvSpPr>
          <p:cNvPr id="3" name="Content Placeholder 2">
            <a:extLst>
              <a:ext uri="{FF2B5EF4-FFF2-40B4-BE49-F238E27FC236}">
                <a16:creationId xmlns:a16="http://schemas.microsoft.com/office/drawing/2014/main" id="{CB11576E-3DC9-69CC-96B0-ED80E483BAA5}"/>
              </a:ext>
            </a:extLst>
          </p:cNvPr>
          <p:cNvSpPr>
            <a:spLocks noGrp="1"/>
          </p:cNvSpPr>
          <p:nvPr>
            <p:ph idx="1"/>
          </p:nvPr>
        </p:nvSpPr>
        <p:spPr/>
        <p:txBody>
          <a:bodyPr/>
          <a:lstStyle/>
          <a:p>
            <a:pPr indent="0" marL="0">
              <a:buNone/>
            </a:pPr>
            <a:r>
              <a:rPr dirty="0" lang="en-US"/>
              <a:t>The EPA requires that our drinking water has less than 15 micrograms of lead per liter. Here are lead readings from 12 water samples (that come from a normally distributed population with a standard deviation of 3). Conduct a hypothesis test at the 0.01 significance level to determine if the water is safe to consume. </a:t>
            </a:r>
          </a:p>
          <a:p>
            <a:pPr indent="0" marL="0">
              <a:buNone/>
            </a:pPr>
            <a:endParaRPr dirty="0" lang="en-US"/>
          </a:p>
          <a:p>
            <a:pPr indent="0" marL="0">
              <a:buNone/>
            </a:pPr>
            <a:r>
              <a:rPr dirty="0" lang="en-US"/>
              <a:t>11.4, 12.4, 13.9, 8.6, 11.2, 10.5, 14.5, 17.1, 15.2, 9.8, 8.1, 15.9  </a:t>
            </a:r>
          </a:p>
        </p:txBody>
      </p:sp>
      <p:sp>
        <p:nvSpPr>
          <p:cNvPr id="4" name="Footer Placeholder 3">
            <a:extLst>
              <a:ext uri="{FF2B5EF4-FFF2-40B4-BE49-F238E27FC236}">
                <a16:creationId xmlns:a16="http://schemas.microsoft.com/office/drawing/2014/main" id="{76E9B837-D905-7FF4-29F3-3AA2E7B715C4}"/>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62C57BDC-5030-12E4-43C5-592B40DBADB6}"/>
              </a:ext>
            </a:extLst>
          </p:cNvPr>
          <p:cNvSpPr>
            <a:spLocks noGrp="1"/>
          </p:cNvSpPr>
          <p:nvPr>
            <p:ph idx="12" sz="quarter" type="sldNum"/>
          </p:nvPr>
        </p:nvSpPr>
        <p:spPr/>
        <p:txBody>
          <a:bodyPr/>
          <a:lstStyle/>
          <a:p>
            <a:fld id="{330EA680-D336-4FF7-8B7A-9848BB0A1C32}" type="slidenum">
              <a:rPr lang="en-US" smtClean="0">
                <a:solidFill>
                  <a:srgbClr val="000000"/>
                </a:solidFill>
              </a:rPr>
              <a:t>24</a:t>
            </a:fld>
            <a:endParaRPr lang="en-US"/>
          </a:p>
        </p:txBody>
      </p:sp>
    </p:spTree>
    <p:extLst>
      <p:ext uri="{BB962C8B-B14F-4D97-AF65-F5344CB8AC3E}">
        <p14:creationId xmlns:p14="http://schemas.microsoft.com/office/powerpoint/2010/main" val="2469429274"/>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F5526011-F6C8-381E-AE1A-7AE790FD3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24E43-BC99-2803-8140-AC0C99FDEC48}"/>
              </a:ext>
            </a:extLst>
          </p:cNvPr>
          <p:cNvSpPr>
            <a:spLocks noGrp="1"/>
          </p:cNvSpPr>
          <p:nvPr>
            <p:ph type="title"/>
          </p:nvPr>
        </p:nvSpPr>
        <p:spPr/>
        <p:txBody>
          <a:bodyPr/>
          <a:lstStyle/>
          <a:p>
            <a:r>
              <a:rPr dirty="0" lang="en-US"/>
              <a:t>Water Safety Conclusion  </a:t>
            </a:r>
          </a:p>
        </p:txBody>
      </p:sp>
      <p:sp>
        <p:nvSpPr>
          <p:cNvPr id="3" name="Content Placeholder 2">
            <a:extLst>
              <a:ext uri="{FF2B5EF4-FFF2-40B4-BE49-F238E27FC236}">
                <a16:creationId xmlns:a16="http://schemas.microsoft.com/office/drawing/2014/main" id="{43795C50-9BF4-C691-CB7B-E1F92094FE50}"/>
              </a:ext>
            </a:extLst>
          </p:cNvPr>
          <p:cNvSpPr>
            <a:spLocks noGrp="1"/>
          </p:cNvSpPr>
          <p:nvPr>
            <p:ph idx="1"/>
          </p:nvPr>
        </p:nvSpPr>
        <p:spPr/>
        <p:txBody>
          <a:bodyPr/>
          <a:lstStyle/>
          <a:p>
            <a:pPr indent="0" marL="0">
              <a:buNone/>
            </a:pPr>
            <a:r>
              <a:rPr b="1" dirty="0" i="1" lang="en-US">
                <a:solidFill>
                  <a:srgbClr val="B10000"/>
                </a:solidFill>
              </a:rPr>
              <a:t>The sample mean of 12.38 is statistically significant. Since the p-value of 0.0013 is less than alpha 0.01, we reject the null hypothesis and accept the alternate. There is sufficient evidence to suggest that the population mean amount of lead is less than 15 micrograms/liter and is safe to drink.</a:t>
            </a:r>
          </a:p>
        </p:txBody>
      </p:sp>
      <p:sp>
        <p:nvSpPr>
          <p:cNvPr id="4" name="Footer Placeholder 3">
            <a:extLst>
              <a:ext uri="{FF2B5EF4-FFF2-40B4-BE49-F238E27FC236}">
                <a16:creationId xmlns:a16="http://schemas.microsoft.com/office/drawing/2014/main" id="{AD3CF1C2-7C6E-56C7-C81B-865731774320}"/>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8B0FEC7A-BA69-6351-1011-8F09916E95BE}"/>
              </a:ext>
            </a:extLst>
          </p:cNvPr>
          <p:cNvSpPr>
            <a:spLocks noGrp="1"/>
          </p:cNvSpPr>
          <p:nvPr>
            <p:ph idx="12" sz="quarter" type="sldNum"/>
          </p:nvPr>
        </p:nvSpPr>
        <p:spPr/>
        <p:txBody>
          <a:bodyPr/>
          <a:lstStyle/>
          <a:p>
            <a:fld id="{330EA680-D336-4FF7-8B7A-9848BB0A1C32}" type="slidenum">
              <a:rPr lang="en-US" smtClean="0">
                <a:solidFill>
                  <a:srgbClr val="000000"/>
                </a:solidFill>
              </a:rPr>
              <a:t>25</a:t>
            </a:fld>
            <a:endParaRPr lang="en-US"/>
          </a:p>
        </p:txBody>
      </p:sp>
    </p:spTree>
    <p:extLst>
      <p:ext uri="{BB962C8B-B14F-4D97-AF65-F5344CB8AC3E}">
        <p14:creationId xmlns:p14="http://schemas.microsoft.com/office/powerpoint/2010/main" val="1169557188"/>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7191E-30EA-031F-F7C1-6A002A0BB196}"/>
              </a:ext>
            </a:extLst>
          </p:cNvPr>
          <p:cNvSpPr>
            <a:spLocks noGrp="1"/>
          </p:cNvSpPr>
          <p:nvPr>
            <p:ph type="title"/>
          </p:nvPr>
        </p:nvSpPr>
        <p:spPr/>
        <p:txBody>
          <a:bodyPr/>
          <a:lstStyle/>
          <a:p>
            <a:r>
              <a:rPr dirty="0" lang="en-US"/>
              <a:t>Hypothesis Testing for Means (</a:t>
            </a:r>
            <a:r>
              <a:rPr dirty="0" lang="el-GR"/>
              <a:t>σ</a:t>
            </a:r>
            <a:r>
              <a:rPr dirty="0" lang="en-US"/>
              <a:t> NOT known)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A184DF82-5A38-3119-D5D2-B6FCC48DDF25}"/>
                  </a:ext>
                </a:extLst>
              </p:cNvPr>
              <p:cNvSpPr>
                <a:spLocks noGrp="1"/>
              </p:cNvSpPr>
              <p:nvPr>
                <p:ph idx="1"/>
              </p:nvPr>
            </p:nvSpPr>
            <p:spPr/>
            <p:txBody>
              <a:bodyPr>
                <a:normAutofit fontScale="92500" lnSpcReduction="10000"/>
              </a:bodyPr>
              <a:lstStyle/>
              <a:p>
                <a:pPr indent="0" marL="0">
                  <a:buNone/>
                </a:pPr>
                <a:r>
                  <a:rPr dirty="0" lang="en-US"/>
                  <a:t>To perform a hypothesis test for means when we do not know the population standard deviation: </a:t>
                </a:r>
              </a:p>
              <a:p>
                <a:r>
                  <a:rPr dirty="0" lang="en-US"/>
                  <a:t>The sample mean must come from a simple random sample of </a:t>
                </a:r>
                <a:br>
                  <a:rPr dirty="0" lang="en-US"/>
                </a:br>
                <a:r>
                  <a:rPr dirty="0" lang="en-US"/>
                  <a:t>n &gt; 30 (or from a normal population).  </a:t>
                </a:r>
              </a:p>
              <a:p>
                <a:r>
                  <a:rPr dirty="0" lang="en-US"/>
                  <a:t>The test will convert the sample mean into a critical t value, and we will find the probability of obtaining that value (or more extreme), given that the null hypothesis is true.  </a:t>
                </a:r>
                <a:br>
                  <a:rPr dirty="0" lang="en-US"/>
                </a:br>
                <a:endParaRPr dirty="0" lang="en-US"/>
              </a:p>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𝑡</m:t>
                      </m:r>
                      <m:r>
                        <a:rPr b="0" i="1" lang="en-US" smtClean="0">
                          <a:latin charset="0" panose="02040503050406030204" pitchFamily="18" typeface="Cambria Math"/>
                        </a:rPr>
                        <m:t>= </m:t>
                      </m:r>
                      <m:f>
                        <m:fPr>
                          <m:ctrlPr>
                            <a:rPr b="0" i="1" lang="en-US" smtClean="0">
                              <a:latin charset="0" panose="02040503050406030204" pitchFamily="18" typeface="Cambria Math"/>
                            </a:rPr>
                          </m:ctrlPr>
                        </m:fPr>
                        <m:num>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𝑥</m:t>
                              </m:r>
                            </m:e>
                          </m:acc>
                          <m:r>
                            <a:rPr b="0" i="1" lang="en-US" smtClean="0">
                              <a:latin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𝜇</m:t>
                          </m:r>
                        </m:num>
                        <m:den>
                          <m:f>
                            <m:fPr>
                              <m:type m:val="skw"/>
                              <m:ctrlPr>
                                <a:rPr b="0" i="1" lang="en-US" smtClean="0">
                                  <a:latin charset="0" panose="02040503050406030204" pitchFamily="18" typeface="Cambria Math"/>
                                </a:rPr>
                              </m:ctrlPr>
                            </m:fPr>
                            <m:num>
                              <m:r>
                                <a:rPr b="0" i="1" lang="en-US" smtClean="0">
                                  <a:latin charset="0" panose="02040503050406030204" pitchFamily="18" typeface="Cambria Math"/>
                                </a:rPr>
                                <m:t>𝑠</m:t>
                              </m:r>
                            </m:num>
                            <m:den>
                              <m:rad>
                                <m:radPr>
                                  <m:degHide m:val="on"/>
                                  <m:ctrlPr>
                                    <a:rPr b="0" i="1" lang="en-US" smtClean="0">
                                      <a:latin charset="0" panose="02040503050406030204" pitchFamily="18" typeface="Cambria Math"/>
                                    </a:rPr>
                                  </m:ctrlPr>
                                </m:radPr>
                                <m:deg/>
                                <m:e>
                                  <m:r>
                                    <a:rPr b="0" i="1" lang="en-US" smtClean="0">
                                      <a:latin charset="0" panose="02040503050406030204" pitchFamily="18" typeface="Cambria Math"/>
                                    </a:rPr>
                                    <m:t>𝑛</m:t>
                                  </m:r>
                                </m:e>
                              </m:rad>
                            </m:den>
                          </m:f>
                        </m:den>
                      </m:f>
                    </m:oMath>
                  </m:oMathPara>
                </a14:m>
                <a:endParaRPr dirty="0" lang="en-US"/>
              </a:p>
              <a:p>
                <a:pPr indent="0" marL="0">
                  <a:buNone/>
                </a:pPr>
                <a:r>
                  <a:rPr dirty="0" lang="en-US"/>
                  <a:t> </a:t>
                </a:r>
              </a:p>
            </p:txBody>
          </p:sp>
        </mc:Choice>
        <mc:Fallback>
          <p:sp>
            <p:nvSpPr>
              <p:cNvPr id="3" name="Content Placeholder 2">
                <a:extLst>
                  <a:ext uri="{FF2B5EF4-FFF2-40B4-BE49-F238E27FC236}">
                    <a16:creationId xmlns:a16="http://schemas.microsoft.com/office/drawing/2014/main" id="{A184DF82-5A38-3119-D5D2-B6FCC48DDF25}"/>
                  </a:ext>
                </a:extLst>
              </p:cNvPr>
              <p:cNvSpPr>
                <a:spLocks noAdjustHandles="1" noChangeArrowheads="1" noChangeAspect="1" noChangeShapeType="1" noEditPoints="1" noGrp="1" noMove="1" noResize="1" noRot="1" noTextEdit="1"/>
              </p:cNvSpPr>
              <p:nvPr>
                <p:ph idx="1"/>
              </p:nvPr>
            </p:nvSpPr>
            <p:spPr>
              <a:blipFill>
                <a:blip r:embed="rId2"/>
                <a:stretch>
                  <a:fillRect l="-1043" r="-812" t="-28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A52C8FD-DF66-C9E7-C312-226F132A60C9}"/>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42824E97-727D-C062-068C-503AB903F844}"/>
              </a:ext>
            </a:extLst>
          </p:cNvPr>
          <p:cNvSpPr>
            <a:spLocks noGrp="1"/>
          </p:cNvSpPr>
          <p:nvPr>
            <p:ph idx="12" sz="quarter" type="sldNum"/>
          </p:nvPr>
        </p:nvSpPr>
        <p:spPr/>
        <p:txBody>
          <a:bodyPr/>
          <a:lstStyle/>
          <a:p>
            <a:fld id="{330EA680-D336-4FF7-8B7A-9848BB0A1C32}" type="slidenum">
              <a:rPr lang="en-US" smtClean="0">
                <a:solidFill>
                  <a:srgbClr val="000000"/>
                </a:solidFill>
              </a:rPr>
              <a:t>26</a:t>
            </a:fld>
            <a:endParaRPr lang="en-US"/>
          </a:p>
        </p:txBody>
      </p:sp>
    </p:spTree>
    <p:extLst>
      <p:ext uri="{BB962C8B-B14F-4D97-AF65-F5344CB8AC3E}">
        <p14:creationId xmlns:p14="http://schemas.microsoft.com/office/powerpoint/2010/main" val="2588429553"/>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34B8B-66EE-1959-23BD-366DDCE5B3AC}"/>
              </a:ext>
            </a:extLst>
          </p:cNvPr>
          <p:cNvSpPr>
            <a:spLocks noGrp="1"/>
          </p:cNvSpPr>
          <p:nvPr>
            <p:ph type="title"/>
          </p:nvPr>
        </p:nvSpPr>
        <p:spPr/>
        <p:txBody>
          <a:bodyPr/>
          <a:lstStyle/>
          <a:p>
            <a:r>
              <a:rPr dirty="0" lang="en-US"/>
              <a:t>Physician Salary Example </a:t>
            </a:r>
          </a:p>
        </p:txBody>
      </p:sp>
      <p:sp>
        <p:nvSpPr>
          <p:cNvPr id="3" name="Content Placeholder 2">
            <a:extLst>
              <a:ext uri="{FF2B5EF4-FFF2-40B4-BE49-F238E27FC236}">
                <a16:creationId xmlns:a16="http://schemas.microsoft.com/office/drawing/2014/main" id="{938FAA07-45B9-C152-6B53-1D0960F65F86}"/>
              </a:ext>
            </a:extLst>
          </p:cNvPr>
          <p:cNvSpPr>
            <a:spLocks noGrp="1"/>
          </p:cNvSpPr>
          <p:nvPr>
            <p:ph idx="1"/>
          </p:nvPr>
        </p:nvSpPr>
        <p:spPr/>
        <p:txBody>
          <a:bodyPr/>
          <a:lstStyle/>
          <a:p>
            <a:pPr indent="0" marL="0">
              <a:buNone/>
            </a:pPr>
            <a:r>
              <a:rPr dirty="0" lang="en-US"/>
              <a:t>It is reported that the mean salary of family practitioners in the U.S. is $178,258. A random sample of 55 family practitioners from L.A. had a sample mean of $192,340 with a standard deviation of $42,387. Is this evidence that the mean salary for practitioners in L.A. is greater than the national average? Use a significance level of 0.05.</a:t>
            </a:r>
          </a:p>
        </p:txBody>
      </p:sp>
      <p:sp>
        <p:nvSpPr>
          <p:cNvPr id="4" name="Footer Placeholder 3">
            <a:extLst>
              <a:ext uri="{FF2B5EF4-FFF2-40B4-BE49-F238E27FC236}">
                <a16:creationId xmlns:a16="http://schemas.microsoft.com/office/drawing/2014/main" id="{A5899427-EBE6-2E2E-17BE-A0408908F37E}"/>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DDEBDFF0-4D43-BA36-761C-8B9E396E331C}"/>
              </a:ext>
            </a:extLst>
          </p:cNvPr>
          <p:cNvSpPr>
            <a:spLocks noGrp="1"/>
          </p:cNvSpPr>
          <p:nvPr>
            <p:ph idx="12" sz="quarter" type="sldNum"/>
          </p:nvPr>
        </p:nvSpPr>
        <p:spPr/>
        <p:txBody>
          <a:bodyPr/>
          <a:lstStyle/>
          <a:p>
            <a:fld id="{330EA680-D336-4FF7-8B7A-9848BB0A1C32}" type="slidenum">
              <a:rPr lang="en-US" smtClean="0">
                <a:solidFill>
                  <a:srgbClr val="000000"/>
                </a:solidFill>
              </a:rPr>
              <a:t>27</a:t>
            </a:fld>
            <a:endParaRPr lang="en-US"/>
          </a:p>
        </p:txBody>
      </p:sp>
    </p:spTree>
    <p:extLst>
      <p:ext uri="{BB962C8B-B14F-4D97-AF65-F5344CB8AC3E}">
        <p14:creationId xmlns:p14="http://schemas.microsoft.com/office/powerpoint/2010/main" val="3647471714"/>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A0847EA6-7EDF-806B-3AAA-BA7124022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9526B-A32A-00B1-B7AD-D32A9398D2E6}"/>
              </a:ext>
            </a:extLst>
          </p:cNvPr>
          <p:cNvSpPr>
            <a:spLocks noGrp="1"/>
          </p:cNvSpPr>
          <p:nvPr>
            <p:ph type="title"/>
          </p:nvPr>
        </p:nvSpPr>
        <p:spPr/>
        <p:txBody>
          <a:bodyPr/>
          <a:lstStyle/>
          <a:p>
            <a:r>
              <a:rPr dirty="0" lang="en-US"/>
              <a:t>Physician Salary Conclusion </a:t>
            </a:r>
          </a:p>
        </p:txBody>
      </p:sp>
      <p:sp>
        <p:nvSpPr>
          <p:cNvPr id="3" name="Content Placeholder 2">
            <a:extLst>
              <a:ext uri="{FF2B5EF4-FFF2-40B4-BE49-F238E27FC236}">
                <a16:creationId xmlns:a16="http://schemas.microsoft.com/office/drawing/2014/main" id="{A864504C-24F4-2A92-8F0C-F50853D8271E}"/>
              </a:ext>
            </a:extLst>
          </p:cNvPr>
          <p:cNvSpPr>
            <a:spLocks noGrp="1"/>
          </p:cNvSpPr>
          <p:nvPr>
            <p:ph idx="1"/>
          </p:nvPr>
        </p:nvSpPr>
        <p:spPr/>
        <p:txBody>
          <a:bodyPr/>
          <a:lstStyle/>
          <a:p>
            <a:pPr indent="0" marL="0">
              <a:buNone/>
            </a:pPr>
            <a:r>
              <a:rPr b="1" dirty="0" i="1" lang="en-US">
                <a:solidFill>
                  <a:srgbClr val="B10000"/>
                </a:solidFill>
              </a:rPr>
              <a:t>Because the p-value (P=0.0085) is less than the significance level 0.05, we reject the null hypothesis and accept the alternate. There is enough evidence to suggest that the population mean salary for doctors in L.A. is greater than $178,258. </a:t>
            </a:r>
          </a:p>
        </p:txBody>
      </p:sp>
      <p:sp>
        <p:nvSpPr>
          <p:cNvPr id="4" name="Footer Placeholder 3">
            <a:extLst>
              <a:ext uri="{FF2B5EF4-FFF2-40B4-BE49-F238E27FC236}">
                <a16:creationId xmlns:a16="http://schemas.microsoft.com/office/drawing/2014/main" id="{36B989B8-BDEA-D930-78B6-9B4569BFEAB7}"/>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3642BBED-F965-2266-810F-7A70F631F06D}"/>
              </a:ext>
            </a:extLst>
          </p:cNvPr>
          <p:cNvSpPr>
            <a:spLocks noGrp="1"/>
          </p:cNvSpPr>
          <p:nvPr>
            <p:ph idx="12" sz="quarter" type="sldNum"/>
          </p:nvPr>
        </p:nvSpPr>
        <p:spPr/>
        <p:txBody>
          <a:bodyPr/>
          <a:lstStyle/>
          <a:p>
            <a:fld id="{330EA680-D336-4FF7-8B7A-9848BB0A1C32}" type="slidenum">
              <a:rPr lang="en-US" smtClean="0">
                <a:solidFill>
                  <a:srgbClr val="000000"/>
                </a:solidFill>
              </a:rPr>
              <a:t>28</a:t>
            </a:fld>
            <a:endParaRPr lang="en-US"/>
          </a:p>
        </p:txBody>
      </p:sp>
    </p:spTree>
    <p:extLst>
      <p:ext uri="{BB962C8B-B14F-4D97-AF65-F5344CB8AC3E}">
        <p14:creationId xmlns:p14="http://schemas.microsoft.com/office/powerpoint/2010/main" val="3766779850"/>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BECBE-D388-D5A2-037B-72D42EF50AFA}"/>
              </a:ext>
            </a:extLst>
          </p:cNvPr>
          <p:cNvSpPr>
            <a:spLocks noGrp="1"/>
          </p:cNvSpPr>
          <p:nvPr>
            <p:ph type="title"/>
          </p:nvPr>
        </p:nvSpPr>
        <p:spPr/>
        <p:txBody>
          <a:bodyPr/>
          <a:lstStyle/>
          <a:p>
            <a:r>
              <a:rPr dirty="0" lang="en-US"/>
              <a:t>Hypothesis Testing via Confidence Intervals </a:t>
            </a:r>
          </a:p>
        </p:txBody>
      </p:sp>
      <p:sp>
        <p:nvSpPr>
          <p:cNvPr id="3" name="Content Placeholder 2">
            <a:extLst>
              <a:ext uri="{FF2B5EF4-FFF2-40B4-BE49-F238E27FC236}">
                <a16:creationId xmlns:a16="http://schemas.microsoft.com/office/drawing/2014/main" id="{179F2AB2-A05F-4F42-57C1-91F3BEAA7968}"/>
              </a:ext>
            </a:extLst>
          </p:cNvPr>
          <p:cNvSpPr>
            <a:spLocks noGrp="1"/>
          </p:cNvSpPr>
          <p:nvPr>
            <p:ph idx="1"/>
          </p:nvPr>
        </p:nvSpPr>
        <p:spPr/>
        <p:txBody>
          <a:bodyPr/>
          <a:lstStyle/>
          <a:p>
            <a:pPr indent="0" marL="0">
              <a:buNone/>
            </a:pPr>
            <a:r>
              <a:rPr dirty="0" lang="en-US"/>
              <a:t>If the confidence level is 95%, then the significance level is 5% </a:t>
            </a:r>
            <a:br>
              <a:rPr dirty="0" lang="en-US"/>
            </a:br>
            <a:r>
              <a:rPr dirty="0" lang="en-US"/>
              <a:t>(α = 0.05). The confidence level and alpha are </a:t>
            </a:r>
            <a:r>
              <a:rPr dirty="0" i="1" lang="en-US"/>
              <a:t>complements</a:t>
            </a:r>
            <a:r>
              <a:rPr dirty="0" lang="en-US"/>
              <a:t> of one another. </a:t>
            </a:r>
          </a:p>
          <a:p>
            <a:pPr indent="0" marL="0">
              <a:buNone/>
            </a:pPr>
            <a:r>
              <a:rPr dirty="0" lang="en-US"/>
              <a:t>If you build a 95% confidence interval that contains the parameter as defined by the null hypothesis, then there is no reason to reject the null hypothesis. </a:t>
            </a:r>
          </a:p>
          <a:p>
            <a:pPr indent="0" marL="0">
              <a:buNone/>
            </a:pPr>
            <a:r>
              <a:rPr dirty="0" lang="en-US"/>
              <a:t>However, if it does not contain the parameter as defined by the null hypothesis, then there is evidence to reject the null and accept the alternate hypothesis.  </a:t>
            </a:r>
          </a:p>
        </p:txBody>
      </p:sp>
      <p:sp>
        <p:nvSpPr>
          <p:cNvPr id="4" name="Footer Placeholder 3">
            <a:extLst>
              <a:ext uri="{FF2B5EF4-FFF2-40B4-BE49-F238E27FC236}">
                <a16:creationId xmlns:a16="http://schemas.microsoft.com/office/drawing/2014/main" id="{BA3963CC-CAC9-2150-01A2-8C52F4620469}"/>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4C5F67D0-EB03-E4DD-956B-86E459B4515C}"/>
              </a:ext>
            </a:extLst>
          </p:cNvPr>
          <p:cNvSpPr>
            <a:spLocks noGrp="1"/>
          </p:cNvSpPr>
          <p:nvPr>
            <p:ph idx="12" sz="quarter" type="sldNum"/>
          </p:nvPr>
        </p:nvSpPr>
        <p:spPr/>
        <p:txBody>
          <a:bodyPr/>
          <a:lstStyle/>
          <a:p>
            <a:fld id="{330EA680-D336-4FF7-8B7A-9848BB0A1C32}" type="slidenum">
              <a:rPr lang="en-US" smtClean="0">
                <a:solidFill>
                  <a:srgbClr val="000000"/>
                </a:solidFill>
              </a:rPr>
              <a:t>29</a:t>
            </a:fld>
            <a:endParaRPr lang="en-US"/>
          </a:p>
        </p:txBody>
      </p:sp>
    </p:spTree>
    <p:extLst>
      <p:ext uri="{BB962C8B-B14F-4D97-AF65-F5344CB8AC3E}">
        <p14:creationId xmlns:p14="http://schemas.microsoft.com/office/powerpoint/2010/main" val="1683353479"/>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A7C30-1DC7-5571-4434-6EFE23F21DB9}"/>
              </a:ext>
            </a:extLst>
          </p:cNvPr>
          <p:cNvSpPr>
            <a:spLocks noGrp="1"/>
          </p:cNvSpPr>
          <p:nvPr>
            <p:ph type="title"/>
          </p:nvPr>
        </p:nvSpPr>
        <p:spPr/>
        <p:txBody>
          <a:bodyPr/>
          <a:lstStyle/>
          <a:p>
            <a:r>
              <a:rPr dirty="0" lang="en-US"/>
              <a:t>The Probability of an Error </a:t>
            </a:r>
          </a:p>
        </p:txBody>
      </p:sp>
      <p:sp>
        <p:nvSpPr>
          <p:cNvPr id="3" name="Content Placeholder 2">
            <a:extLst>
              <a:ext uri="{FF2B5EF4-FFF2-40B4-BE49-F238E27FC236}">
                <a16:creationId xmlns:a16="http://schemas.microsoft.com/office/drawing/2014/main" id="{F64ADBC9-70D5-8158-7954-02499AB7BF93}"/>
              </a:ext>
            </a:extLst>
          </p:cNvPr>
          <p:cNvSpPr>
            <a:spLocks noGrp="1"/>
          </p:cNvSpPr>
          <p:nvPr>
            <p:ph idx="1"/>
          </p:nvPr>
        </p:nvSpPr>
        <p:spPr/>
        <p:txBody>
          <a:bodyPr>
            <a:normAutofit/>
          </a:bodyPr>
          <a:lstStyle/>
          <a:p>
            <a:pPr fontAlgn="base" indent="0" marL="0">
              <a:buNone/>
            </a:pPr>
            <a:r>
              <a:rPr dirty="0" lang="en-US"/>
              <a:t>The significance level alpha is the same as the probability of a type I error.  P(Type I Error) = α </a:t>
            </a:r>
          </a:p>
          <a:p>
            <a:pPr fontAlgn="base" indent="0" marL="0">
              <a:buNone/>
            </a:pPr>
            <a:r>
              <a:rPr dirty="0" lang="en-US"/>
              <a:t>If our sample statistic falls in the rejection region (the area under the curve equal to alpha), then we have reason to reject the null hypothesis. There is always a chance that the null hypothesis is actually true, so this is the probability that we reject a true null, which is a type I error.  </a:t>
            </a:r>
          </a:p>
          <a:p>
            <a:pPr fontAlgn="base" indent="0" marL="0">
              <a:buNone/>
            </a:pPr>
            <a:r>
              <a:rPr b="1" dirty="0" i="1" lang="en-US">
                <a:solidFill>
                  <a:srgbClr val="000000"/>
                </a:solidFill>
              </a:rPr>
              <a:t>If we’re 95% confident that a true population mean lies between a and b, that means our success rate of capturing the parameter is 95%. There must be a failure rate of 5%.  </a:t>
            </a:r>
            <a:r>
              <a:rPr dirty="0" lang="en-US"/>
              <a:t> </a:t>
            </a:r>
          </a:p>
          <a:p>
            <a:pPr indent="0" marL="0">
              <a:buNone/>
            </a:pPr>
            <a:endParaRPr dirty="0" lang="en-US"/>
          </a:p>
        </p:txBody>
      </p:sp>
      <p:sp>
        <p:nvSpPr>
          <p:cNvPr id="4" name="Footer Placeholder 3">
            <a:extLst>
              <a:ext uri="{FF2B5EF4-FFF2-40B4-BE49-F238E27FC236}">
                <a16:creationId xmlns:a16="http://schemas.microsoft.com/office/drawing/2014/main" id="{F123FAB6-741E-FBBE-F2DB-4D7DABF32EEF}"/>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E0AACADB-23C2-C833-2B89-C8FEEB33361F}"/>
              </a:ext>
            </a:extLst>
          </p:cNvPr>
          <p:cNvSpPr>
            <a:spLocks noGrp="1"/>
          </p:cNvSpPr>
          <p:nvPr>
            <p:ph idx="12" sz="quarter" type="sldNum"/>
          </p:nvPr>
        </p:nvSpPr>
        <p:spPr/>
        <p:txBody>
          <a:bodyPr/>
          <a:lstStyle/>
          <a:p>
            <a:fld id="{330EA680-D336-4FF7-8B7A-9848BB0A1C32}" type="slidenum">
              <a:rPr lang="en-US" smtClean="0">
                <a:solidFill>
                  <a:srgbClr val="000000"/>
                </a:solidFill>
              </a:rPr>
              <a:t>30</a:t>
            </a:fld>
            <a:endParaRPr lang="en-US"/>
          </a:p>
        </p:txBody>
      </p:sp>
    </p:spTree>
    <p:extLst>
      <p:ext uri="{BB962C8B-B14F-4D97-AF65-F5344CB8AC3E}">
        <p14:creationId xmlns:p14="http://schemas.microsoft.com/office/powerpoint/2010/main" val="2644686118"/>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D642E-B2ED-C8E0-B8FA-4C2965FE5D18}"/>
              </a:ext>
            </a:extLst>
          </p:cNvPr>
          <p:cNvSpPr>
            <a:spLocks noGrp="1"/>
          </p:cNvSpPr>
          <p:nvPr>
            <p:ph type="title"/>
          </p:nvPr>
        </p:nvSpPr>
        <p:spPr/>
        <p:txBody>
          <a:bodyPr/>
          <a:lstStyle/>
          <a:p>
            <a:r>
              <a:rPr dirty="0" lang="en-US"/>
              <a:t>Diamonds Example via Hypothesis Test </a:t>
            </a:r>
          </a:p>
        </p:txBody>
      </p:sp>
      <p:sp>
        <p:nvSpPr>
          <p:cNvPr id="3" name="Content Placeholder 2">
            <a:extLst>
              <a:ext uri="{FF2B5EF4-FFF2-40B4-BE49-F238E27FC236}">
                <a16:creationId xmlns:a16="http://schemas.microsoft.com/office/drawing/2014/main" id="{E62773F3-5346-0CB6-86CD-1BA2902A1AC4}"/>
              </a:ext>
            </a:extLst>
          </p:cNvPr>
          <p:cNvSpPr>
            <a:spLocks noGrp="1"/>
          </p:cNvSpPr>
          <p:nvPr>
            <p:ph idx="1"/>
          </p:nvPr>
        </p:nvSpPr>
        <p:spPr/>
        <p:txBody>
          <a:bodyPr/>
          <a:lstStyle/>
          <a:p>
            <a:pPr indent="0" marL="0">
              <a:buNone/>
            </a:pPr>
            <a:r>
              <a:rPr dirty="0" lang="en-US"/>
              <a:t>The weight of diamonds is measured in carats. From a sample of 12 diamonds in a certain retail store, the mean was 1.16 carats with a standard deviation of 0.14 carats. Assume the population is normally distributed. Perform a hypothesis test with a significance level of 0.10 to determine whether the mean diamond weight from this store is less than 1.5 carats.</a:t>
            </a:r>
          </a:p>
        </p:txBody>
      </p:sp>
      <p:sp>
        <p:nvSpPr>
          <p:cNvPr id="4" name="Footer Placeholder 3">
            <a:extLst>
              <a:ext uri="{FF2B5EF4-FFF2-40B4-BE49-F238E27FC236}">
                <a16:creationId xmlns:a16="http://schemas.microsoft.com/office/drawing/2014/main" id="{683783BC-2ADE-5A13-28D7-7CEDA7298EB1}"/>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38D339EF-A701-8EE1-4BE2-EB9F88ACFF2D}"/>
              </a:ext>
            </a:extLst>
          </p:cNvPr>
          <p:cNvSpPr>
            <a:spLocks noGrp="1"/>
          </p:cNvSpPr>
          <p:nvPr>
            <p:ph idx="12" sz="quarter" type="sldNum"/>
          </p:nvPr>
        </p:nvSpPr>
        <p:spPr/>
        <p:txBody>
          <a:bodyPr/>
          <a:lstStyle/>
          <a:p>
            <a:fld id="{330EA680-D336-4FF7-8B7A-9848BB0A1C32}" type="slidenum">
              <a:rPr lang="en-US" smtClean="0">
                <a:solidFill>
                  <a:srgbClr val="000000"/>
                </a:solidFill>
              </a:rPr>
              <a:t>31</a:t>
            </a:fld>
            <a:endParaRPr lang="en-US"/>
          </a:p>
        </p:txBody>
      </p:sp>
    </p:spTree>
    <p:extLst>
      <p:ext uri="{BB962C8B-B14F-4D97-AF65-F5344CB8AC3E}">
        <p14:creationId xmlns:p14="http://schemas.microsoft.com/office/powerpoint/2010/main" val="2755535961"/>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0034C7A6-B5CA-481A-C066-475746B72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D0748-215A-C845-74BE-CAF02DE7B289}"/>
              </a:ext>
            </a:extLst>
          </p:cNvPr>
          <p:cNvSpPr>
            <a:spLocks noGrp="1"/>
          </p:cNvSpPr>
          <p:nvPr>
            <p:ph type="title"/>
          </p:nvPr>
        </p:nvSpPr>
        <p:spPr/>
        <p:txBody>
          <a:bodyPr/>
          <a:lstStyle/>
          <a:p>
            <a:r>
              <a:rPr dirty="0" lang="en-US"/>
              <a:t>Diamonds Example via H.T. Conclusion  </a:t>
            </a:r>
          </a:p>
        </p:txBody>
      </p:sp>
      <p:sp>
        <p:nvSpPr>
          <p:cNvPr id="3" name="Content Placeholder 2">
            <a:extLst>
              <a:ext uri="{FF2B5EF4-FFF2-40B4-BE49-F238E27FC236}">
                <a16:creationId xmlns:a16="http://schemas.microsoft.com/office/drawing/2014/main" id="{2BCD164E-856B-3C29-E955-D451171A46FC}"/>
              </a:ext>
            </a:extLst>
          </p:cNvPr>
          <p:cNvSpPr>
            <a:spLocks noGrp="1"/>
          </p:cNvSpPr>
          <p:nvPr>
            <p:ph idx="1"/>
          </p:nvPr>
        </p:nvSpPr>
        <p:spPr/>
        <p:txBody>
          <a:bodyPr/>
          <a:lstStyle/>
          <a:p>
            <a:pPr indent="0" marL="0">
              <a:buNone/>
            </a:pPr>
            <a:r>
              <a:rPr b="1" dirty="0" i="1" lang="en-US">
                <a:solidFill>
                  <a:srgbClr val="B10000"/>
                </a:solidFill>
              </a:rPr>
              <a:t>With a p-value of 2.02x10^-6 (P=0.000002), we reject the null hypothesis and accept the alternate. There is sufficient evidence to suggest that the population mean diamond weight at this retailer is less than 1.5 carats. The p-value could also be printed as (P&lt;0.0001). </a:t>
            </a:r>
          </a:p>
        </p:txBody>
      </p:sp>
      <p:sp>
        <p:nvSpPr>
          <p:cNvPr id="4" name="Footer Placeholder 3">
            <a:extLst>
              <a:ext uri="{FF2B5EF4-FFF2-40B4-BE49-F238E27FC236}">
                <a16:creationId xmlns:a16="http://schemas.microsoft.com/office/drawing/2014/main" id="{47E5C208-25B0-6EDC-C2B8-C51ADCD6B035}"/>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E15F0290-0F49-F829-C904-9A92BEEE9098}"/>
              </a:ext>
            </a:extLst>
          </p:cNvPr>
          <p:cNvSpPr>
            <a:spLocks noGrp="1"/>
          </p:cNvSpPr>
          <p:nvPr>
            <p:ph idx="12" sz="quarter" type="sldNum"/>
          </p:nvPr>
        </p:nvSpPr>
        <p:spPr/>
        <p:txBody>
          <a:bodyPr/>
          <a:lstStyle/>
          <a:p>
            <a:fld id="{330EA680-D336-4FF7-8B7A-9848BB0A1C32}" type="slidenum">
              <a:rPr lang="en-US" smtClean="0">
                <a:solidFill>
                  <a:srgbClr val="000000"/>
                </a:solidFill>
              </a:rPr>
              <a:t>32</a:t>
            </a:fld>
            <a:endParaRPr lang="en-US"/>
          </a:p>
        </p:txBody>
      </p:sp>
    </p:spTree>
    <p:extLst>
      <p:ext uri="{BB962C8B-B14F-4D97-AF65-F5344CB8AC3E}">
        <p14:creationId xmlns:p14="http://schemas.microsoft.com/office/powerpoint/2010/main" val="3390899726"/>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0C48D-C3EF-1A84-9485-D549148FB73D}"/>
              </a:ext>
            </a:extLst>
          </p:cNvPr>
          <p:cNvSpPr>
            <a:spLocks noGrp="1"/>
          </p:cNvSpPr>
          <p:nvPr>
            <p:ph type="title"/>
          </p:nvPr>
        </p:nvSpPr>
        <p:spPr/>
        <p:txBody>
          <a:bodyPr/>
          <a:lstStyle/>
          <a:p>
            <a:r>
              <a:rPr dirty="0" lang="en-US"/>
              <a:t>Diamonds Example via Confidence Interval </a:t>
            </a:r>
          </a:p>
        </p:txBody>
      </p:sp>
      <p:sp>
        <p:nvSpPr>
          <p:cNvPr id="3" name="Content Placeholder 2">
            <a:extLst>
              <a:ext uri="{FF2B5EF4-FFF2-40B4-BE49-F238E27FC236}">
                <a16:creationId xmlns:a16="http://schemas.microsoft.com/office/drawing/2014/main" id="{5D2F3A8B-0E89-0172-B61D-5CEC7720405D}"/>
              </a:ext>
            </a:extLst>
          </p:cNvPr>
          <p:cNvSpPr>
            <a:spLocks noGrp="1"/>
          </p:cNvSpPr>
          <p:nvPr>
            <p:ph idx="1"/>
          </p:nvPr>
        </p:nvSpPr>
        <p:spPr/>
        <p:txBody>
          <a:bodyPr/>
          <a:lstStyle/>
          <a:p>
            <a:pPr indent="0" marL="0">
              <a:buNone/>
            </a:pPr>
            <a:r>
              <a:rPr dirty="0" lang="en-US"/>
              <a:t>Build a 90% confidence interval to estimate the population mean diamond weight from the same data in the previous problem. What is your conclusion? Does this align with your findings based on the hypothesis test?  </a:t>
            </a:r>
            <a:br>
              <a:rPr dirty="0" lang="en-US"/>
            </a:br>
            <a:r>
              <a:rPr dirty="0" lang="en-US"/>
              <a:t> </a:t>
            </a:r>
          </a:p>
        </p:txBody>
      </p:sp>
      <p:sp>
        <p:nvSpPr>
          <p:cNvPr id="4" name="Footer Placeholder 3">
            <a:extLst>
              <a:ext uri="{FF2B5EF4-FFF2-40B4-BE49-F238E27FC236}">
                <a16:creationId xmlns:a16="http://schemas.microsoft.com/office/drawing/2014/main" id="{60C55F4B-1997-646B-3853-781B335B0EDC}"/>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7A25CD35-20ED-A943-99DC-E5FE4178F56E}"/>
              </a:ext>
            </a:extLst>
          </p:cNvPr>
          <p:cNvSpPr>
            <a:spLocks noGrp="1"/>
          </p:cNvSpPr>
          <p:nvPr>
            <p:ph idx="12" sz="quarter" type="sldNum"/>
          </p:nvPr>
        </p:nvSpPr>
        <p:spPr/>
        <p:txBody>
          <a:bodyPr/>
          <a:lstStyle/>
          <a:p>
            <a:fld id="{330EA680-D336-4FF7-8B7A-9848BB0A1C32}" type="slidenum">
              <a:rPr lang="en-US" smtClean="0">
                <a:solidFill>
                  <a:srgbClr val="000000"/>
                </a:solidFill>
              </a:rPr>
              <a:t>33</a:t>
            </a:fld>
            <a:endParaRPr lang="en-US"/>
          </a:p>
        </p:txBody>
      </p:sp>
    </p:spTree>
    <p:extLst>
      <p:ext uri="{BB962C8B-B14F-4D97-AF65-F5344CB8AC3E}">
        <p14:creationId xmlns:p14="http://schemas.microsoft.com/office/powerpoint/2010/main" val="4148140370"/>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47C67378-7480-3E3F-37FB-F8206149C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E9E43-589A-21FA-9E6A-CB6E95E36360}"/>
              </a:ext>
            </a:extLst>
          </p:cNvPr>
          <p:cNvSpPr>
            <a:spLocks noGrp="1"/>
          </p:cNvSpPr>
          <p:nvPr>
            <p:ph type="title"/>
          </p:nvPr>
        </p:nvSpPr>
        <p:spPr/>
        <p:txBody>
          <a:bodyPr/>
          <a:lstStyle/>
          <a:p>
            <a:r>
              <a:rPr dirty="0" lang="en-US"/>
              <a:t>Diamonds Example via C.I. Conclusion  </a:t>
            </a:r>
          </a:p>
        </p:txBody>
      </p:sp>
      <p:sp>
        <p:nvSpPr>
          <p:cNvPr id="3" name="Content Placeholder 2">
            <a:extLst>
              <a:ext uri="{FF2B5EF4-FFF2-40B4-BE49-F238E27FC236}">
                <a16:creationId xmlns:a16="http://schemas.microsoft.com/office/drawing/2014/main" id="{A7B6B07B-A35E-AB50-C44E-8AC5FEAE0685}"/>
              </a:ext>
            </a:extLst>
          </p:cNvPr>
          <p:cNvSpPr>
            <a:spLocks noGrp="1"/>
          </p:cNvSpPr>
          <p:nvPr>
            <p:ph idx="1"/>
          </p:nvPr>
        </p:nvSpPr>
        <p:spPr/>
        <p:txBody>
          <a:bodyPr/>
          <a:lstStyle/>
          <a:p>
            <a:pPr indent="0" marL="0">
              <a:buNone/>
            </a:pPr>
            <a:r>
              <a:rPr b="1" dirty="0" i="1" lang="en-US">
                <a:solidFill>
                  <a:srgbClr val="B10000"/>
                </a:solidFill>
              </a:rPr>
              <a:t>We are 90% confident that the population mean diamond weight is between 1.09 and 1.23 carats. The population mean as defined by the null hypothesis, 1.5, is not inside this interval. (The entire interval is less than 1.5.) Therefore, we will reject the null hypothesis.</a:t>
            </a:r>
          </a:p>
        </p:txBody>
      </p:sp>
      <p:sp>
        <p:nvSpPr>
          <p:cNvPr id="4" name="Footer Placeholder 3">
            <a:extLst>
              <a:ext uri="{FF2B5EF4-FFF2-40B4-BE49-F238E27FC236}">
                <a16:creationId xmlns:a16="http://schemas.microsoft.com/office/drawing/2014/main" id="{10ACDD97-6CF5-3DA9-2B4E-00321D6CCB37}"/>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641A7F11-F5D1-D655-F676-59A4C449A978}"/>
              </a:ext>
            </a:extLst>
          </p:cNvPr>
          <p:cNvSpPr>
            <a:spLocks noGrp="1"/>
          </p:cNvSpPr>
          <p:nvPr>
            <p:ph idx="12" sz="quarter" type="sldNum"/>
          </p:nvPr>
        </p:nvSpPr>
        <p:spPr/>
        <p:txBody>
          <a:bodyPr/>
          <a:lstStyle/>
          <a:p>
            <a:fld id="{330EA680-D336-4FF7-8B7A-9848BB0A1C32}" type="slidenum">
              <a:rPr lang="en-US" smtClean="0">
                <a:solidFill>
                  <a:srgbClr val="000000"/>
                </a:solidFill>
              </a:rPr>
              <a:t>34</a:t>
            </a:fld>
            <a:endParaRPr lang="en-US"/>
          </a:p>
        </p:txBody>
      </p:sp>
    </p:spTree>
    <p:extLst>
      <p:ext uri="{BB962C8B-B14F-4D97-AF65-F5344CB8AC3E}">
        <p14:creationId xmlns:p14="http://schemas.microsoft.com/office/powerpoint/2010/main" val="3821450613"/>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EF5F-FC97-797B-2C17-8714911596CB}"/>
              </a:ext>
            </a:extLst>
          </p:cNvPr>
          <p:cNvSpPr>
            <a:spLocks noGrp="1"/>
          </p:cNvSpPr>
          <p:nvPr>
            <p:ph type="title"/>
          </p:nvPr>
        </p:nvSpPr>
        <p:spPr/>
        <p:txBody>
          <a:bodyPr/>
          <a:lstStyle/>
          <a:p>
            <a:r>
              <a:rPr dirty="0" lang="en-US"/>
              <a:t>TV Survey Example </a:t>
            </a:r>
          </a:p>
        </p:txBody>
      </p:sp>
      <p:sp>
        <p:nvSpPr>
          <p:cNvPr id="3" name="Content Placeholder 2">
            <a:extLst>
              <a:ext uri="{FF2B5EF4-FFF2-40B4-BE49-F238E27FC236}">
                <a16:creationId xmlns:a16="http://schemas.microsoft.com/office/drawing/2014/main" id="{3FCD4A45-E9B1-BB5C-88FC-8F6CE56E8C32}"/>
              </a:ext>
            </a:extLst>
          </p:cNvPr>
          <p:cNvSpPr>
            <a:spLocks noGrp="1"/>
          </p:cNvSpPr>
          <p:nvPr>
            <p:ph idx="1"/>
          </p:nvPr>
        </p:nvSpPr>
        <p:spPr/>
        <p:txBody>
          <a:bodyPr/>
          <a:lstStyle/>
          <a:p>
            <a:pPr indent="0" marL="0">
              <a:buNone/>
            </a:pPr>
            <a:r>
              <a:rPr dirty="0" lang="en-US"/>
              <a:t>A social survey asked 1,298 people how much time they watch TV daily. The sample mean was 3.09 hours with a standard deviation of 2.87 hours. A sociologist claims that the population mean time is three hours per day. Does the sample data support or contradict this claim? Use an alpha level of 0.01.  </a:t>
            </a:r>
          </a:p>
        </p:txBody>
      </p:sp>
      <p:sp>
        <p:nvSpPr>
          <p:cNvPr id="4" name="Footer Placeholder 3">
            <a:extLst>
              <a:ext uri="{FF2B5EF4-FFF2-40B4-BE49-F238E27FC236}">
                <a16:creationId xmlns:a16="http://schemas.microsoft.com/office/drawing/2014/main" id="{A83739BB-CACD-95CC-3B18-65A492A67B9C}"/>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06FE7A90-614E-D213-9294-F694DC12080D}"/>
              </a:ext>
            </a:extLst>
          </p:cNvPr>
          <p:cNvSpPr>
            <a:spLocks noGrp="1"/>
          </p:cNvSpPr>
          <p:nvPr>
            <p:ph idx="12" sz="quarter" type="sldNum"/>
          </p:nvPr>
        </p:nvSpPr>
        <p:spPr/>
        <p:txBody>
          <a:bodyPr/>
          <a:lstStyle/>
          <a:p>
            <a:fld id="{330EA680-D336-4FF7-8B7A-9848BB0A1C32}" type="slidenum">
              <a:rPr lang="en-US" smtClean="0">
                <a:solidFill>
                  <a:srgbClr val="000000"/>
                </a:solidFill>
              </a:rPr>
              <a:t>35</a:t>
            </a:fld>
            <a:endParaRPr lang="en-US"/>
          </a:p>
        </p:txBody>
      </p:sp>
    </p:spTree>
    <p:extLst>
      <p:ext uri="{BB962C8B-B14F-4D97-AF65-F5344CB8AC3E}">
        <p14:creationId xmlns:p14="http://schemas.microsoft.com/office/powerpoint/2010/main" val="3195900851"/>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81689CCA-0051-D502-C2F0-7A15F82AC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2935C0-F594-91AC-8324-E67F68C0461E}"/>
              </a:ext>
            </a:extLst>
          </p:cNvPr>
          <p:cNvSpPr>
            <a:spLocks noGrp="1"/>
          </p:cNvSpPr>
          <p:nvPr>
            <p:ph type="title"/>
          </p:nvPr>
        </p:nvSpPr>
        <p:spPr/>
        <p:txBody>
          <a:bodyPr/>
          <a:lstStyle/>
          <a:p>
            <a:r>
              <a:rPr dirty="0" lang="en-US"/>
              <a:t>TV Survey Conclusion  </a:t>
            </a:r>
          </a:p>
        </p:txBody>
      </p:sp>
      <p:sp>
        <p:nvSpPr>
          <p:cNvPr id="3" name="Content Placeholder 2">
            <a:extLst>
              <a:ext uri="{FF2B5EF4-FFF2-40B4-BE49-F238E27FC236}">
                <a16:creationId xmlns:a16="http://schemas.microsoft.com/office/drawing/2014/main" id="{C4230CEA-7C93-4E9D-8C2F-A3BE0F816A25}"/>
              </a:ext>
            </a:extLst>
          </p:cNvPr>
          <p:cNvSpPr>
            <a:spLocks noGrp="1"/>
          </p:cNvSpPr>
          <p:nvPr>
            <p:ph idx="1"/>
          </p:nvPr>
        </p:nvSpPr>
        <p:spPr/>
        <p:txBody>
          <a:bodyPr/>
          <a:lstStyle/>
          <a:p>
            <a:pPr indent="0" marL="0">
              <a:buNone/>
            </a:pPr>
            <a:r>
              <a:rPr b="1" dirty="0" i="1" lang="en-US">
                <a:solidFill>
                  <a:srgbClr val="B10000"/>
                </a:solidFill>
              </a:rPr>
              <a:t> With a large p-value (P=0.2588), we fail to reject the null hypothesis. There is not enough evidence to suggest that the population mean hours watched is any different than 3 hours. </a:t>
            </a:r>
          </a:p>
        </p:txBody>
      </p:sp>
      <p:sp>
        <p:nvSpPr>
          <p:cNvPr id="4" name="Footer Placeholder 3">
            <a:extLst>
              <a:ext uri="{FF2B5EF4-FFF2-40B4-BE49-F238E27FC236}">
                <a16:creationId xmlns:a16="http://schemas.microsoft.com/office/drawing/2014/main" id="{0C886786-8027-A936-B659-913D81890BB9}"/>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53E333D1-3EB2-1254-A1B8-437E37B201B2}"/>
              </a:ext>
            </a:extLst>
          </p:cNvPr>
          <p:cNvSpPr>
            <a:spLocks noGrp="1"/>
          </p:cNvSpPr>
          <p:nvPr>
            <p:ph idx="12" sz="quarter" type="sldNum"/>
          </p:nvPr>
        </p:nvSpPr>
        <p:spPr/>
        <p:txBody>
          <a:bodyPr/>
          <a:lstStyle/>
          <a:p>
            <a:fld id="{330EA680-D336-4FF7-8B7A-9848BB0A1C32}" type="slidenum">
              <a:rPr lang="en-US" smtClean="0">
                <a:solidFill>
                  <a:srgbClr val="000000"/>
                </a:solidFill>
              </a:rPr>
              <a:t>36</a:t>
            </a:fld>
            <a:endParaRPr lang="en-US"/>
          </a:p>
        </p:txBody>
      </p:sp>
    </p:spTree>
    <p:extLst>
      <p:ext uri="{BB962C8B-B14F-4D97-AF65-F5344CB8AC3E}">
        <p14:creationId xmlns:p14="http://schemas.microsoft.com/office/powerpoint/2010/main" val="1247996192"/>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F4528-111D-5BBE-099C-7E0540349B43}"/>
              </a:ext>
            </a:extLst>
          </p:cNvPr>
          <p:cNvSpPr>
            <a:spLocks noGrp="1"/>
          </p:cNvSpPr>
          <p:nvPr>
            <p:ph type="title"/>
          </p:nvPr>
        </p:nvSpPr>
        <p:spPr/>
        <p:txBody>
          <a:bodyPr>
            <a:normAutofit/>
          </a:bodyPr>
          <a:lstStyle/>
          <a:p>
            <a:r>
              <a:rPr dirty="0" lang="en-US" sz="4000"/>
              <a:t>Hypothesis Tests for Proportions - Assumptions</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6A8A0159-9AE5-73E4-95D9-B9933C582998}"/>
                  </a:ext>
                </a:extLst>
              </p:cNvPr>
              <p:cNvSpPr>
                <a:spLocks noGrp="1"/>
              </p:cNvSpPr>
              <p:nvPr>
                <p:ph idx="1"/>
              </p:nvPr>
            </p:nvSpPr>
            <p:spPr>
              <a:xfrm>
                <a:off x="838200" y="2016202"/>
                <a:ext cx="10515600" cy="3646717"/>
              </a:xfrm>
            </p:spPr>
            <p:txBody>
              <a:bodyPr>
                <a:normAutofit/>
              </a:bodyPr>
              <a:lstStyle/>
              <a:p>
                <a:pPr indent="-514350" marL="514350">
                  <a:buFont typeface="+mj-lt"/>
                  <a:buAutoNum type="arabicPeriod"/>
                </a:pPr>
                <a:r>
                  <a:rPr dirty="0" lang="en-US"/>
                  <a:t>We have a simple random sample. </a:t>
                </a:r>
              </a:p>
              <a:p>
                <a:pPr indent="-514350" marL="514350">
                  <a:buFont typeface="+mj-lt"/>
                  <a:buAutoNum type="arabicPeriod"/>
                </a:pPr>
                <a:r>
                  <a:rPr dirty="0" lang="en-US"/>
                  <a:t>The population is at least 20 times the size of the sample </a:t>
                </a:r>
                <a:br>
                  <a:rPr dirty="0" lang="en-US"/>
                </a:br>
                <a:r>
                  <a:rPr dirty="0" lang="en-US"/>
                  <a:t>(N ≥ 20n) so that the individuals sampled are independent. In other words, n &lt; 0.05N.  </a:t>
                </a:r>
              </a:p>
              <a:p>
                <a:pPr indent="-514350" marL="514350">
                  <a:buFont typeface="+mj-lt"/>
                  <a:buAutoNum type="arabicPeriod"/>
                </a:pPr>
                <a:r>
                  <a:rPr dirty="0" lang="en-US"/>
                  <a:t>The sampling distribution of the sample proportion is normal: </a:t>
                </a:r>
                <a:br>
                  <a:rPr dirty="0" lang="en-US"/>
                </a:br>
                <a:endParaRPr dirty="0" lang="en-US"/>
              </a:p>
              <a:p>
                <a:pPr algn="ctr" indent="0" marL="0">
                  <a:buNone/>
                </a:pPr>
                <a14:m>
                  <m:oMath xmlns:m="http://schemas.openxmlformats.org/officeDocument/2006/math">
                    <m:r>
                      <a:rPr b="0" i="1" lang="en-US" smtClean="0">
                        <a:latin charset="0" panose="02040503050406030204" pitchFamily="18" typeface="Cambria Math"/>
                      </a:rPr>
                      <m:t>𝑛</m:t>
                    </m:r>
                    <m:r>
                      <a:rPr b="0" i="1" lang="en-US" smtClean="0">
                        <a:latin charset="0" panose="02040503050406030204" pitchFamily="18" typeface="Cambria Math"/>
                      </a:rPr>
                      <m:t>∗</m:t>
                    </m:r>
                    <m:sSub>
                      <m:sSubPr>
                        <m:ctrlPr>
                          <a:rPr b="0" i="1" lang="en-US" smtClean="0">
                            <a:latin charset="0" panose="02040503050406030204" pitchFamily="18" typeface="Cambria Math"/>
                          </a:rPr>
                        </m:ctrlPr>
                      </m:sSubPr>
                      <m:e>
                        <m:r>
                          <a:rPr b="0" i="1" lang="en-US" smtClean="0">
                            <a:latin charset="0" panose="02040503050406030204" pitchFamily="18" typeface="Cambria Math"/>
                          </a:rPr>
                          <m:t>𝑝</m:t>
                        </m:r>
                      </m:e>
                      <m:sub>
                        <m:r>
                          <a:rPr b="0" i="1" lang="en-US" smtClean="0">
                            <a:latin charset="0" panose="02040503050406030204" pitchFamily="18" typeface="Cambria Math"/>
                          </a:rPr>
                          <m:t>0</m:t>
                        </m:r>
                      </m:sub>
                    </m:sSub>
                    <m:r>
                      <a:rPr b="0" i="1" lang="en-US" smtClean="0">
                        <a:latin charset="0" panose="02040503050406030204" pitchFamily="18" typeface="Cambria Math"/>
                        <a:ea charset="0" panose="02040503050406030204" pitchFamily="18" typeface="Cambria Math"/>
                      </a:rPr>
                      <m:t>≥10</m:t>
                    </m:r>
                  </m:oMath>
                </a14:m>
                <a:r>
                  <a:rPr dirty="0" lang="en-US"/>
                  <a:t> and </a:t>
                </a:r>
                <a14:m>
                  <m:oMath xmlns:m="http://schemas.openxmlformats.org/officeDocument/2006/math">
                    <m:r>
                      <a:rPr i="1" lang="en-US">
                        <a:latin charset="0" panose="02040503050406030204" pitchFamily="18" typeface="Cambria Math"/>
                      </a:rPr>
                      <m:t>𝑛</m:t>
                    </m:r>
                    <m:r>
                      <a:rPr i="1" lang="en-US">
                        <a:latin charset="0" panose="02040503050406030204" pitchFamily="18" typeface="Cambria Math"/>
                      </a:rPr>
                      <m:t>∗</m:t>
                    </m:r>
                    <m:sSub>
                      <m:sSubPr>
                        <m:ctrlPr>
                          <a:rPr i="1" lang="en-US">
                            <a:latin charset="0" panose="02040503050406030204" pitchFamily="18" typeface="Cambria Math"/>
                          </a:rPr>
                        </m:ctrlPr>
                      </m:sSubPr>
                      <m:e>
                        <m:r>
                          <a:rPr b="0" i="1" lang="en-US" smtClean="0">
                            <a:latin charset="0" panose="02040503050406030204" pitchFamily="18" typeface="Cambria Math"/>
                          </a:rPr>
                          <m:t>(1−</m:t>
                        </m:r>
                        <m:r>
                          <a:rPr i="1" lang="en-US">
                            <a:latin charset="0" panose="02040503050406030204" pitchFamily="18" typeface="Cambria Math"/>
                          </a:rPr>
                          <m:t>𝑝</m:t>
                        </m:r>
                      </m:e>
                      <m:sub>
                        <m:r>
                          <a:rPr i="1" lang="en-US">
                            <a:latin charset="0" panose="02040503050406030204" pitchFamily="18" typeface="Cambria Math"/>
                          </a:rPr>
                          <m:t>0</m:t>
                        </m:r>
                      </m:sub>
                    </m:sSub>
                    <m:r>
                      <a:rPr b="0" i="1" lang="en-US" smtClean="0">
                        <a:latin charset="0" panose="02040503050406030204" pitchFamily="18" typeface="Cambria Math"/>
                      </a:rPr>
                      <m:t>)</m:t>
                    </m:r>
                    <m:r>
                      <a:rPr i="1" lang="en-US">
                        <a:latin charset="0" panose="02040503050406030204" pitchFamily="18" typeface="Cambria Math"/>
                        <a:ea charset="0" panose="02040503050406030204" pitchFamily="18" typeface="Cambria Math"/>
                      </a:rPr>
                      <m:t>≥10</m:t>
                    </m:r>
                  </m:oMath>
                </a14:m>
                <a:endParaRPr dirty="0" lang="en-US"/>
              </a:p>
              <a:p>
                <a:pPr indent="0" marL="0">
                  <a:buNone/>
                </a:pPr>
                <a:endParaRPr dirty="0" lang="en-US"/>
              </a:p>
            </p:txBody>
          </p:sp>
        </mc:Choice>
        <mc:Fallback>
          <p:sp>
            <p:nvSpPr>
              <p:cNvPr id="3" name="Content Placeholder 2">
                <a:extLst>
                  <a:ext uri="{FF2B5EF4-FFF2-40B4-BE49-F238E27FC236}">
                    <a16:creationId xmlns:a16="http://schemas.microsoft.com/office/drawing/2014/main" id="{6A8A0159-9AE5-73E4-95D9-B9933C582998}"/>
                  </a:ext>
                </a:extLst>
              </p:cNvPr>
              <p:cNvSpPr>
                <a:spLocks noAdjustHandles="1" noChangeArrowheads="1" noChangeAspect="1" noChangeShapeType="1" noEditPoints="1" noGrp="1" noMove="1" noResize="1" noRot="1" noTextEdit="1"/>
              </p:cNvSpPr>
              <p:nvPr>
                <p:ph idx="1"/>
              </p:nvPr>
            </p:nvSpPr>
            <p:spPr>
              <a:xfrm>
                <a:off x="838200" y="2016202"/>
                <a:ext cx="10515600" cy="3646717"/>
              </a:xfrm>
              <a:blipFill>
                <a:blip r:embed="rId2"/>
                <a:stretch>
                  <a:fillRect l="-1217" t="-301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B288FDD-03A2-A7B0-E71B-77DB2DBBADF2}"/>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83290244-45FF-9171-3729-38989771B333}"/>
              </a:ext>
            </a:extLst>
          </p:cNvPr>
          <p:cNvSpPr>
            <a:spLocks noGrp="1"/>
          </p:cNvSpPr>
          <p:nvPr>
            <p:ph idx="12" sz="quarter" type="sldNum"/>
          </p:nvPr>
        </p:nvSpPr>
        <p:spPr/>
        <p:txBody>
          <a:bodyPr/>
          <a:lstStyle/>
          <a:p>
            <a:fld id="{330EA680-D336-4FF7-8B7A-9848BB0A1C32}" type="slidenum">
              <a:rPr lang="en-US" smtClean="0">
                <a:solidFill>
                  <a:srgbClr val="000000"/>
                </a:solidFill>
              </a:rPr>
              <a:t>37</a:t>
            </a:fld>
            <a:endParaRPr lang="en-US"/>
          </a:p>
        </p:txBody>
      </p:sp>
    </p:spTree>
    <p:extLst>
      <p:ext uri="{BB962C8B-B14F-4D97-AF65-F5344CB8AC3E}">
        <p14:creationId xmlns:p14="http://schemas.microsoft.com/office/powerpoint/2010/main" val="2885189884"/>
      </p:ext>
    </p:extLst>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25CF0-17A7-B1E0-9A93-D2825F649BA6}"/>
              </a:ext>
            </a:extLst>
          </p:cNvPr>
          <p:cNvSpPr>
            <a:spLocks noGrp="1"/>
          </p:cNvSpPr>
          <p:nvPr>
            <p:ph type="title"/>
          </p:nvPr>
        </p:nvSpPr>
        <p:spPr/>
        <p:txBody>
          <a:bodyPr/>
          <a:lstStyle/>
          <a:p>
            <a:r>
              <a:rPr dirty="0" lang="en-US"/>
              <a:t>Test Statistic for Proportions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A8826E17-F5F2-7FFC-7EE1-52D3E67B4A1C}"/>
                  </a:ext>
                </a:extLst>
              </p:cNvPr>
              <p:cNvSpPr>
                <a:spLocks noGrp="1"/>
              </p:cNvSpPr>
              <p:nvPr>
                <p:ph idx="1"/>
              </p:nvPr>
            </p:nvSpPr>
            <p:spPr/>
            <p:txBody>
              <a:bodyPr/>
              <a:lstStyle/>
              <a:p>
                <a:pPr indent="0" marL="0">
                  <a:buNone/>
                </a:pPr>
                <a:r>
                  <a:rPr dirty="0" lang="en-US"/>
                  <a:t>We will turn the sample proportion into a z-score and find the probability of getting that z-score (or a more extreme value). </a:t>
                </a:r>
              </a:p>
              <a:p>
                <a:pPr indent="0" marL="0">
                  <a:buNone/>
                </a:pPr>
                <a:endParaRPr dirty="0" lang="en-US"/>
              </a:p>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𝑧</m:t>
                      </m:r>
                      <m:r>
                        <a:rPr b="0" i="1" lang="en-US" smtClean="0">
                          <a:latin charset="0" panose="02040503050406030204" pitchFamily="18" typeface="Cambria Math"/>
                        </a:rPr>
                        <m:t>= </m:t>
                      </m:r>
                      <m:f>
                        <m:fPr>
                          <m:ctrlPr>
                            <a:rPr b="0" i="1" lang="en-US" smtClean="0">
                              <a:latin charset="0" panose="02040503050406030204" pitchFamily="18" typeface="Cambria Math"/>
                            </a:rPr>
                          </m:ctrlPr>
                        </m:fPr>
                        <m:num>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𝑝</m:t>
                              </m:r>
                            </m:e>
                          </m:acc>
                          <m:r>
                            <a:rPr b="0" i="1" lang="en-US" smtClean="0">
                              <a:latin charset="0" panose="02040503050406030204" pitchFamily="18" typeface="Cambria Math"/>
                            </a:rPr>
                            <m:t>−</m:t>
                          </m:r>
                          <m:sSub>
                            <m:sSubPr>
                              <m:ctrlPr>
                                <a:rPr b="0" i="1" lang="en-US" smtClean="0">
                                  <a:latin charset="0" panose="02040503050406030204" pitchFamily="18" typeface="Cambria Math"/>
                                </a:rPr>
                              </m:ctrlPr>
                            </m:sSubPr>
                            <m:e>
                              <m:r>
                                <a:rPr b="0" i="1" lang="en-US" smtClean="0">
                                  <a:latin charset="0" panose="02040503050406030204" pitchFamily="18" typeface="Cambria Math"/>
                                </a:rPr>
                                <m:t>𝑝</m:t>
                              </m:r>
                            </m:e>
                            <m:sub>
                              <m:r>
                                <a:rPr b="0" i="1" lang="en-US" smtClean="0">
                                  <a:latin charset="0" panose="02040503050406030204" pitchFamily="18" typeface="Cambria Math"/>
                                </a:rPr>
                                <m:t>0</m:t>
                              </m:r>
                            </m:sub>
                          </m:sSub>
                        </m:num>
                        <m:den>
                          <m:rad>
                            <m:radPr>
                              <m:degHide m:val="on"/>
                              <m:ctrlPr>
                                <a:rPr b="0" i="1" lang="en-US" smtClean="0">
                                  <a:latin charset="0" panose="02040503050406030204" pitchFamily="18" typeface="Cambria Math"/>
                                </a:rPr>
                              </m:ctrlPr>
                            </m:radPr>
                            <m:deg/>
                            <m:e>
                              <m:f>
                                <m:fPr>
                                  <m:type m:val="skw"/>
                                  <m:ctrlPr>
                                    <a:rPr b="0" i="1" lang="en-US" smtClean="0">
                                      <a:latin charset="0" panose="02040503050406030204" pitchFamily="18" typeface="Cambria Math"/>
                                    </a:rPr>
                                  </m:ctrlPr>
                                </m:fPr>
                                <m:num>
                                  <m:sSub>
                                    <m:sSubPr>
                                      <m:ctrlPr>
                                        <a:rPr b="0" i="1" lang="en-US" smtClean="0">
                                          <a:latin charset="0" panose="02040503050406030204" pitchFamily="18" typeface="Cambria Math"/>
                                        </a:rPr>
                                      </m:ctrlPr>
                                    </m:sSubPr>
                                    <m:e>
                                      <m:r>
                                        <a:rPr b="0" i="1" lang="en-US" smtClean="0">
                                          <a:latin charset="0" panose="02040503050406030204" pitchFamily="18" typeface="Cambria Math"/>
                                        </a:rPr>
                                        <m:t>𝑝</m:t>
                                      </m:r>
                                    </m:e>
                                    <m:sub>
                                      <m:r>
                                        <a:rPr b="0" i="1" lang="en-US" smtClean="0">
                                          <a:latin charset="0" panose="02040503050406030204" pitchFamily="18" typeface="Cambria Math"/>
                                        </a:rPr>
                                        <m:t>0</m:t>
                                      </m:r>
                                    </m:sub>
                                  </m:sSub>
                                  <m:r>
                                    <a:rPr b="0" i="1" lang="en-US" smtClean="0">
                                      <a:latin charset="0" panose="02040503050406030204" pitchFamily="18" typeface="Cambria Math"/>
                                    </a:rPr>
                                    <m:t>(1−</m:t>
                                  </m:r>
                                  <m:sSub>
                                    <m:sSubPr>
                                      <m:ctrlPr>
                                        <a:rPr b="0" i="1" lang="en-US" smtClean="0">
                                          <a:latin charset="0" panose="02040503050406030204" pitchFamily="18" typeface="Cambria Math"/>
                                        </a:rPr>
                                      </m:ctrlPr>
                                    </m:sSubPr>
                                    <m:e>
                                      <m:r>
                                        <a:rPr b="0" i="1" lang="en-US" smtClean="0">
                                          <a:latin charset="0" panose="02040503050406030204" pitchFamily="18" typeface="Cambria Math"/>
                                        </a:rPr>
                                        <m:t>𝑝</m:t>
                                      </m:r>
                                    </m:e>
                                    <m:sub>
                                      <m:r>
                                        <a:rPr b="0" i="1" lang="en-US" smtClean="0">
                                          <a:latin charset="0" panose="02040503050406030204" pitchFamily="18" typeface="Cambria Math"/>
                                        </a:rPr>
                                        <m:t>𝑜</m:t>
                                      </m:r>
                                    </m:sub>
                                  </m:sSub>
                                  <m:r>
                                    <a:rPr b="0" i="1" lang="en-US" smtClean="0">
                                      <a:latin charset="0" panose="02040503050406030204" pitchFamily="18" typeface="Cambria Math"/>
                                    </a:rPr>
                                    <m:t>)</m:t>
                                  </m:r>
                                </m:num>
                                <m:den>
                                  <m:r>
                                    <a:rPr b="0" i="1" lang="en-US" smtClean="0">
                                      <a:latin charset="0" panose="02040503050406030204" pitchFamily="18" typeface="Cambria Math"/>
                                    </a:rPr>
                                    <m:t>𝑛</m:t>
                                  </m:r>
                                </m:den>
                              </m:f>
                            </m:e>
                          </m:rad>
                        </m:den>
                      </m:f>
                    </m:oMath>
                  </m:oMathPara>
                </a14:m>
                <a:endParaRPr dirty="0" lang="en-US"/>
              </a:p>
              <a:p>
                <a:pPr indent="0" marL="0">
                  <a:buNone/>
                </a:pPr>
                <a:endParaRPr dirty="0" lang="en-US"/>
              </a:p>
            </p:txBody>
          </p:sp>
        </mc:Choice>
        <mc:Fallback>
          <p:sp>
            <p:nvSpPr>
              <p:cNvPr id="3" name="Content Placeholder 2">
                <a:extLst>
                  <a:ext uri="{FF2B5EF4-FFF2-40B4-BE49-F238E27FC236}">
                    <a16:creationId xmlns:a16="http://schemas.microsoft.com/office/drawing/2014/main" id="{A8826E17-F5F2-7FFC-7EE1-52D3E67B4A1C}"/>
                  </a:ext>
                </a:extLst>
              </p:cNvPr>
              <p:cNvSpPr>
                <a:spLocks noAdjustHandles="1" noChangeArrowheads="1" noChangeAspect="1" noChangeShapeType="1" noEditPoints="1" noGrp="1" noMove="1" noResize="1" noRot="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D0D3EC04-25C5-AB09-2C38-1BE53DCCCB68}"/>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54A12EB6-5B22-062B-6375-A0E5D05AA8EE}"/>
              </a:ext>
            </a:extLst>
          </p:cNvPr>
          <p:cNvSpPr>
            <a:spLocks noGrp="1"/>
          </p:cNvSpPr>
          <p:nvPr>
            <p:ph idx="12" sz="quarter" type="sldNum"/>
          </p:nvPr>
        </p:nvSpPr>
        <p:spPr/>
        <p:txBody>
          <a:bodyPr/>
          <a:lstStyle/>
          <a:p>
            <a:fld id="{330EA680-D336-4FF7-8B7A-9848BB0A1C32}" type="slidenum">
              <a:rPr lang="en-US" smtClean="0">
                <a:solidFill>
                  <a:srgbClr val="000000"/>
                </a:solidFill>
              </a:rPr>
              <a:t>38</a:t>
            </a:fld>
            <a:endParaRPr lang="en-US"/>
          </a:p>
        </p:txBody>
      </p:sp>
    </p:spTree>
    <p:extLst>
      <p:ext uri="{BB962C8B-B14F-4D97-AF65-F5344CB8AC3E}">
        <p14:creationId xmlns:p14="http://schemas.microsoft.com/office/powerpoint/2010/main" val="1848526859"/>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0F80-077F-3D32-9BD7-B7340C22F4E6}"/>
              </a:ext>
            </a:extLst>
          </p:cNvPr>
          <p:cNvSpPr>
            <a:spLocks noGrp="1"/>
          </p:cNvSpPr>
          <p:nvPr>
            <p:ph type="title"/>
          </p:nvPr>
        </p:nvSpPr>
        <p:spPr/>
        <p:txBody>
          <a:bodyPr/>
          <a:lstStyle/>
          <a:p>
            <a:r>
              <a:rPr dirty="0" lang="en-US"/>
              <a:t>Spam Example </a:t>
            </a:r>
          </a:p>
        </p:txBody>
      </p:sp>
      <p:sp>
        <p:nvSpPr>
          <p:cNvPr id="3" name="Content Placeholder 2">
            <a:extLst>
              <a:ext uri="{FF2B5EF4-FFF2-40B4-BE49-F238E27FC236}">
                <a16:creationId xmlns:a16="http://schemas.microsoft.com/office/drawing/2014/main" id="{E1DD4E04-89F9-1A3D-9D52-D1484D4ADFBB}"/>
              </a:ext>
            </a:extLst>
          </p:cNvPr>
          <p:cNvSpPr>
            <a:spLocks noGrp="1"/>
          </p:cNvSpPr>
          <p:nvPr>
            <p:ph idx="1"/>
          </p:nvPr>
        </p:nvSpPr>
        <p:spPr/>
        <p:txBody>
          <a:bodyPr/>
          <a:lstStyle/>
          <a:p>
            <a:pPr indent="0" marL="0">
              <a:buNone/>
            </a:pPr>
            <a:r>
              <a:rPr dirty="0" err="1" lang="en-US"/>
              <a:t>SecureList</a:t>
            </a:r>
            <a:r>
              <a:rPr dirty="0" lang="en-US"/>
              <a:t> claims that 71.8% of all emails are spam. A system manager at a large company thinks that the percentage for their workplace is closer to 80%. From a simple random sample of 500 emails, he finds that 382 messages are spam. What is your conclusion based on a significance level of 0.05? What about using alpha = 0.01? </a:t>
            </a:r>
            <a:br>
              <a:rPr dirty="0" lang="en-US"/>
            </a:br>
            <a:r>
              <a:rPr dirty="0" lang="en-US"/>
              <a:t> </a:t>
            </a:r>
            <a:br>
              <a:rPr dirty="0" lang="en-US"/>
            </a:br>
            <a:r>
              <a:rPr dirty="0" lang="en-US"/>
              <a:t> </a:t>
            </a:r>
            <a:br>
              <a:rPr dirty="0" lang="en-US"/>
            </a:br>
            <a:r>
              <a:rPr dirty="0" lang="en-US"/>
              <a:t>  </a:t>
            </a:r>
            <a:br>
              <a:rPr dirty="0" lang="en-US"/>
            </a:br>
            <a:r>
              <a:rPr dirty="0" lang="en-US"/>
              <a:t> </a:t>
            </a:r>
            <a:br>
              <a:rPr dirty="0" lang="en-US"/>
            </a:br>
            <a:r>
              <a:rPr dirty="0" lang="en-US"/>
              <a:t> </a:t>
            </a:r>
          </a:p>
        </p:txBody>
      </p:sp>
      <p:sp>
        <p:nvSpPr>
          <p:cNvPr id="4" name="Footer Placeholder 3">
            <a:extLst>
              <a:ext uri="{FF2B5EF4-FFF2-40B4-BE49-F238E27FC236}">
                <a16:creationId xmlns:a16="http://schemas.microsoft.com/office/drawing/2014/main" id="{3ED22281-7F58-690F-4462-687E2E3074D9}"/>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38040AB3-2125-83EE-B550-9ED64B2DB3DA}"/>
              </a:ext>
            </a:extLst>
          </p:cNvPr>
          <p:cNvSpPr>
            <a:spLocks noGrp="1"/>
          </p:cNvSpPr>
          <p:nvPr>
            <p:ph idx="12" sz="quarter" type="sldNum"/>
          </p:nvPr>
        </p:nvSpPr>
        <p:spPr/>
        <p:txBody>
          <a:bodyPr/>
          <a:lstStyle/>
          <a:p>
            <a:fld id="{330EA680-D336-4FF7-8B7A-9848BB0A1C32}" type="slidenum">
              <a:rPr lang="en-US" smtClean="0">
                <a:solidFill>
                  <a:srgbClr val="000000"/>
                </a:solidFill>
              </a:rPr>
              <a:t>39</a:t>
            </a:fld>
            <a:endParaRPr lang="en-US"/>
          </a:p>
        </p:txBody>
      </p:sp>
    </p:spTree>
    <p:extLst>
      <p:ext uri="{BB962C8B-B14F-4D97-AF65-F5344CB8AC3E}">
        <p14:creationId xmlns:p14="http://schemas.microsoft.com/office/powerpoint/2010/main" val="3753382229"/>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1B3DD43C-87E7-F3CF-8DB8-8B7420A3F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5D197-ED59-8032-EE0B-6557C4323F4B}"/>
              </a:ext>
            </a:extLst>
          </p:cNvPr>
          <p:cNvSpPr>
            <a:spLocks noGrp="1"/>
          </p:cNvSpPr>
          <p:nvPr>
            <p:ph type="title"/>
          </p:nvPr>
        </p:nvSpPr>
        <p:spPr/>
        <p:txBody>
          <a:bodyPr/>
          <a:lstStyle/>
          <a:p>
            <a:r>
              <a:rPr dirty="0" lang="en-US"/>
              <a:t>Spam Example Conclusion  </a:t>
            </a:r>
          </a:p>
        </p:txBody>
      </p:sp>
      <p:sp>
        <p:nvSpPr>
          <p:cNvPr id="3" name="Content Placeholder 2">
            <a:extLst>
              <a:ext uri="{FF2B5EF4-FFF2-40B4-BE49-F238E27FC236}">
                <a16:creationId xmlns:a16="http://schemas.microsoft.com/office/drawing/2014/main" id="{6CA5E52E-A0D3-B80F-EDB0-123AABA95CC3}"/>
              </a:ext>
            </a:extLst>
          </p:cNvPr>
          <p:cNvSpPr>
            <a:spLocks noGrp="1"/>
          </p:cNvSpPr>
          <p:nvPr>
            <p:ph idx="1"/>
          </p:nvPr>
        </p:nvSpPr>
        <p:spPr/>
        <p:txBody>
          <a:bodyPr/>
          <a:lstStyle/>
          <a:p>
            <a:pPr indent="0" marL="0">
              <a:buNone/>
            </a:pPr>
            <a:r>
              <a:rPr b="1" dirty="0" i="1" lang="en-US">
                <a:solidFill>
                  <a:srgbClr val="B10000"/>
                </a:solidFill>
              </a:rPr>
              <a:t>Because the p-value (P=0.0111) is less than the significance level 0.05, we reject the null hypothesis and accept the alternate. There IS enough evidence to suggest that the population proportion of spam messages is greater than 0.718.</a:t>
            </a:r>
          </a:p>
          <a:p>
            <a:pPr indent="0" marL="0">
              <a:buNone/>
            </a:pPr>
            <a:endParaRPr b="1" dirty="0" i="1" lang="en-US">
              <a:solidFill>
                <a:srgbClr val="C00000"/>
              </a:solidFill>
            </a:endParaRPr>
          </a:p>
          <a:p>
            <a:pPr indent="0" marL="0">
              <a:buNone/>
            </a:pPr>
            <a:r>
              <a:rPr b="1" dirty="0" i="1" lang="en-US">
                <a:solidFill>
                  <a:srgbClr val="B10000"/>
                </a:solidFill>
              </a:rPr>
              <a:t>Because the p-value (P=0.0111) is greater than the significance level 0.01, we fail to reject the null hypothesis and reject the alternate. There IS NOT enough evidence to suggest that the population proportion of spam messages is greater than 0.718.</a:t>
            </a:r>
          </a:p>
        </p:txBody>
      </p:sp>
      <p:sp>
        <p:nvSpPr>
          <p:cNvPr id="4" name="Footer Placeholder 3">
            <a:extLst>
              <a:ext uri="{FF2B5EF4-FFF2-40B4-BE49-F238E27FC236}">
                <a16:creationId xmlns:a16="http://schemas.microsoft.com/office/drawing/2014/main" id="{59F94129-E623-E934-BFAC-BC0877E2A4CC}"/>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BFD1FA94-746C-290C-1BB5-F0F5A7A8AC5B}"/>
              </a:ext>
            </a:extLst>
          </p:cNvPr>
          <p:cNvSpPr>
            <a:spLocks noGrp="1"/>
          </p:cNvSpPr>
          <p:nvPr>
            <p:ph idx="12" sz="quarter" type="sldNum"/>
          </p:nvPr>
        </p:nvSpPr>
        <p:spPr/>
        <p:txBody>
          <a:bodyPr/>
          <a:lstStyle/>
          <a:p>
            <a:fld id="{330EA680-D336-4FF7-8B7A-9848BB0A1C32}" type="slidenum">
              <a:rPr lang="en-US" smtClean="0">
                <a:solidFill>
                  <a:srgbClr val="000000"/>
                </a:solidFill>
              </a:rPr>
              <a:t>40</a:t>
            </a:fld>
            <a:endParaRPr lang="en-US"/>
          </a:p>
        </p:txBody>
      </p:sp>
    </p:spTree>
    <p:extLst>
      <p:ext uri="{BB962C8B-B14F-4D97-AF65-F5344CB8AC3E}">
        <p14:creationId xmlns:p14="http://schemas.microsoft.com/office/powerpoint/2010/main" val="2518520175"/>
      </p:ext>
    </p:extLst>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E8A64-A3AE-106B-A834-7B031B361E78}"/>
              </a:ext>
            </a:extLst>
          </p:cNvPr>
          <p:cNvSpPr>
            <a:spLocks noGrp="1"/>
          </p:cNvSpPr>
          <p:nvPr>
            <p:ph type="title"/>
          </p:nvPr>
        </p:nvSpPr>
        <p:spPr/>
        <p:txBody>
          <a:bodyPr/>
          <a:lstStyle/>
          <a:p>
            <a:r>
              <a:rPr dirty="0" lang="en-US"/>
              <a:t>Cell Phone Example </a:t>
            </a:r>
          </a:p>
        </p:txBody>
      </p:sp>
      <p:sp>
        <p:nvSpPr>
          <p:cNvPr id="3" name="Content Placeholder 2">
            <a:extLst>
              <a:ext uri="{FF2B5EF4-FFF2-40B4-BE49-F238E27FC236}">
                <a16:creationId xmlns:a16="http://schemas.microsoft.com/office/drawing/2014/main" id="{BC590932-76EF-D78D-7EA6-61B9F8210887}"/>
              </a:ext>
            </a:extLst>
          </p:cNvPr>
          <p:cNvSpPr>
            <a:spLocks noGrp="1"/>
          </p:cNvSpPr>
          <p:nvPr>
            <p:ph idx="1"/>
          </p:nvPr>
        </p:nvSpPr>
        <p:spPr/>
        <p:txBody>
          <a:bodyPr/>
          <a:lstStyle/>
          <a:p>
            <a:pPr indent="0" marL="0">
              <a:buNone/>
            </a:pPr>
            <a:r>
              <a:rPr dirty="0" lang="en-US"/>
              <a:t>A phone company claims that roughly 55% of kids (8-12 years old) have their own phone. In a survey of 802 children in this age group, 449 were found to have their own phones. Can you conclude that the company’s claim is true at the 0.10 significance level?  </a:t>
            </a:r>
          </a:p>
        </p:txBody>
      </p:sp>
      <p:sp>
        <p:nvSpPr>
          <p:cNvPr id="4" name="Footer Placeholder 3">
            <a:extLst>
              <a:ext uri="{FF2B5EF4-FFF2-40B4-BE49-F238E27FC236}">
                <a16:creationId xmlns:a16="http://schemas.microsoft.com/office/drawing/2014/main" id="{8669C6E0-4CCF-B9DA-4E7B-86E7B8806105}"/>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378E1D7F-C3CF-A78B-6354-81E534E2DF6A}"/>
              </a:ext>
            </a:extLst>
          </p:cNvPr>
          <p:cNvSpPr>
            <a:spLocks noGrp="1"/>
          </p:cNvSpPr>
          <p:nvPr>
            <p:ph idx="12" sz="quarter" type="sldNum"/>
          </p:nvPr>
        </p:nvSpPr>
        <p:spPr/>
        <p:txBody>
          <a:bodyPr/>
          <a:lstStyle/>
          <a:p>
            <a:fld id="{330EA680-D336-4FF7-8B7A-9848BB0A1C32}" type="slidenum">
              <a:rPr lang="en-US" smtClean="0">
                <a:solidFill>
                  <a:srgbClr val="000000"/>
                </a:solidFill>
              </a:rPr>
              <a:t>41</a:t>
            </a:fld>
            <a:endParaRPr lang="en-US"/>
          </a:p>
        </p:txBody>
      </p:sp>
    </p:spTree>
    <p:extLst>
      <p:ext uri="{BB962C8B-B14F-4D97-AF65-F5344CB8AC3E}">
        <p14:creationId xmlns:p14="http://schemas.microsoft.com/office/powerpoint/2010/main" val="1878589810"/>
      </p:ext>
    </p:extLst>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59FD0AFC-EBED-EF51-B117-6B0767937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CD7E8-7B9B-C706-D089-4AF1ADF610B6}"/>
              </a:ext>
            </a:extLst>
          </p:cNvPr>
          <p:cNvSpPr>
            <a:spLocks noGrp="1"/>
          </p:cNvSpPr>
          <p:nvPr>
            <p:ph type="title"/>
          </p:nvPr>
        </p:nvSpPr>
        <p:spPr/>
        <p:txBody>
          <a:bodyPr/>
          <a:lstStyle/>
          <a:p>
            <a:r>
              <a:rPr dirty="0" lang="en-US"/>
              <a:t>Cell Phone Example Conclusion </a:t>
            </a:r>
          </a:p>
        </p:txBody>
      </p:sp>
      <p:sp>
        <p:nvSpPr>
          <p:cNvPr id="3" name="Content Placeholder 2">
            <a:extLst>
              <a:ext uri="{FF2B5EF4-FFF2-40B4-BE49-F238E27FC236}">
                <a16:creationId xmlns:a16="http://schemas.microsoft.com/office/drawing/2014/main" id="{8593EDCA-B15C-AD88-5DB0-C3FD40FFE675}"/>
              </a:ext>
            </a:extLst>
          </p:cNvPr>
          <p:cNvSpPr>
            <a:spLocks noGrp="1"/>
          </p:cNvSpPr>
          <p:nvPr>
            <p:ph idx="1"/>
          </p:nvPr>
        </p:nvSpPr>
        <p:spPr/>
        <p:txBody>
          <a:bodyPr/>
          <a:lstStyle/>
          <a:p>
            <a:pPr indent="0" marL="0">
              <a:buNone/>
            </a:pPr>
            <a:r>
              <a:rPr b="1" dirty="0" i="1" lang="en-US">
                <a:solidFill>
                  <a:srgbClr val="B10000"/>
                </a:solidFill>
              </a:rPr>
              <a:t>With such a large p-value (P=0.5750), we fail to reject the null hypothesis. There is no evidence to doubt the company's claim. In other words, there is not sufficient evidence that the population proportion of kids who have their own phone is different than 55%. </a:t>
            </a:r>
          </a:p>
        </p:txBody>
      </p:sp>
      <p:sp>
        <p:nvSpPr>
          <p:cNvPr id="4" name="Footer Placeholder 3">
            <a:extLst>
              <a:ext uri="{FF2B5EF4-FFF2-40B4-BE49-F238E27FC236}">
                <a16:creationId xmlns:a16="http://schemas.microsoft.com/office/drawing/2014/main" id="{6FDC8E6C-E8BC-6D55-9DF3-57FE3B6B5DF0}"/>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639672AE-D04E-B884-B1A5-FC7FF6B328CB}"/>
              </a:ext>
            </a:extLst>
          </p:cNvPr>
          <p:cNvSpPr>
            <a:spLocks noGrp="1"/>
          </p:cNvSpPr>
          <p:nvPr>
            <p:ph idx="12" sz="quarter" type="sldNum"/>
          </p:nvPr>
        </p:nvSpPr>
        <p:spPr/>
        <p:txBody>
          <a:bodyPr/>
          <a:lstStyle/>
          <a:p>
            <a:fld id="{330EA680-D336-4FF7-8B7A-9848BB0A1C32}" type="slidenum">
              <a:rPr lang="en-US" smtClean="0">
                <a:solidFill>
                  <a:srgbClr val="000000"/>
                </a:solidFill>
              </a:rPr>
              <a:t>42</a:t>
            </a:fld>
            <a:endParaRPr lang="en-US"/>
          </a:p>
        </p:txBody>
      </p:sp>
    </p:spTree>
    <p:extLst>
      <p:ext uri="{BB962C8B-B14F-4D97-AF65-F5344CB8AC3E}">
        <p14:creationId xmlns:p14="http://schemas.microsoft.com/office/powerpoint/2010/main" val="2837095765"/>
      </p:ext>
    </p:extLst>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6863-63F0-9DA3-5FC3-1D33A94A78E8}"/>
              </a:ext>
            </a:extLst>
          </p:cNvPr>
          <p:cNvSpPr>
            <a:spLocks noGrp="1"/>
          </p:cNvSpPr>
          <p:nvPr>
            <p:ph type="title"/>
          </p:nvPr>
        </p:nvSpPr>
        <p:spPr/>
        <p:txBody>
          <a:bodyPr/>
          <a:lstStyle/>
          <a:p>
            <a:r>
              <a:rPr dirty="0" lang="en-US"/>
              <a:t>Football Example </a:t>
            </a:r>
          </a:p>
        </p:txBody>
      </p:sp>
      <p:sp>
        <p:nvSpPr>
          <p:cNvPr id="3" name="Content Placeholder 2">
            <a:extLst>
              <a:ext uri="{FF2B5EF4-FFF2-40B4-BE49-F238E27FC236}">
                <a16:creationId xmlns:a16="http://schemas.microsoft.com/office/drawing/2014/main" id="{A7319760-AC2F-7BD9-F088-7E416C66A164}"/>
              </a:ext>
            </a:extLst>
          </p:cNvPr>
          <p:cNvSpPr>
            <a:spLocks noGrp="1"/>
          </p:cNvSpPr>
          <p:nvPr>
            <p:ph idx="1"/>
          </p:nvPr>
        </p:nvSpPr>
        <p:spPr/>
        <p:txBody>
          <a:bodyPr/>
          <a:lstStyle/>
          <a:p>
            <a:pPr indent="0" marL="0">
              <a:buNone/>
            </a:pPr>
            <a:r>
              <a:rPr dirty="0" lang="en-US"/>
              <a:t>Viktor wonders if there is a home-field advantage for high school football players in his county. The records of the past decade indicate that out of 780 matches, 445 victories were held on the home team’s field. Is this sufficient evidence to prove a home-field advantage?  </a:t>
            </a:r>
          </a:p>
        </p:txBody>
      </p:sp>
      <p:sp>
        <p:nvSpPr>
          <p:cNvPr id="4" name="Footer Placeholder 3">
            <a:extLst>
              <a:ext uri="{FF2B5EF4-FFF2-40B4-BE49-F238E27FC236}">
                <a16:creationId xmlns:a16="http://schemas.microsoft.com/office/drawing/2014/main" id="{B3FE61DD-A24F-C4AA-3383-5A982CC2028B}"/>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6EC3E718-1ADB-0880-CE3E-420AB81F367B}"/>
              </a:ext>
            </a:extLst>
          </p:cNvPr>
          <p:cNvSpPr>
            <a:spLocks noGrp="1"/>
          </p:cNvSpPr>
          <p:nvPr>
            <p:ph idx="12" sz="quarter" type="sldNum"/>
          </p:nvPr>
        </p:nvSpPr>
        <p:spPr/>
        <p:txBody>
          <a:bodyPr/>
          <a:lstStyle/>
          <a:p>
            <a:fld id="{330EA680-D336-4FF7-8B7A-9848BB0A1C32}" type="slidenum">
              <a:rPr lang="en-US" smtClean="0">
                <a:solidFill>
                  <a:srgbClr val="000000"/>
                </a:solidFill>
              </a:rPr>
              <a:t>43</a:t>
            </a:fld>
            <a:endParaRPr lang="en-US"/>
          </a:p>
        </p:txBody>
      </p:sp>
    </p:spTree>
    <p:extLst>
      <p:ext uri="{BB962C8B-B14F-4D97-AF65-F5344CB8AC3E}">
        <p14:creationId xmlns:p14="http://schemas.microsoft.com/office/powerpoint/2010/main" val="2240253944"/>
      </p:ext>
    </p:extLst>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FB0143DE-84DD-5F14-DB33-8BD22EF72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394A9-8EA3-5AE6-9069-1A5F9E8998A4}"/>
              </a:ext>
            </a:extLst>
          </p:cNvPr>
          <p:cNvSpPr>
            <a:spLocks noGrp="1"/>
          </p:cNvSpPr>
          <p:nvPr>
            <p:ph type="title"/>
          </p:nvPr>
        </p:nvSpPr>
        <p:spPr/>
        <p:txBody>
          <a:bodyPr/>
          <a:lstStyle/>
          <a:p>
            <a:r>
              <a:rPr dirty="0" lang="en-US"/>
              <a:t>Football Example Conclusion </a:t>
            </a:r>
          </a:p>
        </p:txBody>
      </p:sp>
      <p:sp>
        <p:nvSpPr>
          <p:cNvPr id="3" name="Content Placeholder 2">
            <a:extLst>
              <a:ext uri="{FF2B5EF4-FFF2-40B4-BE49-F238E27FC236}">
                <a16:creationId xmlns:a16="http://schemas.microsoft.com/office/drawing/2014/main" id="{E398BC77-A66A-69D7-C0D8-AE21C5FA60BE}"/>
              </a:ext>
            </a:extLst>
          </p:cNvPr>
          <p:cNvSpPr>
            <a:spLocks noGrp="1"/>
          </p:cNvSpPr>
          <p:nvPr>
            <p:ph idx="1"/>
          </p:nvPr>
        </p:nvSpPr>
        <p:spPr/>
        <p:txBody>
          <a:bodyPr/>
          <a:lstStyle/>
          <a:p>
            <a:pPr indent="0" marL="0">
              <a:buNone/>
            </a:pPr>
            <a:r>
              <a:rPr b="1" dirty="0" i="1" lang="en-US">
                <a:solidFill>
                  <a:srgbClr val="B10000"/>
                </a:solidFill>
              </a:rPr>
              <a:t>The small p-value (P&lt;0.0001) indicates that we should reject the null hypothesis. There is sufficient evidence that there is a home-field advantage for high school football players in this county. </a:t>
            </a:r>
          </a:p>
        </p:txBody>
      </p:sp>
      <p:sp>
        <p:nvSpPr>
          <p:cNvPr id="4" name="Footer Placeholder 3">
            <a:extLst>
              <a:ext uri="{FF2B5EF4-FFF2-40B4-BE49-F238E27FC236}">
                <a16:creationId xmlns:a16="http://schemas.microsoft.com/office/drawing/2014/main" id="{56791955-317C-5FC8-BE6B-CD94748601B0}"/>
              </a:ext>
            </a:extLst>
          </p:cNvPr>
          <p:cNvSpPr>
            <a:spLocks noGrp="1"/>
          </p:cNvSpPr>
          <p:nvPr>
            <p:ph idx="11" sz="quarter" type="ftr"/>
          </p:nvPr>
        </p:nvSpPr>
        <p:spPr/>
        <p:txBody>
          <a:bodyPr/>
          <a:lstStyle/>
          <a:p>
            <a:r>
              <a:rPr lang="en-US">
                <a:solidFill>
                  <a:srgbClr val="000000"/>
                </a:solidFill>
              </a:rPr>
              <a:t>Bowen C.</a:t>
            </a:r>
          </a:p>
        </p:txBody>
      </p:sp>
      <p:sp>
        <p:nvSpPr>
          <p:cNvPr id="5" name="Slide Number Placeholder 4">
            <a:extLst>
              <a:ext uri="{FF2B5EF4-FFF2-40B4-BE49-F238E27FC236}">
                <a16:creationId xmlns:a16="http://schemas.microsoft.com/office/drawing/2014/main" id="{4F94610D-0410-95EA-756F-1DEA792CBDA1}"/>
              </a:ext>
            </a:extLst>
          </p:cNvPr>
          <p:cNvSpPr>
            <a:spLocks noGrp="1"/>
          </p:cNvSpPr>
          <p:nvPr>
            <p:ph idx="12" sz="quarter" type="sldNum"/>
          </p:nvPr>
        </p:nvSpPr>
        <p:spPr/>
        <p:txBody>
          <a:bodyPr/>
          <a:lstStyle/>
          <a:p>
            <a:fld id="{330EA680-D336-4FF7-8B7A-9848BB0A1C32}" type="slidenum">
              <a:rPr lang="en-US" smtClean="0">
                <a:solidFill>
                  <a:srgbClr val="000000"/>
                </a:solidFill>
              </a:rPr>
              <a:t>44</a:t>
            </a:fld>
            <a:endParaRPr lang="en-US"/>
          </a:p>
        </p:txBody>
      </p:sp>
    </p:spTree>
    <p:extLst>
      <p:ext uri="{BB962C8B-B14F-4D97-AF65-F5344CB8AC3E}">
        <p14:creationId xmlns:p14="http://schemas.microsoft.com/office/powerpoint/2010/main" val="3734030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718</TotalTime>
  <Words>3366</Words>
  <Application>Microsoft Office PowerPoint</Application>
  <PresentationFormat>Widescreen</PresentationFormat>
  <Paragraphs>263</Paragraphs>
  <Slides>44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Aptos</vt:lpstr>
      <vt:lpstr>Aptos Display</vt:lpstr>
      <vt:lpstr>Arial</vt:lpstr>
      <vt:lpstr>Cambria Math</vt:lpstr>
      <vt:lpstr>office theme</vt:lpstr>
      <vt:lpstr>Hypothesis Testing  </vt:lpstr>
      <vt:lpstr>Objectives </vt:lpstr>
      <vt:lpstr>Null Hypothesis vs. Alternate Hypothesis</vt:lpstr>
      <vt:lpstr>One-tailed vs. Two-tailed Tests</vt:lpstr>
      <vt:lpstr>Stating Hypotheses Practice</vt:lpstr>
      <vt:lpstr>Stating Hypotheses Solutions</vt:lpstr>
      <vt:lpstr>Comparing a Hypothesis Test to a Criminal Trial </vt:lpstr>
      <vt:lpstr>The Decision </vt:lpstr>
      <vt:lpstr>Every hypothesis test has one of two possible conclusions: </vt:lpstr>
      <vt:lpstr>Type I and Type II Errors</vt:lpstr>
      <vt:lpstr>Probability of Error </vt:lpstr>
      <vt:lpstr>Practice: Determine if there is an error and if so, what kind. </vt:lpstr>
      <vt:lpstr>The Boy Who  Cried Wolf</vt:lpstr>
      <vt:lpstr>Steps for Any Hypothesis Test </vt:lpstr>
      <vt:lpstr>Hypothesis Testing for Means (σ known) </vt:lpstr>
      <vt:lpstr>Sociology Example </vt:lpstr>
      <vt:lpstr>Sociology Conclusion  </vt:lpstr>
      <vt:lpstr>All About Probability </vt:lpstr>
      <vt:lpstr>Example With No Context</vt:lpstr>
      <vt:lpstr>Example With No Context – Conclusion </vt:lpstr>
      <vt:lpstr>Machine Calibration Example </vt:lpstr>
      <vt:lpstr>Machine Calibration Conclusion  </vt:lpstr>
      <vt:lpstr>Special Note About Two-Tailed Tests </vt:lpstr>
      <vt:lpstr>Water Safety Example </vt:lpstr>
      <vt:lpstr>Water Safety Conclusion  </vt:lpstr>
      <vt:lpstr>Hypothesis Testing for Means (σ NOT known) </vt:lpstr>
      <vt:lpstr>Physician Salary Example </vt:lpstr>
      <vt:lpstr>Physician Salary Conclusion </vt:lpstr>
      <vt:lpstr>Hypothesis Testing via Confidence Intervals </vt:lpstr>
      <vt:lpstr>The Probability of an Error </vt:lpstr>
      <vt:lpstr>Diamonds Example via Hypothesis Test </vt:lpstr>
      <vt:lpstr>Diamonds Example via H.T. Conclusion  </vt:lpstr>
      <vt:lpstr>Diamonds Example via Confidence Interval </vt:lpstr>
      <vt:lpstr>Diamonds Example via C.I. Conclusion  </vt:lpstr>
      <vt:lpstr>TV Survey Example </vt:lpstr>
      <vt:lpstr>TV Survey Conclusion  </vt:lpstr>
      <vt:lpstr>Hypothesis Tests for Proportions - Assumptions</vt:lpstr>
      <vt:lpstr>Test Statistic for Proportions </vt:lpstr>
      <vt:lpstr>Spam Example </vt:lpstr>
      <vt:lpstr>Spam Example Conclusion  </vt:lpstr>
      <vt:lpstr>Cell Phone Example </vt:lpstr>
      <vt:lpstr>Cell Phone Example Conclusion </vt:lpstr>
      <vt:lpstr>Football Example </vt:lpstr>
      <vt:lpstr>Football Example 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2026-04-06T14:38:19Z</dcterms:created>
  <cp:lastModifiedBy>Bowen Cheek</cp:lastModifiedBy>
  <dcterms:modified xsi:type="dcterms:W3CDTF">2026-04-27T17:05:47Z</dcterms:modified>
  <cp:revision>45</cp:revision>
  <dc:title>Chapter 9 Teaching Notes</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{"dismissals":[{"targetId":{"value":254},"issueTypeIdentifier":"READING_ORDER_ISSUE"},{"targetId":{"value":270},"issueTypeIdentifier":"READING_ORDER_ISSUE"},{"targetId":{"value":323},"issueTypeIdentifier":"READING_ORDER_ISSUE"}],"remediatedIssues":[]}</vt:lpwstr>
  </property>
</Properties>
</file>