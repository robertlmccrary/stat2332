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ms-powerpoint.changesinfo+xml" PartName="/ppt/changesInfos/changesInfo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ms-powerpoint.revisioninfo+xml" PartName="/ppt/revisionInfo.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0" r:id="rId1"/>
  </p:sldMasterIdLst>
  <p:notesMasterIdLst>
    <p:notesMasterId r:id="rId39"/>
  </p:notesMasterIdLst>
  <p:sldIdLst>
    <p:sldId id="256" r:id="rId2"/>
    <p:sldId id="257" r:id="rId3"/>
    <p:sldId id="258" r:id="rId4"/>
    <p:sldId id="259" r:id="rId5"/>
    <p:sldId id="260" r:id="rId6"/>
    <p:sldId id="261" r:id="rId7"/>
    <p:sldId id="263" r:id="rId8"/>
    <p:sldId id="264" r:id="rId9"/>
    <p:sldId id="265" r:id="rId10"/>
    <p:sldId id="266" r:id="rId11"/>
    <p:sldId id="268" r:id="rId12"/>
    <p:sldId id="270" r:id="rId13"/>
    <p:sldId id="272" r:id="rId14"/>
    <p:sldId id="274" r:id="rId15"/>
    <p:sldId id="275" r:id="rId16"/>
    <p:sldId id="277" r:id="rId17"/>
    <p:sldId id="280" r:id="rId18"/>
    <p:sldId id="278" r:id="rId19"/>
    <p:sldId id="279" r:id="rId20"/>
    <p:sldId id="281" r:id="rId21"/>
    <p:sldId id="283" r:id="rId22"/>
    <p:sldId id="284" r:id="rId23"/>
    <p:sldId id="303" r:id="rId24"/>
    <p:sldId id="285" r:id="rId25"/>
    <p:sldId id="276" r:id="rId26"/>
    <p:sldId id="294" r:id="rId27"/>
    <p:sldId id="286" r:id="rId28"/>
    <p:sldId id="291" r:id="rId29"/>
    <p:sldId id="287" r:id="rId30"/>
    <p:sldId id="293" r:id="rId31"/>
    <p:sldId id="292" r:id="rId32"/>
    <p:sldId id="288" r:id="rId33"/>
    <p:sldId id="297" r:id="rId34"/>
    <p:sldId id="289" r:id="rId35"/>
    <p:sldId id="299" r:id="rId36"/>
    <p:sldId id="290" r:id="rId37"/>
    <p:sldId id="302"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88F2CA-789A-B283-07DF-B6935D50CEBE}" v="7" dt="2026-03-04T18:29:47.7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9.xml" Type="http://schemas.openxmlformats.org/officeDocument/2006/relationships/slide"/><Relationship Id="rId11" Target="slides/slide10.xml" Type="http://schemas.openxmlformats.org/officeDocument/2006/relationships/slide"/><Relationship Id="rId12" Target="slides/slide11.xml" Type="http://schemas.openxmlformats.org/officeDocument/2006/relationships/slide"/><Relationship Id="rId13" Target="slides/slide12.xml" Type="http://schemas.openxmlformats.org/officeDocument/2006/relationships/slide"/><Relationship Id="rId14" Target="slides/slide13.xml" Type="http://schemas.openxmlformats.org/officeDocument/2006/relationships/slide"/><Relationship Id="rId15" Target="slides/slide14.xml" Type="http://schemas.openxmlformats.org/officeDocument/2006/relationships/slide"/><Relationship Id="rId16" Target="slides/slide15.xml" Type="http://schemas.openxmlformats.org/officeDocument/2006/relationships/slide"/><Relationship Id="rId17" Target="slides/slide16.xml" Type="http://schemas.openxmlformats.org/officeDocument/2006/relationships/slide"/><Relationship Id="rId18" Target="slides/slide17.xml" Type="http://schemas.openxmlformats.org/officeDocument/2006/relationships/slide"/><Relationship Id="rId19" Target="slides/slide18.xml" Type="http://schemas.openxmlformats.org/officeDocument/2006/relationships/slide"/><Relationship Id="rId2" Target="slides/slide1.xml" Type="http://schemas.openxmlformats.org/officeDocument/2006/relationships/slide"/><Relationship Id="rId20" Target="slides/slide19.xml" Type="http://schemas.openxmlformats.org/officeDocument/2006/relationships/slide"/><Relationship Id="rId21" Target="slides/slide20.xml" Type="http://schemas.openxmlformats.org/officeDocument/2006/relationships/slide"/><Relationship Id="rId22" Target="slides/slide21.xml" Type="http://schemas.openxmlformats.org/officeDocument/2006/relationships/slide"/><Relationship Id="rId23" Target="slides/slide22.xml" Type="http://schemas.openxmlformats.org/officeDocument/2006/relationships/slide"/><Relationship Id="rId24" Target="slides/slide23.xml" Type="http://schemas.openxmlformats.org/officeDocument/2006/relationships/slide"/><Relationship Id="rId25" Target="slides/slide24.xml" Type="http://schemas.openxmlformats.org/officeDocument/2006/relationships/slide"/><Relationship Id="rId26" Target="slides/slide25.xml" Type="http://schemas.openxmlformats.org/officeDocument/2006/relationships/slide"/><Relationship Id="rId27" Target="slides/slide26.xml" Type="http://schemas.openxmlformats.org/officeDocument/2006/relationships/slide"/><Relationship Id="rId28" Target="slides/slide27.xml" Type="http://schemas.openxmlformats.org/officeDocument/2006/relationships/slide"/><Relationship Id="rId29" Target="slides/slide28.xml" Type="http://schemas.openxmlformats.org/officeDocument/2006/relationships/slide"/><Relationship Id="rId3" Target="slides/slide2.xml" Type="http://schemas.openxmlformats.org/officeDocument/2006/relationships/slide"/><Relationship Id="rId30" Target="slides/slide29.xml" Type="http://schemas.openxmlformats.org/officeDocument/2006/relationships/slide"/><Relationship Id="rId31" Target="slides/slide30.xml" Type="http://schemas.openxmlformats.org/officeDocument/2006/relationships/slide"/><Relationship Id="rId32" Target="slides/slide31.xml" Type="http://schemas.openxmlformats.org/officeDocument/2006/relationships/slide"/><Relationship Id="rId33" Target="slides/slide32.xml" Type="http://schemas.openxmlformats.org/officeDocument/2006/relationships/slide"/><Relationship Id="rId34" Target="slides/slide33.xml" Type="http://schemas.openxmlformats.org/officeDocument/2006/relationships/slide"/><Relationship Id="rId35" Target="slides/slide34.xml" Type="http://schemas.openxmlformats.org/officeDocument/2006/relationships/slide"/><Relationship Id="rId36" Target="slides/slide35.xml" Type="http://schemas.openxmlformats.org/officeDocument/2006/relationships/slide"/><Relationship Id="rId37" Target="slides/slide36.xml" Type="http://schemas.openxmlformats.org/officeDocument/2006/relationships/slide"/><Relationship Id="rId38" Target="slides/slide37.xml" Type="http://schemas.openxmlformats.org/officeDocument/2006/relationships/slide"/><Relationship Id="rId39" Target="notesMasters/notesMaster1.xml" Type="http://schemas.openxmlformats.org/officeDocument/2006/relationships/notesMaster"/><Relationship Id="rId4" Target="slides/slide3.xml" Type="http://schemas.openxmlformats.org/officeDocument/2006/relationships/slide"/><Relationship Id="rId40" Target="presProps.xml" Type="http://schemas.openxmlformats.org/officeDocument/2006/relationships/presProps"/><Relationship Id="rId41" Target="viewProps.xml" Type="http://schemas.openxmlformats.org/officeDocument/2006/relationships/viewProps"/><Relationship Id="rId42" Target="theme/theme1.xml" Type="http://schemas.openxmlformats.org/officeDocument/2006/relationships/theme"/><Relationship Id="rId43" Target="tableStyles.xml" Type="http://schemas.openxmlformats.org/officeDocument/2006/relationships/tableStyles"/><Relationship Id="rId44" Target="changesInfos/changesInfo1.xml" Type="http://schemas.microsoft.com/office/2016/11/relationships/changesInfo"/><Relationship Id="rId45" Target="revisionInfo.xml" Type="http://schemas.microsoft.com/office/2015/10/relationships/revisionInfo"/><Relationship Id="rId5" Target="slides/slide4.xml" Type="http://schemas.openxmlformats.org/officeDocument/2006/relationships/slide"/><Relationship Id="rId6" Target="slides/slide5.xml" Type="http://schemas.openxmlformats.org/officeDocument/2006/relationships/slide"/><Relationship Id="rId7" Target="slides/slide6.xml" Type="http://schemas.openxmlformats.org/officeDocument/2006/relationships/slide"/><Relationship Id="rId8" Target="slides/slide7.xml" Type="http://schemas.openxmlformats.org/officeDocument/2006/relationships/slide"/><Relationship Id="rId9" Target="slides/slide8.xml" Type="http://schemas.openxmlformats.org/officeDocument/2006/relationships/slide"/></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wen Cheek" userId="S::meldrid8@kennesaw.edu::8fca192e-0677-4b46-9386-7af871cc0c0f" providerId="AD" clId="Web-{E643D902-1300-F854-E882-BBE63DA12C3B}"/>
    <pc:docChg chg="modSld addMainMaster delMainMaster">
      <pc:chgData name="Bowen Cheek" userId="S::meldrid8@kennesaw.edu::8fca192e-0677-4b46-9386-7af871cc0c0f" providerId="AD" clId="Web-{E643D902-1300-F854-E882-BBE63DA12C3B}" dt="2026-02-23T17:50:01.940" v="5" actId="20577"/>
      <pc:docMkLst>
        <pc:docMk/>
      </pc:docMkLst>
      <pc:sldChg chg="addSp modSp mod setBg modClrScheme chgLayout">
        <pc:chgData name="Bowen Cheek" userId="S::meldrid8@kennesaw.edu::8fca192e-0677-4b46-9386-7af871cc0c0f" providerId="AD" clId="Web-{E643D902-1300-F854-E882-BBE63DA12C3B}" dt="2026-02-23T17:50:01.940" v="5" actId="20577"/>
        <pc:sldMkLst>
          <pc:docMk/>
          <pc:sldMk cId="109857222" sldId="256"/>
        </pc:sldMkLst>
        <pc:spChg chg="mod">
          <ac:chgData name="Bowen Cheek" userId="S::meldrid8@kennesaw.edu::8fca192e-0677-4b46-9386-7af871cc0c0f" providerId="AD" clId="Web-{E643D902-1300-F854-E882-BBE63DA12C3B}" dt="2026-02-23T17:49:57.315" v="4" actId="20577"/>
          <ac:spMkLst>
            <pc:docMk/>
            <pc:sldMk cId="109857222" sldId="256"/>
            <ac:spMk id="2" creationId="{00000000-0000-0000-0000-000000000000}"/>
          </ac:spMkLst>
        </pc:spChg>
        <pc:spChg chg="mod">
          <ac:chgData name="Bowen Cheek" userId="S::meldrid8@kennesaw.edu::8fca192e-0677-4b46-9386-7af871cc0c0f" providerId="AD" clId="Web-{E643D902-1300-F854-E882-BBE63DA12C3B}" dt="2026-02-23T17:50:01.940" v="5" actId="20577"/>
          <ac:spMkLst>
            <pc:docMk/>
            <pc:sldMk cId="109857222" sldId="256"/>
            <ac:spMk id="3" creationId="{00000000-0000-0000-0000-000000000000}"/>
          </ac:spMkLst>
        </pc:spChg>
        <pc:spChg chg="add">
          <ac:chgData name="Bowen Cheek" userId="S::meldrid8@kennesaw.edu::8fca192e-0677-4b46-9386-7af871cc0c0f" providerId="AD" clId="Web-{E643D902-1300-F854-E882-BBE63DA12C3B}" dt="2026-02-23T17:49:44.315" v="0"/>
          <ac:spMkLst>
            <pc:docMk/>
            <pc:sldMk cId="109857222" sldId="256"/>
            <ac:spMk id="9" creationId="{A5D0B0D3-D735-4619-AA45-B57B791E1744}"/>
          </ac:spMkLst>
        </pc:spChg>
        <pc:spChg chg="add">
          <ac:chgData name="Bowen Cheek" userId="S::meldrid8@kennesaw.edu::8fca192e-0677-4b46-9386-7af871cc0c0f" providerId="AD" clId="Web-{E643D902-1300-F854-E882-BBE63DA12C3B}" dt="2026-02-23T17:49:44.315" v="0"/>
          <ac:spMkLst>
            <pc:docMk/>
            <pc:sldMk cId="109857222" sldId="256"/>
            <ac:spMk id="11" creationId="{752C2BA4-3BBE-4D22-A0D9-8D2A7B8F1C71}"/>
          </ac:spMkLst>
        </pc:spChg>
        <pc:spChg chg="add">
          <ac:chgData name="Bowen Cheek" userId="S::meldrid8@kennesaw.edu::8fca192e-0677-4b46-9386-7af871cc0c0f" providerId="AD" clId="Web-{E643D902-1300-F854-E882-BBE63DA12C3B}" dt="2026-02-23T17:49:44.315" v="0"/>
          <ac:spMkLst>
            <pc:docMk/>
            <pc:sldMk cId="109857222" sldId="256"/>
            <ac:spMk id="13" creationId="{82AA7049-B18D-49D6-AD7D-DBB9E19FBB78}"/>
          </ac:spMkLst>
        </pc:spChg>
        <pc:grpChg chg="add">
          <ac:chgData name="Bowen Cheek" userId="S::meldrid8@kennesaw.edu::8fca192e-0677-4b46-9386-7af871cc0c0f" providerId="AD" clId="Web-{E643D902-1300-F854-E882-BBE63DA12C3B}" dt="2026-02-23T17:49:44.315" v="0"/>
          <ac:grpSpMkLst>
            <pc:docMk/>
            <pc:sldMk cId="109857222" sldId="256"/>
            <ac:grpSpMk id="15" creationId="{3850DB66-16D1-4953-A6E3-FCA3DC5F276F}"/>
          </ac:grpSpMkLst>
        </pc:grpChg>
        <pc:grpChg chg="add">
          <ac:chgData name="Bowen Cheek" userId="S::meldrid8@kennesaw.edu::8fca192e-0677-4b46-9386-7af871cc0c0f" providerId="AD" clId="Web-{E643D902-1300-F854-E882-BBE63DA12C3B}" dt="2026-02-23T17:49:44.315" v="0"/>
          <ac:grpSpMkLst>
            <pc:docMk/>
            <pc:sldMk cId="109857222" sldId="256"/>
            <ac:grpSpMk id="22" creationId="{06B4C967-D337-479B-87CA-7587B7FCFF5E}"/>
          </ac:grpSpMkLst>
        </pc:grpChg>
        <pc:picChg chg="add">
          <ac:chgData name="Bowen Cheek" userId="S::meldrid8@kennesaw.edu::8fca192e-0677-4b46-9386-7af871cc0c0f" providerId="AD" clId="Web-{E643D902-1300-F854-E882-BBE63DA12C3B}" dt="2026-02-23T17:49:44.315" v="0"/>
          <ac:picMkLst>
            <pc:docMk/>
            <pc:sldMk cId="109857222" sldId="256"/>
            <ac:picMk id="4" creationId="{494056D4-E448-B4C2-1075-9481207F953D}"/>
          </ac:picMkLst>
        </pc:picChg>
      </pc:sldChg>
      <pc:sldMasterChg chg="add addSldLayout">
        <pc:chgData name="Bowen Cheek" userId="S::meldrid8@kennesaw.edu::8fca192e-0677-4b46-9386-7af871cc0c0f" providerId="AD" clId="Web-{E643D902-1300-F854-E882-BBE63DA12C3B}" dt="2026-02-23T17:49:44.315" v="0"/>
        <pc:sldMasterMkLst>
          <pc:docMk/>
          <pc:sldMasterMk cId="3523972615" sldId="2147483760"/>
        </pc:sldMasterMkLst>
        <pc:sldLayoutChg chg="add">
          <pc:chgData name="Bowen Cheek" userId="S::meldrid8@kennesaw.edu::8fca192e-0677-4b46-9386-7af871cc0c0f" providerId="AD" clId="Web-{E643D902-1300-F854-E882-BBE63DA12C3B}" dt="2026-02-23T17:49:44.315" v="0"/>
          <pc:sldLayoutMkLst>
            <pc:docMk/>
            <pc:sldMasterMk cId="3523972615" sldId="2147483760"/>
            <pc:sldLayoutMk cId="2963181659" sldId="2147483749"/>
          </pc:sldLayoutMkLst>
        </pc:sldLayoutChg>
        <pc:sldLayoutChg chg="add">
          <pc:chgData name="Bowen Cheek" userId="S::meldrid8@kennesaw.edu::8fca192e-0677-4b46-9386-7af871cc0c0f" providerId="AD" clId="Web-{E643D902-1300-F854-E882-BBE63DA12C3B}" dt="2026-02-23T17:49:44.315" v="0"/>
          <pc:sldLayoutMkLst>
            <pc:docMk/>
            <pc:sldMasterMk cId="3523972615" sldId="2147483760"/>
            <pc:sldLayoutMk cId="95063716" sldId="2147483750"/>
          </pc:sldLayoutMkLst>
        </pc:sldLayoutChg>
        <pc:sldLayoutChg chg="add">
          <pc:chgData name="Bowen Cheek" userId="S::meldrid8@kennesaw.edu::8fca192e-0677-4b46-9386-7af871cc0c0f" providerId="AD" clId="Web-{E643D902-1300-F854-E882-BBE63DA12C3B}" dt="2026-02-23T17:49:44.315" v="0"/>
          <pc:sldLayoutMkLst>
            <pc:docMk/>
            <pc:sldMasterMk cId="3523972615" sldId="2147483760"/>
            <pc:sldLayoutMk cId="2185446152" sldId="2147483751"/>
          </pc:sldLayoutMkLst>
        </pc:sldLayoutChg>
        <pc:sldLayoutChg chg="add">
          <pc:chgData name="Bowen Cheek" userId="S::meldrid8@kennesaw.edu::8fca192e-0677-4b46-9386-7af871cc0c0f" providerId="AD" clId="Web-{E643D902-1300-F854-E882-BBE63DA12C3B}" dt="2026-02-23T17:49:44.315" v="0"/>
          <pc:sldLayoutMkLst>
            <pc:docMk/>
            <pc:sldMasterMk cId="3523972615" sldId="2147483760"/>
            <pc:sldLayoutMk cId="754301699" sldId="2147483752"/>
          </pc:sldLayoutMkLst>
        </pc:sldLayoutChg>
        <pc:sldLayoutChg chg="add">
          <pc:chgData name="Bowen Cheek" userId="S::meldrid8@kennesaw.edu::8fca192e-0677-4b46-9386-7af871cc0c0f" providerId="AD" clId="Web-{E643D902-1300-F854-E882-BBE63DA12C3B}" dt="2026-02-23T17:49:44.315" v="0"/>
          <pc:sldLayoutMkLst>
            <pc:docMk/>
            <pc:sldMasterMk cId="3523972615" sldId="2147483760"/>
            <pc:sldLayoutMk cId="2098079198" sldId="2147483753"/>
          </pc:sldLayoutMkLst>
        </pc:sldLayoutChg>
        <pc:sldLayoutChg chg="add">
          <pc:chgData name="Bowen Cheek" userId="S::meldrid8@kennesaw.edu::8fca192e-0677-4b46-9386-7af871cc0c0f" providerId="AD" clId="Web-{E643D902-1300-F854-E882-BBE63DA12C3B}" dt="2026-02-23T17:49:44.315" v="0"/>
          <pc:sldLayoutMkLst>
            <pc:docMk/>
            <pc:sldMasterMk cId="3523972615" sldId="2147483760"/>
            <pc:sldLayoutMk cId="50011224" sldId="2147483754"/>
          </pc:sldLayoutMkLst>
        </pc:sldLayoutChg>
        <pc:sldLayoutChg chg="add">
          <pc:chgData name="Bowen Cheek" userId="S::meldrid8@kennesaw.edu::8fca192e-0677-4b46-9386-7af871cc0c0f" providerId="AD" clId="Web-{E643D902-1300-F854-E882-BBE63DA12C3B}" dt="2026-02-23T17:49:44.315" v="0"/>
          <pc:sldLayoutMkLst>
            <pc:docMk/>
            <pc:sldMasterMk cId="3523972615" sldId="2147483760"/>
            <pc:sldLayoutMk cId="1502009728" sldId="2147483755"/>
          </pc:sldLayoutMkLst>
        </pc:sldLayoutChg>
        <pc:sldLayoutChg chg="add">
          <pc:chgData name="Bowen Cheek" userId="S::meldrid8@kennesaw.edu::8fca192e-0677-4b46-9386-7af871cc0c0f" providerId="AD" clId="Web-{E643D902-1300-F854-E882-BBE63DA12C3B}" dt="2026-02-23T17:49:44.315" v="0"/>
          <pc:sldLayoutMkLst>
            <pc:docMk/>
            <pc:sldMasterMk cId="3523972615" sldId="2147483760"/>
            <pc:sldLayoutMk cId="2896210357" sldId="2147483756"/>
          </pc:sldLayoutMkLst>
        </pc:sldLayoutChg>
        <pc:sldLayoutChg chg="add">
          <pc:chgData name="Bowen Cheek" userId="S::meldrid8@kennesaw.edu::8fca192e-0677-4b46-9386-7af871cc0c0f" providerId="AD" clId="Web-{E643D902-1300-F854-E882-BBE63DA12C3B}" dt="2026-02-23T17:49:44.315" v="0"/>
          <pc:sldLayoutMkLst>
            <pc:docMk/>
            <pc:sldMasterMk cId="3523972615" sldId="2147483760"/>
            <pc:sldLayoutMk cId="438946558" sldId="2147483757"/>
          </pc:sldLayoutMkLst>
        </pc:sldLayoutChg>
        <pc:sldLayoutChg chg="add">
          <pc:chgData name="Bowen Cheek" userId="S::meldrid8@kennesaw.edu::8fca192e-0677-4b46-9386-7af871cc0c0f" providerId="AD" clId="Web-{E643D902-1300-F854-E882-BBE63DA12C3B}" dt="2026-02-23T17:49:44.315" v="0"/>
          <pc:sldLayoutMkLst>
            <pc:docMk/>
            <pc:sldMasterMk cId="3523972615" sldId="2147483760"/>
            <pc:sldLayoutMk cId="1181961864" sldId="2147483758"/>
          </pc:sldLayoutMkLst>
        </pc:sldLayoutChg>
        <pc:sldLayoutChg chg="add">
          <pc:chgData name="Bowen Cheek" userId="S::meldrid8@kennesaw.edu::8fca192e-0677-4b46-9386-7af871cc0c0f" providerId="AD" clId="Web-{E643D902-1300-F854-E882-BBE63DA12C3B}" dt="2026-02-23T17:49:44.315" v="0"/>
          <pc:sldLayoutMkLst>
            <pc:docMk/>
            <pc:sldMasterMk cId="3523972615" sldId="2147483760"/>
            <pc:sldLayoutMk cId="760388340" sldId="2147483759"/>
          </pc:sldLayoutMkLst>
        </pc:sldLayoutChg>
      </pc:sldMasterChg>
    </pc:docChg>
  </pc:docChgLst>
  <pc:docChgLst>
    <pc:chgData name="Bowen Cheek" userId="S::meldrid8@kennesaw.edu::8fca192e-0677-4b46-9386-7af871cc0c0f" providerId="AD" clId="Web-{CCFEDE62-C7DE-5690-0B68-F02707C097D4}"/>
    <pc:docChg chg="delSld">
      <pc:chgData name="Bowen Cheek" userId="S::meldrid8@kennesaw.edu::8fca192e-0677-4b46-9386-7af871cc0c0f" providerId="AD" clId="Web-{CCFEDE62-C7DE-5690-0B68-F02707C097D4}" dt="2026-02-24T22:17:44.734" v="10"/>
      <pc:docMkLst>
        <pc:docMk/>
      </pc:docMkLst>
    </pc:docChg>
  </pc:docChgLst>
  <pc:docChgLst>
    <pc:chgData name="Bowen Cheek" userId="S::meldrid8@kennesaw.edu::8fca192e-0677-4b46-9386-7af871cc0c0f" providerId="AD" clId="Web-{7B0C0C64-29AA-43EF-02AD-4976F5D1D1D9}"/>
    <pc:docChg chg="modSld">
      <pc:chgData name="Bowen Cheek" userId="S::meldrid8@kennesaw.edu::8fca192e-0677-4b46-9386-7af871cc0c0f" providerId="AD" clId="Web-{7B0C0C64-29AA-43EF-02AD-4976F5D1D1D9}" dt="2026-02-24T21:59:25.684" v="4" actId="1076"/>
      <pc:docMkLst>
        <pc:docMk/>
      </pc:docMkLst>
      <pc:sldChg chg="modSp">
        <pc:chgData name="Bowen Cheek" userId="S::meldrid8@kennesaw.edu::8fca192e-0677-4b46-9386-7af871cc0c0f" providerId="AD" clId="Web-{7B0C0C64-29AA-43EF-02AD-4976F5D1D1D9}" dt="2026-02-24T21:58:44.435" v="0" actId="1076"/>
        <pc:sldMkLst>
          <pc:docMk/>
          <pc:sldMk cId="3601631730" sldId="259"/>
        </pc:sldMkLst>
        <pc:spChg chg="mod">
          <ac:chgData name="Bowen Cheek" userId="S::meldrid8@kennesaw.edu::8fca192e-0677-4b46-9386-7af871cc0c0f" providerId="AD" clId="Web-{7B0C0C64-29AA-43EF-02AD-4976F5D1D1D9}" dt="2026-02-24T21:58:44.435" v="0" actId="1076"/>
          <ac:spMkLst>
            <pc:docMk/>
            <pc:sldMk cId="3601631730" sldId="259"/>
            <ac:spMk id="2" creationId="{64E91ADC-BBF4-87E1-9F28-E5D6DB6A4C51}"/>
          </ac:spMkLst>
        </pc:spChg>
      </pc:sldChg>
      <pc:sldChg chg="modSp">
        <pc:chgData name="Bowen Cheek" userId="S::meldrid8@kennesaw.edu::8fca192e-0677-4b46-9386-7af871cc0c0f" providerId="AD" clId="Web-{7B0C0C64-29AA-43EF-02AD-4976F5D1D1D9}" dt="2026-02-24T21:59:15.372" v="2" actId="1076"/>
        <pc:sldMkLst>
          <pc:docMk/>
          <pc:sldMk cId="27770875" sldId="270"/>
        </pc:sldMkLst>
        <pc:spChg chg="mod">
          <ac:chgData name="Bowen Cheek" userId="S::meldrid8@kennesaw.edu::8fca192e-0677-4b46-9386-7af871cc0c0f" providerId="AD" clId="Web-{7B0C0C64-29AA-43EF-02AD-4976F5D1D1D9}" dt="2026-02-24T21:59:15.372" v="2" actId="1076"/>
          <ac:spMkLst>
            <pc:docMk/>
            <pc:sldMk cId="27770875" sldId="270"/>
            <ac:spMk id="2" creationId="{4052C80A-67C4-7C72-5FC6-B8FEE9F61A48}"/>
          </ac:spMkLst>
        </pc:spChg>
        <pc:spChg chg="mod">
          <ac:chgData name="Bowen Cheek" userId="S::meldrid8@kennesaw.edu::8fca192e-0677-4b46-9386-7af871cc0c0f" providerId="AD" clId="Web-{7B0C0C64-29AA-43EF-02AD-4976F5D1D1D9}" dt="2026-02-24T21:59:13.184" v="1" actId="1076"/>
          <ac:spMkLst>
            <pc:docMk/>
            <pc:sldMk cId="27770875" sldId="270"/>
            <ac:spMk id="3" creationId="{87D91926-AD54-F9EF-27CD-A35E77594FCD}"/>
          </ac:spMkLst>
        </pc:spChg>
      </pc:sldChg>
    </pc:docChg>
  </pc:docChgLst>
  <pc:docChgLst>
    <pc:chgData name="Bowen Cheek" userId="8fca192e-0677-4b46-9386-7af871cc0c0f" providerId="ADAL" clId="{539CF98A-204F-498C-B6D5-5A6451AD35FD}"/>
    <pc:docChg chg="undo custSel addSld delSld modSld sldOrd">
      <pc:chgData name="Bowen Cheek" userId="8fca192e-0677-4b46-9386-7af871cc0c0f" providerId="ADAL" clId="{539CF98A-204F-498C-B6D5-5A6451AD35FD}" dt="2026-02-24T21:54:39.799" v="7194"/>
      <pc:docMkLst>
        <pc:docMk/>
      </pc:docMkLst>
      <pc:sldChg chg="modSp mod">
        <pc:chgData name="Bowen Cheek" userId="8fca192e-0677-4b46-9386-7af871cc0c0f" providerId="ADAL" clId="{539CF98A-204F-498C-B6D5-5A6451AD35FD}" dt="2026-02-24T21:47:49.887" v="7123" actId="962"/>
        <pc:sldMkLst>
          <pc:docMk/>
          <pc:sldMk cId="109857222" sldId="256"/>
        </pc:sldMkLst>
        <pc:spChg chg="mod">
          <ac:chgData name="Bowen Cheek" userId="8fca192e-0677-4b46-9386-7af871cc0c0f" providerId="ADAL" clId="{539CF98A-204F-498C-B6D5-5A6451AD35FD}" dt="2026-02-23T18:51:09.777" v="1621" actId="14100"/>
          <ac:spMkLst>
            <pc:docMk/>
            <pc:sldMk cId="109857222" sldId="256"/>
            <ac:spMk id="2" creationId="{00000000-0000-0000-0000-000000000000}"/>
          </ac:spMkLst>
        </pc:spChg>
        <pc:spChg chg="mod">
          <ac:chgData name="Bowen Cheek" userId="8fca192e-0677-4b46-9386-7af871cc0c0f" providerId="ADAL" clId="{539CF98A-204F-498C-B6D5-5A6451AD35FD}" dt="2026-02-24T21:47:49.887" v="7123" actId="962"/>
          <ac:spMkLst>
            <pc:docMk/>
            <pc:sldMk cId="109857222" sldId="256"/>
            <ac:spMk id="5" creationId="{30FE531B-1767-F14E-1283-758169E8BC39}"/>
          </ac:spMkLst>
        </pc:spChg>
        <pc:spChg chg="mod ord">
          <ac:chgData name="Bowen Cheek" userId="8fca192e-0677-4b46-9386-7af871cc0c0f" providerId="ADAL" clId="{539CF98A-204F-498C-B6D5-5A6451AD35FD}" dt="2026-02-24T21:47:48.904" v="7122" actId="962"/>
          <ac:spMkLst>
            <pc:docMk/>
            <pc:sldMk cId="109857222" sldId="256"/>
            <ac:spMk id="6" creationId="{91149602-C4AC-42A8-2D30-9CB2A9ED2EAD}"/>
          </ac:spMkLst>
        </pc:spChg>
        <pc:picChg chg="mod">
          <ac:chgData name="Bowen Cheek" userId="8fca192e-0677-4b46-9386-7af871cc0c0f" providerId="ADAL" clId="{539CF98A-204F-498C-B6D5-5A6451AD35FD}" dt="2026-02-24T16:42:02.783" v="2371" actId="962"/>
          <ac:picMkLst>
            <pc:docMk/>
            <pc:sldMk cId="109857222" sldId="256"/>
            <ac:picMk id="4" creationId="{494056D4-E448-B4C2-1075-9481207F953D}"/>
          </ac:picMkLst>
        </pc:picChg>
      </pc:sldChg>
      <pc:sldChg chg="addSp delSp modSp new mod">
        <pc:chgData name="Bowen Cheek" userId="8fca192e-0677-4b46-9386-7af871cc0c0f" providerId="ADAL" clId="{539CF98A-204F-498C-B6D5-5A6451AD35FD}" dt="2026-02-24T21:47:54.732" v="7124" actId="962"/>
        <pc:sldMkLst>
          <pc:docMk/>
          <pc:sldMk cId="2117228401" sldId="257"/>
        </pc:sldMkLst>
        <pc:spChg chg="mod">
          <ac:chgData name="Bowen Cheek" userId="8fca192e-0677-4b46-9386-7af871cc0c0f" providerId="ADAL" clId="{539CF98A-204F-498C-B6D5-5A6451AD35FD}" dt="2026-02-24T16:50:57.365" v="2404" actId="1076"/>
          <ac:spMkLst>
            <pc:docMk/>
            <pc:sldMk cId="2117228401" sldId="257"/>
            <ac:spMk id="2" creationId="{C6445180-CA00-E383-640F-9C445ADC9E96}"/>
          </ac:spMkLst>
        </pc:spChg>
        <pc:spChg chg="mod">
          <ac:chgData name="Bowen Cheek" userId="8fca192e-0677-4b46-9386-7af871cc0c0f" providerId="ADAL" clId="{539CF98A-204F-498C-B6D5-5A6451AD35FD}" dt="2026-02-24T16:51:15" v="2406" actId="1076"/>
          <ac:spMkLst>
            <pc:docMk/>
            <pc:sldMk cId="2117228401" sldId="257"/>
            <ac:spMk id="3" creationId="{5BA7444D-14BF-D616-3F6D-A002A5F86EA8}"/>
          </ac:spMkLst>
        </pc:spChg>
        <pc:spChg chg="mod">
          <ac:chgData name="Bowen Cheek" userId="8fca192e-0677-4b46-9386-7af871cc0c0f" providerId="ADAL" clId="{539CF98A-204F-498C-B6D5-5A6451AD35FD}" dt="2026-02-24T17:27:39.138" v="2895" actId="962"/>
          <ac:spMkLst>
            <pc:docMk/>
            <pc:sldMk cId="2117228401" sldId="257"/>
            <ac:spMk id="4" creationId="{3E96DACB-5288-96CC-B11E-E7118AE9CD23}"/>
          </ac:spMkLst>
        </pc:spChg>
        <pc:spChg chg="mod">
          <ac:chgData name="Bowen Cheek" userId="8fca192e-0677-4b46-9386-7af871cc0c0f" providerId="ADAL" clId="{539CF98A-204F-498C-B6D5-5A6451AD35FD}" dt="2026-02-24T21:47:54.732" v="7124" actId="962"/>
          <ac:spMkLst>
            <pc:docMk/>
            <pc:sldMk cId="2117228401" sldId="257"/>
            <ac:spMk id="5" creationId="{303C3D59-3D64-40A9-C0BC-7740DE825461}"/>
          </ac:spMkLst>
        </pc:spChg>
      </pc:sldChg>
      <pc:sldChg chg="modSp new mod">
        <pc:chgData name="Bowen Cheek" userId="8fca192e-0677-4b46-9386-7af871cc0c0f" providerId="ADAL" clId="{539CF98A-204F-498C-B6D5-5A6451AD35FD}" dt="2026-02-24T21:47:58.106" v="7125" actId="962"/>
        <pc:sldMkLst>
          <pc:docMk/>
          <pc:sldMk cId="1334466206" sldId="258"/>
        </pc:sldMkLst>
        <pc:spChg chg="mod">
          <ac:chgData name="Bowen Cheek" userId="8fca192e-0677-4b46-9386-7af871cc0c0f" providerId="ADAL" clId="{539CF98A-204F-498C-B6D5-5A6451AD35FD}" dt="2026-02-23T17:55:13.959" v="79" actId="20577"/>
          <ac:spMkLst>
            <pc:docMk/>
            <pc:sldMk cId="1334466206" sldId="258"/>
            <ac:spMk id="2" creationId="{C573CD36-37F7-8B11-C04C-3F33D21CBEA2}"/>
          </ac:spMkLst>
        </pc:spChg>
        <pc:spChg chg="mod">
          <ac:chgData name="Bowen Cheek" userId="8fca192e-0677-4b46-9386-7af871cc0c0f" providerId="ADAL" clId="{539CF98A-204F-498C-B6D5-5A6451AD35FD}" dt="2026-02-24T16:54:30.527" v="2421" actId="27636"/>
          <ac:spMkLst>
            <pc:docMk/>
            <pc:sldMk cId="1334466206" sldId="258"/>
            <ac:spMk id="3" creationId="{F3A680FE-45C0-3F19-C1BC-BFBC3BCD11A9}"/>
          </ac:spMkLst>
        </pc:spChg>
        <pc:spChg chg="mod">
          <ac:chgData name="Bowen Cheek" userId="8fca192e-0677-4b46-9386-7af871cc0c0f" providerId="ADAL" clId="{539CF98A-204F-498C-B6D5-5A6451AD35FD}" dt="2026-02-24T17:27:51.429" v="2896" actId="962"/>
          <ac:spMkLst>
            <pc:docMk/>
            <pc:sldMk cId="1334466206" sldId="258"/>
            <ac:spMk id="4" creationId="{F3674C24-3EE6-D2C5-3430-8B08011FCD3D}"/>
          </ac:spMkLst>
        </pc:spChg>
        <pc:spChg chg="mod">
          <ac:chgData name="Bowen Cheek" userId="8fca192e-0677-4b46-9386-7af871cc0c0f" providerId="ADAL" clId="{539CF98A-204F-498C-B6D5-5A6451AD35FD}" dt="2026-02-24T21:47:58.106" v="7125" actId="962"/>
          <ac:spMkLst>
            <pc:docMk/>
            <pc:sldMk cId="1334466206" sldId="258"/>
            <ac:spMk id="5" creationId="{CFD67572-A531-135F-37AF-5DBD76C673C8}"/>
          </ac:spMkLst>
        </pc:spChg>
      </pc:sldChg>
      <pc:sldChg chg="addSp modSp new mod">
        <pc:chgData name="Bowen Cheek" userId="8fca192e-0677-4b46-9386-7af871cc0c0f" providerId="ADAL" clId="{539CF98A-204F-498C-B6D5-5A6451AD35FD}" dt="2026-02-24T21:48:02.023" v="7126" actId="962"/>
        <pc:sldMkLst>
          <pc:docMk/>
          <pc:sldMk cId="3601631730" sldId="259"/>
        </pc:sldMkLst>
        <pc:spChg chg="mod">
          <ac:chgData name="Bowen Cheek" userId="8fca192e-0677-4b46-9386-7af871cc0c0f" providerId="ADAL" clId="{539CF98A-204F-498C-B6D5-5A6451AD35FD}" dt="2026-02-24T16:55:19.347" v="2423" actId="1076"/>
          <ac:spMkLst>
            <pc:docMk/>
            <pc:sldMk cId="3601631730" sldId="259"/>
            <ac:spMk id="2" creationId="{64E91ADC-BBF4-87E1-9F28-E5D6DB6A4C51}"/>
          </ac:spMkLst>
        </pc:spChg>
        <pc:spChg chg="mod">
          <ac:chgData name="Bowen Cheek" userId="8fca192e-0677-4b46-9386-7af871cc0c0f" providerId="ADAL" clId="{539CF98A-204F-498C-B6D5-5A6451AD35FD}" dt="2026-02-24T16:55:30.714" v="2424" actId="1076"/>
          <ac:spMkLst>
            <pc:docMk/>
            <pc:sldMk cId="3601631730" sldId="259"/>
            <ac:spMk id="3" creationId="{DFE631AF-214F-53A6-065D-9F701F5B47D0}"/>
          </ac:spMkLst>
        </pc:spChg>
        <pc:spChg chg="mod">
          <ac:chgData name="Bowen Cheek" userId="8fca192e-0677-4b46-9386-7af871cc0c0f" providerId="ADAL" clId="{539CF98A-204F-498C-B6D5-5A6451AD35FD}" dt="2026-02-24T17:28:10.389" v="2897" actId="962"/>
          <ac:spMkLst>
            <pc:docMk/>
            <pc:sldMk cId="3601631730" sldId="259"/>
            <ac:spMk id="4" creationId="{A8E8B8AF-9926-17BC-ED31-4A46EACD0176}"/>
          </ac:spMkLst>
        </pc:spChg>
        <pc:spChg chg="mod">
          <ac:chgData name="Bowen Cheek" userId="8fca192e-0677-4b46-9386-7af871cc0c0f" providerId="ADAL" clId="{539CF98A-204F-498C-B6D5-5A6451AD35FD}" dt="2026-02-24T21:48:02.023" v="7126" actId="962"/>
          <ac:spMkLst>
            <pc:docMk/>
            <pc:sldMk cId="3601631730" sldId="259"/>
            <ac:spMk id="5" creationId="{4A930CDD-A4AA-D3E6-7729-CB9D92D6EF1F}"/>
          </ac:spMkLst>
        </pc:spChg>
        <pc:spChg chg="add mod ord">
          <ac:chgData name="Bowen Cheek" userId="8fca192e-0677-4b46-9386-7af871cc0c0f" providerId="ADAL" clId="{539CF98A-204F-498C-B6D5-5A6451AD35FD}" dt="2026-02-23T18:00:22.941" v="136" actId="167"/>
          <ac:spMkLst>
            <pc:docMk/>
            <pc:sldMk cId="3601631730" sldId="259"/>
            <ac:spMk id="6" creationId="{FDC4B375-8ECE-2119-9FDF-5D776993D7DF}"/>
          </ac:spMkLst>
        </pc:spChg>
        <pc:spChg chg="add mod ord">
          <ac:chgData name="Bowen Cheek" userId="8fca192e-0677-4b46-9386-7af871cc0c0f" providerId="ADAL" clId="{539CF98A-204F-498C-B6D5-5A6451AD35FD}" dt="2026-02-24T17:26:59.895" v="2891"/>
          <ac:spMkLst>
            <pc:docMk/>
            <pc:sldMk cId="3601631730" sldId="259"/>
            <ac:spMk id="8" creationId="{6F7AA69E-F4CA-3207-6231-99CC4F92A909}"/>
          </ac:spMkLst>
        </pc:spChg>
        <pc:picChg chg="add mod">
          <ac:chgData name="Bowen Cheek" userId="8fca192e-0677-4b46-9386-7af871cc0c0f" providerId="ADAL" clId="{539CF98A-204F-498C-B6D5-5A6451AD35FD}" dt="2026-02-24T17:26:55.060" v="2888"/>
          <ac:picMkLst>
            <pc:docMk/>
            <pc:sldMk cId="3601631730" sldId="259"/>
            <ac:picMk id="1026" creationId="{14D16EC8-B2D1-0538-12F2-61D701E23B3B}"/>
          </ac:picMkLst>
        </pc:picChg>
      </pc:sldChg>
      <pc:sldChg chg="addSp delSp modSp new mod">
        <pc:chgData name="Bowen Cheek" userId="8fca192e-0677-4b46-9386-7af871cc0c0f" providerId="ADAL" clId="{539CF98A-204F-498C-B6D5-5A6451AD35FD}" dt="2026-02-24T21:01:24.866" v="6362" actId="478"/>
        <pc:sldMkLst>
          <pc:docMk/>
          <pc:sldMk cId="4148589169" sldId="260"/>
        </pc:sldMkLst>
        <pc:spChg chg="mod">
          <ac:chgData name="Bowen Cheek" userId="8fca192e-0677-4b46-9386-7af871cc0c0f" providerId="ADAL" clId="{539CF98A-204F-498C-B6D5-5A6451AD35FD}" dt="2026-02-24T16:56:01.850" v="2426" actId="1076"/>
          <ac:spMkLst>
            <pc:docMk/>
            <pc:sldMk cId="4148589169" sldId="260"/>
            <ac:spMk id="2" creationId="{7A019F5B-B634-992B-6A3A-A78CA0145D33}"/>
          </ac:spMkLst>
        </pc:spChg>
        <pc:spChg chg="mod">
          <ac:chgData name="Bowen Cheek" userId="8fca192e-0677-4b46-9386-7af871cc0c0f" providerId="ADAL" clId="{539CF98A-204F-498C-B6D5-5A6451AD35FD}" dt="2026-02-24T17:28:21.065" v="2898" actId="962"/>
          <ac:spMkLst>
            <pc:docMk/>
            <pc:sldMk cId="4148589169" sldId="260"/>
            <ac:spMk id="4" creationId="{43003BA8-CE21-5CEB-A6B7-0492BD997232}"/>
          </ac:spMkLst>
        </pc:spChg>
        <pc:spChg chg="ord">
          <ac:chgData name="Bowen Cheek" userId="8fca192e-0677-4b46-9386-7af871cc0c0f" providerId="ADAL" clId="{539CF98A-204F-498C-B6D5-5A6451AD35FD}" dt="2026-02-24T17:28:27.931" v="2901"/>
          <ac:spMkLst>
            <pc:docMk/>
            <pc:sldMk cId="4148589169" sldId="260"/>
            <ac:spMk id="5" creationId="{2CBC735C-C738-742E-E405-967E1C4B32D4}"/>
          </ac:spMkLst>
        </pc:spChg>
        <pc:spChg chg="add mod ord">
          <ac:chgData name="Bowen Cheek" userId="8fca192e-0677-4b46-9386-7af871cc0c0f" providerId="ADAL" clId="{539CF98A-204F-498C-B6D5-5A6451AD35FD}" dt="2026-02-23T18:07:07.047" v="396" actId="167"/>
          <ac:spMkLst>
            <pc:docMk/>
            <pc:sldMk cId="4148589169" sldId="260"/>
            <ac:spMk id="9" creationId="{708660B7-B4EB-4E5D-32AE-2D2CB37B1B16}"/>
          </ac:spMkLst>
        </pc:spChg>
        <pc:spChg chg="add mod">
          <ac:chgData name="Bowen Cheek" userId="8fca192e-0677-4b46-9386-7af871cc0c0f" providerId="ADAL" clId="{539CF98A-204F-498C-B6D5-5A6451AD35FD}" dt="2026-02-23T18:18:31.411" v="497" actId="14100"/>
          <ac:spMkLst>
            <pc:docMk/>
            <pc:sldMk cId="4148589169" sldId="260"/>
            <ac:spMk id="14" creationId="{52F1AB2D-1E50-AFB8-FA83-A0BC70CA3BF3}"/>
          </ac:spMkLst>
        </pc:spChg>
        <pc:graphicFrameChg chg="add mod modGraphic">
          <ac:chgData name="Bowen Cheek" userId="8fca192e-0677-4b46-9386-7af871cc0c0f" providerId="ADAL" clId="{539CF98A-204F-498C-B6D5-5A6451AD35FD}" dt="2026-02-24T16:43:40.142" v="2374" actId="13238"/>
          <ac:graphicFrameMkLst>
            <pc:docMk/>
            <pc:sldMk cId="4148589169" sldId="260"/>
            <ac:graphicFrameMk id="12" creationId="{B74A7A39-BEF0-E154-E4C0-7E62F54C768D}"/>
          </ac:graphicFrameMkLst>
        </pc:graphicFrameChg>
      </pc:sldChg>
      <pc:sldChg chg="modSp new mod">
        <pc:chgData name="Bowen Cheek" userId="8fca192e-0677-4b46-9386-7af871cc0c0f" providerId="ADAL" clId="{539CF98A-204F-498C-B6D5-5A6451AD35FD}" dt="2026-02-24T21:49:26.066" v="7127" actId="962"/>
        <pc:sldMkLst>
          <pc:docMk/>
          <pc:sldMk cId="2835710247" sldId="261"/>
        </pc:sldMkLst>
        <pc:spChg chg="mod">
          <ac:chgData name="Bowen Cheek" userId="8fca192e-0677-4b46-9386-7af871cc0c0f" providerId="ADAL" clId="{539CF98A-204F-498C-B6D5-5A6451AD35FD}" dt="2026-02-24T16:59:16.112" v="2428" actId="1076"/>
          <ac:spMkLst>
            <pc:docMk/>
            <pc:sldMk cId="2835710247" sldId="261"/>
            <ac:spMk id="2" creationId="{75B21BFC-5011-29A4-FC92-044889D12081}"/>
          </ac:spMkLst>
        </pc:spChg>
        <pc:spChg chg="mod">
          <ac:chgData name="Bowen Cheek" userId="8fca192e-0677-4b46-9386-7af871cc0c0f" providerId="ADAL" clId="{539CF98A-204F-498C-B6D5-5A6451AD35FD}" dt="2026-02-24T16:59:53.425" v="2430" actId="20577"/>
          <ac:spMkLst>
            <pc:docMk/>
            <pc:sldMk cId="2835710247" sldId="261"/>
            <ac:spMk id="3" creationId="{B340240F-8E5C-7686-0AFE-ADAD96DFB895}"/>
          </ac:spMkLst>
        </pc:spChg>
        <pc:spChg chg="mod">
          <ac:chgData name="Bowen Cheek" userId="8fca192e-0677-4b46-9386-7af871cc0c0f" providerId="ADAL" clId="{539CF98A-204F-498C-B6D5-5A6451AD35FD}" dt="2026-02-24T17:28:40.324" v="2902" actId="962"/>
          <ac:spMkLst>
            <pc:docMk/>
            <pc:sldMk cId="2835710247" sldId="261"/>
            <ac:spMk id="4" creationId="{8062610E-3048-D449-7963-F24FA71DBBAF}"/>
          </ac:spMkLst>
        </pc:spChg>
        <pc:spChg chg="mod">
          <ac:chgData name="Bowen Cheek" userId="8fca192e-0677-4b46-9386-7af871cc0c0f" providerId="ADAL" clId="{539CF98A-204F-498C-B6D5-5A6451AD35FD}" dt="2026-02-24T21:49:26.066" v="7127" actId="962"/>
          <ac:spMkLst>
            <pc:docMk/>
            <pc:sldMk cId="2835710247" sldId="261"/>
            <ac:spMk id="5" creationId="{B2D2C29C-6211-83C2-D252-19AEB6E6513C}"/>
          </ac:spMkLst>
        </pc:spChg>
      </pc:sldChg>
      <pc:sldChg chg="modSp new mod">
        <pc:chgData name="Bowen Cheek" userId="8fca192e-0677-4b46-9386-7af871cc0c0f" providerId="ADAL" clId="{539CF98A-204F-498C-B6D5-5A6451AD35FD}" dt="2026-02-24T21:49:46.557" v="7129" actId="962"/>
        <pc:sldMkLst>
          <pc:docMk/>
          <pc:sldMk cId="3642759923" sldId="263"/>
        </pc:sldMkLst>
        <pc:spChg chg="mod">
          <ac:chgData name="Bowen Cheek" userId="8fca192e-0677-4b46-9386-7af871cc0c0f" providerId="ADAL" clId="{539CF98A-204F-498C-B6D5-5A6451AD35FD}" dt="2026-02-24T17:00:55.666" v="2434" actId="1076"/>
          <ac:spMkLst>
            <pc:docMk/>
            <pc:sldMk cId="3642759923" sldId="263"/>
            <ac:spMk id="2" creationId="{21E23388-9359-6719-CC90-A6D50F55CBE6}"/>
          </ac:spMkLst>
        </pc:spChg>
        <pc:spChg chg="mod">
          <ac:chgData name="Bowen Cheek" userId="8fca192e-0677-4b46-9386-7af871cc0c0f" providerId="ADAL" clId="{539CF98A-204F-498C-B6D5-5A6451AD35FD}" dt="2026-02-23T18:30:04.909" v="852" actId="115"/>
          <ac:spMkLst>
            <pc:docMk/>
            <pc:sldMk cId="3642759923" sldId="263"/>
            <ac:spMk id="3" creationId="{578EE81E-E00C-C1CA-421E-F67B2E1FE874}"/>
          </ac:spMkLst>
        </pc:spChg>
        <pc:spChg chg="mod">
          <ac:chgData name="Bowen Cheek" userId="8fca192e-0677-4b46-9386-7af871cc0c0f" providerId="ADAL" clId="{539CF98A-204F-498C-B6D5-5A6451AD35FD}" dt="2026-02-24T17:28:58.779" v="2904" actId="962"/>
          <ac:spMkLst>
            <pc:docMk/>
            <pc:sldMk cId="3642759923" sldId="263"/>
            <ac:spMk id="4" creationId="{38CBC56D-E097-1149-89DD-CF388E320AAF}"/>
          </ac:spMkLst>
        </pc:spChg>
        <pc:spChg chg="mod">
          <ac:chgData name="Bowen Cheek" userId="8fca192e-0677-4b46-9386-7af871cc0c0f" providerId="ADAL" clId="{539CF98A-204F-498C-B6D5-5A6451AD35FD}" dt="2026-02-24T21:49:46.557" v="7129" actId="962"/>
          <ac:spMkLst>
            <pc:docMk/>
            <pc:sldMk cId="3642759923" sldId="263"/>
            <ac:spMk id="5" creationId="{9BA787CD-18AE-334A-B4E2-37E8C4A715E6}"/>
          </ac:spMkLst>
        </pc:spChg>
      </pc:sldChg>
      <pc:sldChg chg="addSp delSp modSp new mod">
        <pc:chgData name="Bowen Cheek" userId="8fca192e-0677-4b46-9386-7af871cc0c0f" providerId="ADAL" clId="{539CF98A-204F-498C-B6D5-5A6451AD35FD}" dt="2026-02-24T21:54:39.799" v="7194"/>
        <pc:sldMkLst>
          <pc:docMk/>
          <pc:sldMk cId="3737675750" sldId="264"/>
        </pc:sldMkLst>
        <pc:spChg chg="mod">
          <ac:chgData name="Bowen Cheek" userId="8fca192e-0677-4b46-9386-7af871cc0c0f" providerId="ADAL" clId="{539CF98A-204F-498C-B6D5-5A6451AD35FD}" dt="2026-02-24T17:01:38.079" v="2436" actId="1076"/>
          <ac:spMkLst>
            <pc:docMk/>
            <pc:sldMk cId="3737675750" sldId="264"/>
            <ac:spMk id="2" creationId="{576A6868-AF05-0674-5681-4911E3FC61CD}"/>
          </ac:spMkLst>
        </pc:spChg>
        <pc:spChg chg="mod">
          <ac:chgData name="Bowen Cheek" userId="8fca192e-0677-4b46-9386-7af871cc0c0f" providerId="ADAL" clId="{539CF98A-204F-498C-B6D5-5A6451AD35FD}" dt="2026-02-24T17:04:28.447" v="2585" actId="27107"/>
          <ac:spMkLst>
            <pc:docMk/>
            <pc:sldMk cId="3737675750" sldId="264"/>
            <ac:spMk id="3" creationId="{954CF50C-2DFA-1F23-D219-1A17953E3F52}"/>
          </ac:spMkLst>
        </pc:spChg>
        <pc:spChg chg="mod">
          <ac:chgData name="Bowen Cheek" userId="8fca192e-0677-4b46-9386-7af871cc0c0f" providerId="ADAL" clId="{539CF98A-204F-498C-B6D5-5A6451AD35FD}" dt="2026-02-24T17:29:05.168" v="2905" actId="962"/>
          <ac:spMkLst>
            <pc:docMk/>
            <pc:sldMk cId="3737675750" sldId="264"/>
            <ac:spMk id="4" creationId="{912617B0-D669-D096-609E-F851F4464234}"/>
          </ac:spMkLst>
        </pc:spChg>
        <pc:spChg chg="mod ord">
          <ac:chgData name="Bowen Cheek" userId="8fca192e-0677-4b46-9386-7af871cc0c0f" providerId="ADAL" clId="{539CF98A-204F-498C-B6D5-5A6451AD35FD}" dt="2026-02-24T21:50:02.616" v="7130" actId="962"/>
          <ac:spMkLst>
            <pc:docMk/>
            <pc:sldMk cId="3737675750" sldId="264"/>
            <ac:spMk id="5" creationId="{41F3C7CF-2BAD-03CD-ADA0-996B5D6D0AEE}"/>
          </ac:spMkLst>
        </pc:spChg>
        <pc:spChg chg="add mod ord">
          <ac:chgData name="Bowen Cheek" userId="8fca192e-0677-4b46-9386-7af871cc0c0f" providerId="ADAL" clId="{539CF98A-204F-498C-B6D5-5A6451AD35FD}" dt="2026-02-24T21:54:39.799" v="7194"/>
          <ac:spMkLst>
            <pc:docMk/>
            <pc:sldMk cId="3737675750" sldId="264"/>
            <ac:spMk id="9" creationId="{21F51E32-D69D-4BC2-7F00-E2041635838B}"/>
          </ac:spMkLst>
        </pc:spChg>
        <pc:spChg chg="add mod">
          <ac:chgData name="Bowen Cheek" userId="8fca192e-0677-4b46-9386-7af871cc0c0f" providerId="ADAL" clId="{539CF98A-204F-498C-B6D5-5A6451AD35FD}" dt="2026-02-24T17:03:08.040" v="2556" actId="20577"/>
          <ac:spMkLst>
            <pc:docMk/>
            <pc:sldMk cId="3737675750" sldId="264"/>
            <ac:spMk id="11" creationId="{BABF2076-ECBF-A0AB-BEC8-FFC96388FF37}"/>
          </ac:spMkLst>
        </pc:spChg>
        <pc:spChg chg="add mod">
          <ac:chgData name="Bowen Cheek" userId="8fca192e-0677-4b46-9386-7af871cc0c0f" providerId="ADAL" clId="{539CF98A-204F-498C-B6D5-5A6451AD35FD}" dt="2026-02-24T17:03:40.330" v="2560" actId="1076"/>
          <ac:spMkLst>
            <pc:docMk/>
            <pc:sldMk cId="3737675750" sldId="264"/>
            <ac:spMk id="12" creationId="{74211785-8B54-4BED-91E3-9DA2BE1A67AB}"/>
          </ac:spMkLst>
        </pc:spChg>
        <pc:graphicFrameChg chg="add mod modGraphic">
          <ac:chgData name="Bowen Cheek" userId="8fca192e-0677-4b46-9386-7af871cc0c0f" providerId="ADAL" clId="{539CF98A-204F-498C-B6D5-5A6451AD35FD}" dt="2026-02-24T20:46:03.855" v="6279" actId="13239"/>
          <ac:graphicFrameMkLst>
            <pc:docMk/>
            <pc:sldMk cId="3737675750" sldId="264"/>
            <ac:graphicFrameMk id="7" creationId="{F5B4E642-9891-2879-617B-92E0C5D51573}"/>
          </ac:graphicFrameMkLst>
        </pc:graphicFrameChg>
        <pc:graphicFrameChg chg="add mod modGraphic">
          <ac:chgData name="Bowen Cheek" userId="8fca192e-0677-4b46-9386-7af871cc0c0f" providerId="ADAL" clId="{539CF98A-204F-498C-B6D5-5A6451AD35FD}" dt="2026-02-24T20:45:46.249" v="6274" actId="13239"/>
          <ac:graphicFrameMkLst>
            <pc:docMk/>
            <pc:sldMk cId="3737675750" sldId="264"/>
            <ac:graphicFrameMk id="8" creationId="{F6F98CAF-0362-E556-EE80-BB673E939088}"/>
          </ac:graphicFrameMkLst>
        </pc:graphicFrameChg>
      </pc:sldChg>
      <pc:sldChg chg="addSp modSp new mod">
        <pc:chgData name="Bowen Cheek" userId="8fca192e-0677-4b46-9386-7af871cc0c0f" providerId="ADAL" clId="{539CF98A-204F-498C-B6D5-5A6451AD35FD}" dt="2026-02-24T21:50:12.605" v="7131" actId="962"/>
        <pc:sldMkLst>
          <pc:docMk/>
          <pc:sldMk cId="3308256271" sldId="265"/>
        </pc:sldMkLst>
        <pc:spChg chg="mod">
          <ac:chgData name="Bowen Cheek" userId="8fca192e-0677-4b46-9386-7af871cc0c0f" providerId="ADAL" clId="{539CF98A-204F-498C-B6D5-5A6451AD35FD}" dt="2026-02-24T17:05:00.844" v="2588" actId="1076"/>
          <ac:spMkLst>
            <pc:docMk/>
            <pc:sldMk cId="3308256271" sldId="265"/>
            <ac:spMk id="2" creationId="{B7F1A7F4-90F3-6920-D943-CCAF92F8BA52}"/>
          </ac:spMkLst>
        </pc:spChg>
        <pc:spChg chg="mod">
          <ac:chgData name="Bowen Cheek" userId="8fca192e-0677-4b46-9386-7af871cc0c0f" providerId="ADAL" clId="{539CF98A-204F-498C-B6D5-5A6451AD35FD}" dt="2026-02-23T18:41:48.816" v="1124" actId="115"/>
          <ac:spMkLst>
            <pc:docMk/>
            <pc:sldMk cId="3308256271" sldId="265"/>
            <ac:spMk id="3" creationId="{FADAF9A3-3149-E7FF-55ED-5FE04051F96A}"/>
          </ac:spMkLst>
        </pc:spChg>
        <pc:spChg chg="mod">
          <ac:chgData name="Bowen Cheek" userId="8fca192e-0677-4b46-9386-7af871cc0c0f" providerId="ADAL" clId="{539CF98A-204F-498C-B6D5-5A6451AD35FD}" dt="2026-02-24T17:29:34.321" v="2911" actId="962"/>
          <ac:spMkLst>
            <pc:docMk/>
            <pc:sldMk cId="3308256271" sldId="265"/>
            <ac:spMk id="4" creationId="{E24820BF-656A-0482-56F0-C0AD9D70D6C1}"/>
          </ac:spMkLst>
        </pc:spChg>
        <pc:spChg chg="mod">
          <ac:chgData name="Bowen Cheek" userId="8fca192e-0677-4b46-9386-7af871cc0c0f" providerId="ADAL" clId="{539CF98A-204F-498C-B6D5-5A6451AD35FD}" dt="2026-02-24T21:50:12.605" v="7131" actId="962"/>
          <ac:spMkLst>
            <pc:docMk/>
            <pc:sldMk cId="3308256271" sldId="265"/>
            <ac:spMk id="5" creationId="{183EE991-690F-70E2-2C7F-CAC398A509C2}"/>
          </ac:spMkLst>
        </pc:spChg>
        <pc:picChg chg="add mod">
          <ac:chgData name="Bowen Cheek" userId="8fca192e-0677-4b46-9386-7af871cc0c0f" providerId="ADAL" clId="{539CF98A-204F-498C-B6D5-5A6451AD35FD}" dt="2026-02-24T17:29:36.810" v="2912"/>
          <ac:picMkLst>
            <pc:docMk/>
            <pc:sldMk cId="3308256271" sldId="265"/>
            <ac:picMk id="4098" creationId="{6E863481-9CE5-1DEC-9551-F85AB552992F}"/>
          </ac:picMkLst>
        </pc:picChg>
      </pc:sldChg>
      <pc:sldChg chg="modSp new mod">
        <pc:chgData name="Bowen Cheek" userId="8fca192e-0677-4b46-9386-7af871cc0c0f" providerId="ADAL" clId="{539CF98A-204F-498C-B6D5-5A6451AD35FD}" dt="2026-02-24T21:50:17.403" v="7132" actId="962"/>
        <pc:sldMkLst>
          <pc:docMk/>
          <pc:sldMk cId="768311301" sldId="266"/>
        </pc:sldMkLst>
        <pc:spChg chg="mod">
          <ac:chgData name="Bowen Cheek" userId="8fca192e-0677-4b46-9386-7af871cc0c0f" providerId="ADAL" clId="{539CF98A-204F-498C-B6D5-5A6451AD35FD}" dt="2026-02-24T17:10:53.839" v="2689" actId="20577"/>
          <ac:spMkLst>
            <pc:docMk/>
            <pc:sldMk cId="768311301" sldId="266"/>
            <ac:spMk id="2" creationId="{62CEB878-C9E0-D7F0-C20B-659C4445F320}"/>
          </ac:spMkLst>
        </pc:spChg>
        <pc:spChg chg="mod">
          <ac:chgData name="Bowen Cheek" userId="8fca192e-0677-4b46-9386-7af871cc0c0f" providerId="ADAL" clId="{539CF98A-204F-498C-B6D5-5A6451AD35FD}" dt="2026-02-24T20:13:10.810" v="5449" actId="27636"/>
          <ac:spMkLst>
            <pc:docMk/>
            <pc:sldMk cId="768311301" sldId="266"/>
            <ac:spMk id="3" creationId="{35ADC163-62F3-D578-01B4-BFFE77663B83}"/>
          </ac:spMkLst>
        </pc:spChg>
        <pc:spChg chg="mod">
          <ac:chgData name="Bowen Cheek" userId="8fca192e-0677-4b46-9386-7af871cc0c0f" providerId="ADAL" clId="{539CF98A-204F-498C-B6D5-5A6451AD35FD}" dt="2026-02-24T17:29:42.312" v="2913" actId="962"/>
          <ac:spMkLst>
            <pc:docMk/>
            <pc:sldMk cId="768311301" sldId="266"/>
            <ac:spMk id="4" creationId="{6583D2AB-C5BF-273F-4B5E-A34D74FF3CAB}"/>
          </ac:spMkLst>
        </pc:spChg>
        <pc:spChg chg="mod">
          <ac:chgData name="Bowen Cheek" userId="8fca192e-0677-4b46-9386-7af871cc0c0f" providerId="ADAL" clId="{539CF98A-204F-498C-B6D5-5A6451AD35FD}" dt="2026-02-24T21:50:17.403" v="7132" actId="962"/>
          <ac:spMkLst>
            <pc:docMk/>
            <pc:sldMk cId="768311301" sldId="266"/>
            <ac:spMk id="5" creationId="{DB36C754-8B72-053B-D214-5EE06A572219}"/>
          </ac:spMkLst>
        </pc:spChg>
      </pc:sldChg>
      <pc:sldChg chg="addSp delSp modSp new mod">
        <pc:chgData name="Bowen Cheek" userId="8fca192e-0677-4b46-9386-7af871cc0c0f" providerId="ADAL" clId="{539CF98A-204F-498C-B6D5-5A6451AD35FD}" dt="2026-02-24T21:02:33.004" v="6364" actId="1076"/>
        <pc:sldMkLst>
          <pc:docMk/>
          <pc:sldMk cId="1531718944" sldId="268"/>
        </pc:sldMkLst>
        <pc:spChg chg="mod">
          <ac:chgData name="Bowen Cheek" userId="8fca192e-0677-4b46-9386-7af871cc0c0f" providerId="ADAL" clId="{539CF98A-204F-498C-B6D5-5A6451AD35FD}" dt="2026-02-24T19:57:06.748" v="5281" actId="1076"/>
          <ac:spMkLst>
            <pc:docMk/>
            <pc:sldMk cId="1531718944" sldId="268"/>
            <ac:spMk id="2" creationId="{AD2CF8F7-3D09-F5A7-F1BD-6386093EA2FA}"/>
          </ac:spMkLst>
        </pc:spChg>
        <pc:spChg chg="mod">
          <ac:chgData name="Bowen Cheek" userId="8fca192e-0677-4b46-9386-7af871cc0c0f" providerId="ADAL" clId="{539CF98A-204F-498C-B6D5-5A6451AD35FD}" dt="2026-02-24T17:29:55.405" v="2915" actId="962"/>
          <ac:spMkLst>
            <pc:docMk/>
            <pc:sldMk cId="1531718944" sldId="268"/>
            <ac:spMk id="4" creationId="{6B596978-5CB3-C5F8-3828-3882EEC7705C}"/>
          </ac:spMkLst>
        </pc:spChg>
        <pc:spChg chg="ord">
          <ac:chgData name="Bowen Cheek" userId="8fca192e-0677-4b46-9386-7af871cc0c0f" providerId="ADAL" clId="{539CF98A-204F-498C-B6D5-5A6451AD35FD}" dt="2026-02-24T17:29:59.215" v="2919"/>
          <ac:spMkLst>
            <pc:docMk/>
            <pc:sldMk cId="1531718944" sldId="268"/>
            <ac:spMk id="5" creationId="{A67854A0-F772-398A-A3D2-2B8FF5A5B245}"/>
          </ac:spMkLst>
        </pc:spChg>
        <pc:spChg chg="add mod">
          <ac:chgData name="Bowen Cheek" userId="8fca192e-0677-4b46-9386-7af871cc0c0f" providerId="ADAL" clId="{539CF98A-204F-498C-B6D5-5A6451AD35FD}" dt="2026-02-23T19:00:47.018" v="1680" actId="1076"/>
          <ac:spMkLst>
            <pc:docMk/>
            <pc:sldMk cId="1531718944" sldId="268"/>
            <ac:spMk id="8" creationId="{DD49C64A-AFAF-A565-8704-D1C267BD6D69}"/>
          </ac:spMkLst>
        </pc:spChg>
        <pc:spChg chg="add mod">
          <ac:chgData name="Bowen Cheek" userId="8fca192e-0677-4b46-9386-7af871cc0c0f" providerId="ADAL" clId="{539CF98A-204F-498C-B6D5-5A6451AD35FD}" dt="2026-02-23T19:04:29.990" v="1730" actId="20577"/>
          <ac:spMkLst>
            <pc:docMk/>
            <pc:sldMk cId="1531718944" sldId="268"/>
            <ac:spMk id="10" creationId="{6EEB2DB5-DF06-5DA4-F2DB-9177887C1371}"/>
          </ac:spMkLst>
        </pc:spChg>
        <pc:graphicFrameChg chg="add mod ord modGraphic">
          <ac:chgData name="Bowen Cheek" userId="8fca192e-0677-4b46-9386-7af871cc0c0f" providerId="ADAL" clId="{539CF98A-204F-498C-B6D5-5A6451AD35FD}" dt="2026-02-24T21:02:33.004" v="6364" actId="1076"/>
          <ac:graphicFrameMkLst>
            <pc:docMk/>
            <pc:sldMk cId="1531718944" sldId="268"/>
            <ac:graphicFrameMk id="7" creationId="{251F2ECA-5FC5-E176-3957-580C4CBF70D7}"/>
          </ac:graphicFrameMkLst>
        </pc:graphicFrameChg>
      </pc:sldChg>
      <pc:sldChg chg="modSp new mod">
        <pc:chgData name="Bowen Cheek" userId="8fca192e-0677-4b46-9386-7af871cc0c0f" providerId="ADAL" clId="{539CF98A-204F-498C-B6D5-5A6451AD35FD}" dt="2026-02-24T21:50:51.441" v="7134" actId="962"/>
        <pc:sldMkLst>
          <pc:docMk/>
          <pc:sldMk cId="27770875" sldId="270"/>
        </pc:sldMkLst>
        <pc:spChg chg="mod">
          <ac:chgData name="Bowen Cheek" userId="8fca192e-0677-4b46-9386-7af871cc0c0f" providerId="ADAL" clId="{539CF98A-204F-498C-B6D5-5A6451AD35FD}" dt="2026-02-24T17:13:24.080" v="2696" actId="1076"/>
          <ac:spMkLst>
            <pc:docMk/>
            <pc:sldMk cId="27770875" sldId="270"/>
            <ac:spMk id="2" creationId="{4052C80A-67C4-7C72-5FC6-B8FEE9F61A48}"/>
          </ac:spMkLst>
        </pc:spChg>
        <pc:spChg chg="mod">
          <ac:chgData name="Bowen Cheek" userId="8fca192e-0677-4b46-9386-7af871cc0c0f" providerId="ADAL" clId="{539CF98A-204F-498C-B6D5-5A6451AD35FD}" dt="2026-02-24T17:13:13.960" v="2694" actId="1076"/>
          <ac:spMkLst>
            <pc:docMk/>
            <pc:sldMk cId="27770875" sldId="270"/>
            <ac:spMk id="3" creationId="{87D91926-AD54-F9EF-27CD-A35E77594FCD}"/>
          </ac:spMkLst>
        </pc:spChg>
        <pc:spChg chg="mod">
          <ac:chgData name="Bowen Cheek" userId="8fca192e-0677-4b46-9386-7af871cc0c0f" providerId="ADAL" clId="{539CF98A-204F-498C-B6D5-5A6451AD35FD}" dt="2026-02-24T17:30:40.055" v="2927" actId="962"/>
          <ac:spMkLst>
            <pc:docMk/>
            <pc:sldMk cId="27770875" sldId="270"/>
            <ac:spMk id="4" creationId="{38BC9193-7F86-2471-5FE3-BFC77560BD73}"/>
          </ac:spMkLst>
        </pc:spChg>
        <pc:spChg chg="mod">
          <ac:chgData name="Bowen Cheek" userId="8fca192e-0677-4b46-9386-7af871cc0c0f" providerId="ADAL" clId="{539CF98A-204F-498C-B6D5-5A6451AD35FD}" dt="2026-02-24T21:50:51.441" v="7134" actId="962"/>
          <ac:spMkLst>
            <pc:docMk/>
            <pc:sldMk cId="27770875" sldId="270"/>
            <ac:spMk id="5" creationId="{1B3E7683-B23D-53BE-6E2C-12DC483D1B61}"/>
          </ac:spMkLst>
        </pc:spChg>
      </pc:sldChg>
      <pc:sldChg chg="addSp delSp modSp new mod">
        <pc:chgData name="Bowen Cheek" userId="8fca192e-0677-4b46-9386-7af871cc0c0f" providerId="ADAL" clId="{539CF98A-204F-498C-B6D5-5A6451AD35FD}" dt="2026-02-24T21:51:05.124" v="7135" actId="962"/>
        <pc:sldMkLst>
          <pc:docMk/>
          <pc:sldMk cId="1883182614" sldId="272"/>
        </pc:sldMkLst>
        <pc:spChg chg="mod">
          <ac:chgData name="Bowen Cheek" userId="8fca192e-0677-4b46-9386-7af871cc0c0f" providerId="ADAL" clId="{539CF98A-204F-498C-B6D5-5A6451AD35FD}" dt="2026-02-24T17:17:41.927" v="2785" actId="1076"/>
          <ac:spMkLst>
            <pc:docMk/>
            <pc:sldMk cId="1883182614" sldId="272"/>
            <ac:spMk id="2" creationId="{5A01C7FA-9A48-12C2-9CD7-80FF44F9D216}"/>
          </ac:spMkLst>
        </pc:spChg>
        <pc:spChg chg="add del mod">
          <ac:chgData name="Bowen Cheek" userId="8fca192e-0677-4b46-9386-7af871cc0c0f" providerId="ADAL" clId="{539CF98A-204F-498C-B6D5-5A6451AD35FD}" dt="2026-02-24T17:17:38.056" v="2784" actId="1076"/>
          <ac:spMkLst>
            <pc:docMk/>
            <pc:sldMk cId="1883182614" sldId="272"/>
            <ac:spMk id="3" creationId="{D5A87C93-897F-AED4-B2EC-32A49508E959}"/>
          </ac:spMkLst>
        </pc:spChg>
        <pc:spChg chg="mod">
          <ac:chgData name="Bowen Cheek" userId="8fca192e-0677-4b46-9386-7af871cc0c0f" providerId="ADAL" clId="{539CF98A-204F-498C-B6D5-5A6451AD35FD}" dt="2026-02-24T17:31:10" v="2930" actId="962"/>
          <ac:spMkLst>
            <pc:docMk/>
            <pc:sldMk cId="1883182614" sldId="272"/>
            <ac:spMk id="4" creationId="{A1755D55-9503-4C7E-A04B-CF35CF262731}"/>
          </ac:spMkLst>
        </pc:spChg>
        <pc:spChg chg="mod">
          <ac:chgData name="Bowen Cheek" userId="8fca192e-0677-4b46-9386-7af871cc0c0f" providerId="ADAL" clId="{539CF98A-204F-498C-B6D5-5A6451AD35FD}" dt="2026-02-24T21:51:05.124" v="7135" actId="962"/>
          <ac:spMkLst>
            <pc:docMk/>
            <pc:sldMk cId="1883182614" sldId="272"/>
            <ac:spMk id="5" creationId="{F61C11A9-B913-202C-C2EE-3BCD169907E0}"/>
          </ac:spMkLst>
        </pc:spChg>
      </pc:sldChg>
      <pc:sldChg chg="modSp new mod">
        <pc:chgData name="Bowen Cheek" userId="8fca192e-0677-4b46-9386-7af871cc0c0f" providerId="ADAL" clId="{539CF98A-204F-498C-B6D5-5A6451AD35FD}" dt="2026-02-24T21:51:12.725" v="7137" actId="962"/>
        <pc:sldMkLst>
          <pc:docMk/>
          <pc:sldMk cId="3318305126" sldId="274"/>
        </pc:sldMkLst>
        <pc:spChg chg="mod">
          <ac:chgData name="Bowen Cheek" userId="8fca192e-0677-4b46-9386-7af871cc0c0f" providerId="ADAL" clId="{539CF98A-204F-498C-B6D5-5A6451AD35FD}" dt="2026-02-24T17:19:39.983" v="2807" actId="1076"/>
          <ac:spMkLst>
            <pc:docMk/>
            <pc:sldMk cId="3318305126" sldId="274"/>
            <ac:spMk id="2" creationId="{F9E1D428-E187-B0B5-AD4A-95321E2D4752}"/>
          </ac:spMkLst>
        </pc:spChg>
        <pc:spChg chg="mod">
          <ac:chgData name="Bowen Cheek" userId="8fca192e-0677-4b46-9386-7af871cc0c0f" providerId="ADAL" clId="{539CF98A-204F-498C-B6D5-5A6451AD35FD}" dt="2026-02-24T17:32:22.843" v="2934" actId="122"/>
          <ac:spMkLst>
            <pc:docMk/>
            <pc:sldMk cId="3318305126" sldId="274"/>
            <ac:spMk id="3" creationId="{7F6C3179-85D1-E1C3-94DD-ECE65D5DD277}"/>
          </ac:spMkLst>
        </pc:spChg>
        <pc:spChg chg="mod">
          <ac:chgData name="Bowen Cheek" userId="8fca192e-0677-4b46-9386-7af871cc0c0f" providerId="ADAL" clId="{539CF98A-204F-498C-B6D5-5A6451AD35FD}" dt="2026-02-24T17:31:22.434" v="2932" actId="962"/>
          <ac:spMkLst>
            <pc:docMk/>
            <pc:sldMk cId="3318305126" sldId="274"/>
            <ac:spMk id="4" creationId="{278B5E8F-D155-D625-3149-2A444E4B8461}"/>
          </ac:spMkLst>
        </pc:spChg>
        <pc:spChg chg="mod">
          <ac:chgData name="Bowen Cheek" userId="8fca192e-0677-4b46-9386-7af871cc0c0f" providerId="ADAL" clId="{539CF98A-204F-498C-B6D5-5A6451AD35FD}" dt="2026-02-24T21:51:12.725" v="7137" actId="962"/>
          <ac:spMkLst>
            <pc:docMk/>
            <pc:sldMk cId="3318305126" sldId="274"/>
            <ac:spMk id="5" creationId="{B2C0A25D-DD30-6B46-0279-513D1436B3E4}"/>
          </ac:spMkLst>
        </pc:spChg>
      </pc:sldChg>
      <pc:sldChg chg="modSp new mod">
        <pc:chgData name="Bowen Cheek" userId="8fca192e-0677-4b46-9386-7af871cc0c0f" providerId="ADAL" clId="{539CF98A-204F-498C-B6D5-5A6451AD35FD}" dt="2026-02-24T21:51:20.206" v="7139" actId="962"/>
        <pc:sldMkLst>
          <pc:docMk/>
          <pc:sldMk cId="932641643" sldId="275"/>
        </pc:sldMkLst>
        <pc:spChg chg="mod">
          <ac:chgData name="Bowen Cheek" userId="8fca192e-0677-4b46-9386-7af871cc0c0f" providerId="ADAL" clId="{539CF98A-204F-498C-B6D5-5A6451AD35FD}" dt="2026-02-24T18:33:26.658" v="2965" actId="20577"/>
          <ac:spMkLst>
            <pc:docMk/>
            <pc:sldMk cId="932641643" sldId="275"/>
            <ac:spMk id="2" creationId="{04D8F3A7-3FF9-D1CE-6E8A-281AB8E68ECA}"/>
          </ac:spMkLst>
        </pc:spChg>
        <pc:spChg chg="mod">
          <ac:chgData name="Bowen Cheek" userId="8fca192e-0677-4b46-9386-7af871cc0c0f" providerId="ADAL" clId="{539CF98A-204F-498C-B6D5-5A6451AD35FD}" dt="2026-02-24T18:36:11.302" v="3004" actId="114"/>
          <ac:spMkLst>
            <pc:docMk/>
            <pc:sldMk cId="932641643" sldId="275"/>
            <ac:spMk id="3" creationId="{E19084D5-465D-F0B1-A79C-274107068A6E}"/>
          </ac:spMkLst>
        </pc:spChg>
        <pc:spChg chg="mod">
          <ac:chgData name="Bowen Cheek" userId="8fca192e-0677-4b46-9386-7af871cc0c0f" providerId="ADAL" clId="{539CF98A-204F-498C-B6D5-5A6451AD35FD}" dt="2026-02-24T21:51:19.383" v="7138" actId="962"/>
          <ac:spMkLst>
            <pc:docMk/>
            <pc:sldMk cId="932641643" sldId="275"/>
            <ac:spMk id="4" creationId="{FC035ADB-D8A8-28BA-8049-9558376C6ADB}"/>
          </ac:spMkLst>
        </pc:spChg>
        <pc:spChg chg="mod">
          <ac:chgData name="Bowen Cheek" userId="8fca192e-0677-4b46-9386-7af871cc0c0f" providerId="ADAL" clId="{539CF98A-204F-498C-B6D5-5A6451AD35FD}" dt="2026-02-24T21:51:20.206" v="7139" actId="962"/>
          <ac:spMkLst>
            <pc:docMk/>
            <pc:sldMk cId="932641643" sldId="275"/>
            <ac:spMk id="5" creationId="{8F0F1A2A-57F4-D117-3A12-6D1B72781091}"/>
          </ac:spMkLst>
        </pc:spChg>
      </pc:sldChg>
      <pc:sldChg chg="addSp modSp new mod ord">
        <pc:chgData name="Bowen Cheek" userId="8fca192e-0677-4b46-9386-7af871cc0c0f" providerId="ADAL" clId="{539CF98A-204F-498C-B6D5-5A6451AD35FD}" dt="2026-02-24T21:52:20.978" v="7159" actId="962"/>
        <pc:sldMkLst>
          <pc:docMk/>
          <pc:sldMk cId="294668975" sldId="276"/>
        </pc:sldMkLst>
        <pc:spChg chg="mod">
          <ac:chgData name="Bowen Cheek" userId="8fca192e-0677-4b46-9386-7af871cc0c0f" providerId="ADAL" clId="{539CF98A-204F-498C-B6D5-5A6451AD35FD}" dt="2026-02-24T19:21:58.852" v="4216" actId="1076"/>
          <ac:spMkLst>
            <pc:docMk/>
            <pc:sldMk cId="294668975" sldId="276"/>
            <ac:spMk id="2" creationId="{1DF00CE7-60E0-A5EE-7091-013E9DFD1974}"/>
          </ac:spMkLst>
        </pc:spChg>
        <pc:spChg chg="mod">
          <ac:chgData name="Bowen Cheek" userId="8fca192e-0677-4b46-9386-7af871cc0c0f" providerId="ADAL" clId="{539CF98A-204F-498C-B6D5-5A6451AD35FD}" dt="2026-02-24T19:22:59.689" v="4246" actId="1076"/>
          <ac:spMkLst>
            <pc:docMk/>
            <pc:sldMk cId="294668975" sldId="276"/>
            <ac:spMk id="3" creationId="{DF31BE39-0477-0F91-511E-614CBC0A67BE}"/>
          </ac:spMkLst>
        </pc:spChg>
        <pc:spChg chg="mod">
          <ac:chgData name="Bowen Cheek" userId="8fca192e-0677-4b46-9386-7af871cc0c0f" providerId="ADAL" clId="{539CF98A-204F-498C-B6D5-5A6451AD35FD}" dt="2026-02-24T21:52:20.095" v="7158" actId="962"/>
          <ac:spMkLst>
            <pc:docMk/>
            <pc:sldMk cId="294668975" sldId="276"/>
            <ac:spMk id="4" creationId="{A2710CD0-D663-1FA0-CE87-0B1BF3C709A8}"/>
          </ac:spMkLst>
        </pc:spChg>
        <pc:spChg chg="mod">
          <ac:chgData name="Bowen Cheek" userId="8fca192e-0677-4b46-9386-7af871cc0c0f" providerId="ADAL" clId="{539CF98A-204F-498C-B6D5-5A6451AD35FD}" dt="2026-02-24T21:52:20.978" v="7159" actId="962"/>
          <ac:spMkLst>
            <pc:docMk/>
            <pc:sldMk cId="294668975" sldId="276"/>
            <ac:spMk id="5" creationId="{5633EF59-AD37-AA61-02A9-8F3F815D0059}"/>
          </ac:spMkLst>
        </pc:spChg>
        <pc:graphicFrameChg chg="add mod modGraphic">
          <ac:chgData name="Bowen Cheek" userId="8fca192e-0677-4b46-9386-7af871cc0c0f" providerId="ADAL" clId="{539CF98A-204F-498C-B6D5-5A6451AD35FD}" dt="2026-02-24T20:45:51.756" v="6275" actId="13238"/>
          <ac:graphicFrameMkLst>
            <pc:docMk/>
            <pc:sldMk cId="294668975" sldId="276"/>
            <ac:graphicFrameMk id="7" creationId="{26202455-F125-A21E-27B4-993B84697A68}"/>
          </ac:graphicFrameMkLst>
        </pc:graphicFrameChg>
      </pc:sldChg>
      <pc:sldChg chg="addSp modSp new mod">
        <pc:chgData name="Bowen Cheek" userId="8fca192e-0677-4b46-9386-7af871cc0c0f" providerId="ADAL" clId="{539CF98A-204F-498C-B6D5-5A6451AD35FD}" dt="2026-02-24T21:51:26.006" v="7141" actId="962"/>
        <pc:sldMkLst>
          <pc:docMk/>
          <pc:sldMk cId="3865154117" sldId="277"/>
        </pc:sldMkLst>
        <pc:spChg chg="mod">
          <ac:chgData name="Bowen Cheek" userId="8fca192e-0677-4b46-9386-7af871cc0c0f" providerId="ADAL" clId="{539CF98A-204F-498C-B6D5-5A6451AD35FD}" dt="2026-02-24T18:47:52.222" v="3236" actId="1076"/>
          <ac:spMkLst>
            <pc:docMk/>
            <pc:sldMk cId="3865154117" sldId="277"/>
            <ac:spMk id="2" creationId="{62E7ABF7-A5C5-0F90-51FE-B029609695F8}"/>
          </ac:spMkLst>
        </pc:spChg>
        <pc:spChg chg="mod">
          <ac:chgData name="Bowen Cheek" userId="8fca192e-0677-4b46-9386-7af871cc0c0f" providerId="ADAL" clId="{539CF98A-204F-498C-B6D5-5A6451AD35FD}" dt="2026-02-24T18:47:32.143" v="3234" actId="122"/>
          <ac:spMkLst>
            <pc:docMk/>
            <pc:sldMk cId="3865154117" sldId="277"/>
            <ac:spMk id="3" creationId="{EF18309B-F378-E80A-0B71-664AF357F71D}"/>
          </ac:spMkLst>
        </pc:spChg>
        <pc:spChg chg="mod">
          <ac:chgData name="Bowen Cheek" userId="8fca192e-0677-4b46-9386-7af871cc0c0f" providerId="ADAL" clId="{539CF98A-204F-498C-B6D5-5A6451AD35FD}" dt="2026-02-24T21:51:25.022" v="7140" actId="962"/>
          <ac:spMkLst>
            <pc:docMk/>
            <pc:sldMk cId="3865154117" sldId="277"/>
            <ac:spMk id="4" creationId="{B9780BCA-9D98-C5DF-A4A0-7A0883F9D672}"/>
          </ac:spMkLst>
        </pc:spChg>
        <pc:spChg chg="mod">
          <ac:chgData name="Bowen Cheek" userId="8fca192e-0677-4b46-9386-7af871cc0c0f" providerId="ADAL" clId="{539CF98A-204F-498C-B6D5-5A6451AD35FD}" dt="2026-02-24T21:51:26.006" v="7141" actId="962"/>
          <ac:spMkLst>
            <pc:docMk/>
            <pc:sldMk cId="3865154117" sldId="277"/>
            <ac:spMk id="5" creationId="{B51166FB-A647-3201-3F80-509432B6C1DA}"/>
          </ac:spMkLst>
        </pc:spChg>
        <pc:picChg chg="add mod">
          <ac:chgData name="Bowen Cheek" userId="8fca192e-0677-4b46-9386-7af871cc0c0f" providerId="ADAL" clId="{539CF98A-204F-498C-B6D5-5A6451AD35FD}" dt="2026-02-24T18:48:39.434" v="3538" actId="962"/>
          <ac:picMkLst>
            <pc:docMk/>
            <pc:sldMk cId="3865154117" sldId="277"/>
            <ac:picMk id="3074" creationId="{3E11F576-9ADF-5391-FFDD-8EC7D571AFB1}"/>
          </ac:picMkLst>
        </pc:picChg>
      </pc:sldChg>
      <pc:sldChg chg="addSp delSp modSp new mod ord">
        <pc:chgData name="Bowen Cheek" userId="8fca192e-0677-4b46-9386-7af871cc0c0f" providerId="ADAL" clId="{539CF98A-204F-498C-B6D5-5A6451AD35FD}" dt="2026-02-24T21:51:37.821" v="7145" actId="962"/>
        <pc:sldMkLst>
          <pc:docMk/>
          <pc:sldMk cId="755074819" sldId="278"/>
        </pc:sldMkLst>
        <pc:spChg chg="mod">
          <ac:chgData name="Bowen Cheek" userId="8fca192e-0677-4b46-9386-7af871cc0c0f" providerId="ADAL" clId="{539CF98A-204F-498C-B6D5-5A6451AD35FD}" dt="2026-02-24T19:00:53.414" v="3838" actId="1076"/>
          <ac:spMkLst>
            <pc:docMk/>
            <pc:sldMk cId="755074819" sldId="278"/>
            <ac:spMk id="2" creationId="{F89BE1B9-9113-8C02-8B02-95A4A48A6CB9}"/>
          </ac:spMkLst>
        </pc:spChg>
        <pc:spChg chg="add del mod">
          <ac:chgData name="Bowen Cheek" userId="8fca192e-0677-4b46-9386-7af871cc0c0f" providerId="ADAL" clId="{539CF98A-204F-498C-B6D5-5A6451AD35FD}" dt="2026-02-24T19:04:03.043" v="3882" actId="20577"/>
          <ac:spMkLst>
            <pc:docMk/>
            <pc:sldMk cId="755074819" sldId="278"/>
            <ac:spMk id="3" creationId="{432C719D-DE68-BDE1-AD84-9B3F6E176C52}"/>
          </ac:spMkLst>
        </pc:spChg>
        <pc:spChg chg="mod">
          <ac:chgData name="Bowen Cheek" userId="8fca192e-0677-4b46-9386-7af871cc0c0f" providerId="ADAL" clId="{539CF98A-204F-498C-B6D5-5A6451AD35FD}" dt="2026-02-24T21:51:36.899" v="7144" actId="962"/>
          <ac:spMkLst>
            <pc:docMk/>
            <pc:sldMk cId="755074819" sldId="278"/>
            <ac:spMk id="4" creationId="{C5B826A8-3891-41C6-8D39-46500D1F1781}"/>
          </ac:spMkLst>
        </pc:spChg>
        <pc:spChg chg="mod">
          <ac:chgData name="Bowen Cheek" userId="8fca192e-0677-4b46-9386-7af871cc0c0f" providerId="ADAL" clId="{539CF98A-204F-498C-B6D5-5A6451AD35FD}" dt="2026-02-24T21:51:37.821" v="7145" actId="962"/>
          <ac:spMkLst>
            <pc:docMk/>
            <pc:sldMk cId="755074819" sldId="278"/>
            <ac:spMk id="5" creationId="{08C91F43-0729-0D09-0664-8030B702A832}"/>
          </ac:spMkLst>
        </pc:spChg>
      </pc:sldChg>
      <pc:sldChg chg="modSp new mod">
        <pc:chgData name="Bowen Cheek" userId="8fca192e-0677-4b46-9386-7af871cc0c0f" providerId="ADAL" clId="{539CF98A-204F-498C-B6D5-5A6451AD35FD}" dt="2026-02-24T21:51:43.262" v="7147" actId="962"/>
        <pc:sldMkLst>
          <pc:docMk/>
          <pc:sldMk cId="3238432252" sldId="279"/>
        </pc:sldMkLst>
        <pc:spChg chg="mod">
          <ac:chgData name="Bowen Cheek" userId="8fca192e-0677-4b46-9386-7af871cc0c0f" providerId="ADAL" clId="{539CF98A-204F-498C-B6D5-5A6451AD35FD}" dt="2026-02-24T19:06:44.224" v="3969" actId="1076"/>
          <ac:spMkLst>
            <pc:docMk/>
            <pc:sldMk cId="3238432252" sldId="279"/>
            <ac:spMk id="2" creationId="{F8B0FBF2-71D6-1240-3ACF-F93B27D2C3B1}"/>
          </ac:spMkLst>
        </pc:spChg>
        <pc:spChg chg="mod">
          <ac:chgData name="Bowen Cheek" userId="8fca192e-0677-4b46-9386-7af871cc0c0f" providerId="ADAL" clId="{539CF98A-204F-498C-B6D5-5A6451AD35FD}" dt="2026-02-24T19:08:49.897" v="4010" actId="20577"/>
          <ac:spMkLst>
            <pc:docMk/>
            <pc:sldMk cId="3238432252" sldId="279"/>
            <ac:spMk id="3" creationId="{0B15787C-7889-8CFC-7604-EE904885620F}"/>
          </ac:spMkLst>
        </pc:spChg>
        <pc:spChg chg="mod">
          <ac:chgData name="Bowen Cheek" userId="8fca192e-0677-4b46-9386-7af871cc0c0f" providerId="ADAL" clId="{539CF98A-204F-498C-B6D5-5A6451AD35FD}" dt="2026-02-24T21:51:42.258" v="7146" actId="962"/>
          <ac:spMkLst>
            <pc:docMk/>
            <pc:sldMk cId="3238432252" sldId="279"/>
            <ac:spMk id="4" creationId="{5C62E6F6-68B6-FCD9-7504-541306D491E0}"/>
          </ac:spMkLst>
        </pc:spChg>
        <pc:spChg chg="mod">
          <ac:chgData name="Bowen Cheek" userId="8fca192e-0677-4b46-9386-7af871cc0c0f" providerId="ADAL" clId="{539CF98A-204F-498C-B6D5-5A6451AD35FD}" dt="2026-02-24T21:51:43.262" v="7147" actId="962"/>
          <ac:spMkLst>
            <pc:docMk/>
            <pc:sldMk cId="3238432252" sldId="279"/>
            <ac:spMk id="5" creationId="{5172C45B-42DB-D9DC-835C-1A956A8452C5}"/>
          </ac:spMkLst>
        </pc:spChg>
      </pc:sldChg>
      <pc:sldChg chg="addSp modSp new mod">
        <pc:chgData name="Bowen Cheek" userId="8fca192e-0677-4b46-9386-7af871cc0c0f" providerId="ADAL" clId="{539CF98A-204F-498C-B6D5-5A6451AD35FD}" dt="2026-02-24T21:51:33.235" v="7143" actId="962"/>
        <pc:sldMkLst>
          <pc:docMk/>
          <pc:sldMk cId="3331948434" sldId="280"/>
        </pc:sldMkLst>
        <pc:spChg chg="mod">
          <ac:chgData name="Bowen Cheek" userId="8fca192e-0677-4b46-9386-7af871cc0c0f" providerId="ADAL" clId="{539CF98A-204F-498C-B6D5-5A6451AD35FD}" dt="2026-02-24T18:49:16.441" v="3575" actId="1076"/>
          <ac:spMkLst>
            <pc:docMk/>
            <pc:sldMk cId="3331948434" sldId="280"/>
            <ac:spMk id="2" creationId="{737DC205-E4B5-F648-2A58-13AD0EDA705E}"/>
          </ac:spMkLst>
        </pc:spChg>
        <pc:spChg chg="mod">
          <ac:chgData name="Bowen Cheek" userId="8fca192e-0677-4b46-9386-7af871cc0c0f" providerId="ADAL" clId="{539CF98A-204F-498C-B6D5-5A6451AD35FD}" dt="2026-02-24T18:57:59.107" v="3754" actId="114"/>
          <ac:spMkLst>
            <pc:docMk/>
            <pc:sldMk cId="3331948434" sldId="280"/>
            <ac:spMk id="3" creationId="{E2AFB423-A0B9-0274-1417-2D2667F82C35}"/>
          </ac:spMkLst>
        </pc:spChg>
        <pc:spChg chg="mod">
          <ac:chgData name="Bowen Cheek" userId="8fca192e-0677-4b46-9386-7af871cc0c0f" providerId="ADAL" clId="{539CF98A-204F-498C-B6D5-5A6451AD35FD}" dt="2026-02-24T21:51:32.395" v="7142" actId="962"/>
          <ac:spMkLst>
            <pc:docMk/>
            <pc:sldMk cId="3331948434" sldId="280"/>
            <ac:spMk id="4" creationId="{A4A1DCD2-CEDB-804E-CD02-7D1F169AA714}"/>
          </ac:spMkLst>
        </pc:spChg>
        <pc:spChg chg="mod">
          <ac:chgData name="Bowen Cheek" userId="8fca192e-0677-4b46-9386-7af871cc0c0f" providerId="ADAL" clId="{539CF98A-204F-498C-B6D5-5A6451AD35FD}" dt="2026-02-24T21:51:33.235" v="7143" actId="962"/>
          <ac:spMkLst>
            <pc:docMk/>
            <pc:sldMk cId="3331948434" sldId="280"/>
            <ac:spMk id="5" creationId="{89D9387E-DA84-DF97-9471-F916A5A67348}"/>
          </ac:spMkLst>
        </pc:spChg>
        <pc:picChg chg="add mod">
          <ac:chgData name="Bowen Cheek" userId="8fca192e-0677-4b46-9386-7af871cc0c0f" providerId="ADAL" clId="{539CF98A-204F-498C-B6D5-5A6451AD35FD}" dt="2026-02-24T18:52:01.047" v="3704" actId="962"/>
          <ac:picMkLst>
            <pc:docMk/>
            <pc:sldMk cId="3331948434" sldId="280"/>
            <ac:picMk id="4098" creationId="{F929A835-7E38-1BDC-A4A1-D3DBEE94DC24}"/>
          </ac:picMkLst>
        </pc:picChg>
      </pc:sldChg>
      <pc:sldChg chg="modSp new mod">
        <pc:chgData name="Bowen Cheek" userId="8fca192e-0677-4b46-9386-7af871cc0c0f" providerId="ADAL" clId="{539CF98A-204F-498C-B6D5-5A6451AD35FD}" dt="2026-02-24T21:51:50.680" v="7149" actId="962"/>
        <pc:sldMkLst>
          <pc:docMk/>
          <pc:sldMk cId="2344238073" sldId="281"/>
        </pc:sldMkLst>
        <pc:spChg chg="mod">
          <ac:chgData name="Bowen Cheek" userId="8fca192e-0677-4b46-9386-7af871cc0c0f" providerId="ADAL" clId="{539CF98A-204F-498C-B6D5-5A6451AD35FD}" dt="2026-02-24T19:10:12.655" v="4041" actId="1076"/>
          <ac:spMkLst>
            <pc:docMk/>
            <pc:sldMk cId="2344238073" sldId="281"/>
            <ac:spMk id="2" creationId="{35DC3F76-ACD2-A4B6-1392-26BFDC3E500A}"/>
          </ac:spMkLst>
        </pc:spChg>
        <pc:spChg chg="mod">
          <ac:chgData name="Bowen Cheek" userId="8fca192e-0677-4b46-9386-7af871cc0c0f" providerId="ADAL" clId="{539CF98A-204F-498C-B6D5-5A6451AD35FD}" dt="2026-02-24T21:51:49.769" v="7148" actId="962"/>
          <ac:spMkLst>
            <pc:docMk/>
            <pc:sldMk cId="2344238073" sldId="281"/>
            <ac:spMk id="3" creationId="{363445CF-BDE4-FD78-07EF-B9F9912946C0}"/>
          </ac:spMkLst>
        </pc:spChg>
        <pc:spChg chg="mod">
          <ac:chgData name="Bowen Cheek" userId="8fca192e-0677-4b46-9386-7af871cc0c0f" providerId="ADAL" clId="{539CF98A-204F-498C-B6D5-5A6451AD35FD}" dt="2026-02-24T21:51:50.680" v="7149" actId="962"/>
          <ac:spMkLst>
            <pc:docMk/>
            <pc:sldMk cId="2344238073" sldId="281"/>
            <ac:spMk id="4" creationId="{1BACEB52-EC49-DF3A-8D5F-ECEBC62B659D}"/>
          </ac:spMkLst>
        </pc:spChg>
      </pc:sldChg>
      <pc:sldChg chg="modSp new mod">
        <pc:chgData name="Bowen Cheek" userId="8fca192e-0677-4b46-9386-7af871cc0c0f" providerId="ADAL" clId="{539CF98A-204F-498C-B6D5-5A6451AD35FD}" dt="2026-02-24T21:52:01.651" v="7153" actId="962"/>
        <pc:sldMkLst>
          <pc:docMk/>
          <pc:sldMk cId="458047850" sldId="283"/>
        </pc:sldMkLst>
        <pc:spChg chg="mod">
          <ac:chgData name="Bowen Cheek" userId="8fca192e-0677-4b46-9386-7af871cc0c0f" providerId="ADAL" clId="{539CF98A-204F-498C-B6D5-5A6451AD35FD}" dt="2026-02-24T19:36:03.708" v="4648" actId="1076"/>
          <ac:spMkLst>
            <pc:docMk/>
            <pc:sldMk cId="458047850" sldId="283"/>
            <ac:spMk id="2" creationId="{998D0605-9901-BC33-C207-F000B782BD08}"/>
          </ac:spMkLst>
        </pc:spChg>
        <pc:spChg chg="mod">
          <ac:chgData name="Bowen Cheek" userId="8fca192e-0677-4b46-9386-7af871cc0c0f" providerId="ADAL" clId="{539CF98A-204F-498C-B6D5-5A6451AD35FD}" dt="2026-02-24T19:38:31.984" v="4743" actId="113"/>
          <ac:spMkLst>
            <pc:docMk/>
            <pc:sldMk cId="458047850" sldId="283"/>
            <ac:spMk id="3" creationId="{8B7E610A-0D64-3498-C1A0-6A667DD257DA}"/>
          </ac:spMkLst>
        </pc:spChg>
        <pc:spChg chg="mod">
          <ac:chgData name="Bowen Cheek" userId="8fca192e-0677-4b46-9386-7af871cc0c0f" providerId="ADAL" clId="{539CF98A-204F-498C-B6D5-5A6451AD35FD}" dt="2026-02-24T21:52:00.748" v="7152" actId="962"/>
          <ac:spMkLst>
            <pc:docMk/>
            <pc:sldMk cId="458047850" sldId="283"/>
            <ac:spMk id="4" creationId="{7DDB096E-92B2-101C-3CCB-15218E9307F8}"/>
          </ac:spMkLst>
        </pc:spChg>
        <pc:spChg chg="mod">
          <ac:chgData name="Bowen Cheek" userId="8fca192e-0677-4b46-9386-7af871cc0c0f" providerId="ADAL" clId="{539CF98A-204F-498C-B6D5-5A6451AD35FD}" dt="2026-02-24T21:52:01.651" v="7153" actId="962"/>
          <ac:spMkLst>
            <pc:docMk/>
            <pc:sldMk cId="458047850" sldId="283"/>
            <ac:spMk id="5" creationId="{4C923D25-5E53-E5FB-62CF-668B175FB9A3}"/>
          </ac:spMkLst>
        </pc:spChg>
      </pc:sldChg>
      <pc:sldChg chg="modSp new mod">
        <pc:chgData name="Bowen Cheek" userId="8fca192e-0677-4b46-9386-7af871cc0c0f" providerId="ADAL" clId="{539CF98A-204F-498C-B6D5-5A6451AD35FD}" dt="2026-02-24T21:52:10.372" v="7155" actId="962"/>
        <pc:sldMkLst>
          <pc:docMk/>
          <pc:sldMk cId="881787504" sldId="284"/>
        </pc:sldMkLst>
        <pc:spChg chg="mod">
          <ac:chgData name="Bowen Cheek" userId="8fca192e-0677-4b46-9386-7af871cc0c0f" providerId="ADAL" clId="{539CF98A-204F-498C-B6D5-5A6451AD35FD}" dt="2026-02-24T19:44:55.384" v="4796" actId="1076"/>
          <ac:spMkLst>
            <pc:docMk/>
            <pc:sldMk cId="881787504" sldId="284"/>
            <ac:spMk id="2" creationId="{524C058A-C656-C01C-B237-C2012596C11E}"/>
          </ac:spMkLst>
        </pc:spChg>
        <pc:spChg chg="mod">
          <ac:chgData name="Bowen Cheek" userId="8fca192e-0677-4b46-9386-7af871cc0c0f" providerId="ADAL" clId="{539CF98A-204F-498C-B6D5-5A6451AD35FD}" dt="2026-02-24T19:58:45.504" v="5287" actId="113"/>
          <ac:spMkLst>
            <pc:docMk/>
            <pc:sldMk cId="881787504" sldId="284"/>
            <ac:spMk id="3" creationId="{24EBCEAC-0BF8-D4CA-9048-29E69681643C}"/>
          </ac:spMkLst>
        </pc:spChg>
        <pc:spChg chg="mod">
          <ac:chgData name="Bowen Cheek" userId="8fca192e-0677-4b46-9386-7af871cc0c0f" providerId="ADAL" clId="{539CF98A-204F-498C-B6D5-5A6451AD35FD}" dt="2026-02-24T21:52:09.523" v="7154" actId="962"/>
          <ac:spMkLst>
            <pc:docMk/>
            <pc:sldMk cId="881787504" sldId="284"/>
            <ac:spMk id="4" creationId="{9A5278CD-9ADC-D05C-381A-E22C747893D9}"/>
          </ac:spMkLst>
        </pc:spChg>
        <pc:spChg chg="mod">
          <ac:chgData name="Bowen Cheek" userId="8fca192e-0677-4b46-9386-7af871cc0c0f" providerId="ADAL" clId="{539CF98A-204F-498C-B6D5-5A6451AD35FD}" dt="2026-02-24T21:52:10.372" v="7155" actId="962"/>
          <ac:spMkLst>
            <pc:docMk/>
            <pc:sldMk cId="881787504" sldId="284"/>
            <ac:spMk id="5" creationId="{4EFF2061-C7FE-57DD-44F6-69C0ECAB98C1}"/>
          </ac:spMkLst>
        </pc:spChg>
      </pc:sldChg>
      <pc:sldChg chg="modSp new mod">
        <pc:chgData name="Bowen Cheek" userId="8fca192e-0677-4b46-9386-7af871cc0c0f" providerId="ADAL" clId="{539CF98A-204F-498C-B6D5-5A6451AD35FD}" dt="2026-02-24T21:52:15.053" v="7157" actId="962"/>
        <pc:sldMkLst>
          <pc:docMk/>
          <pc:sldMk cId="4156557293" sldId="285"/>
        </pc:sldMkLst>
        <pc:spChg chg="mod">
          <ac:chgData name="Bowen Cheek" userId="8fca192e-0677-4b46-9386-7af871cc0c0f" providerId="ADAL" clId="{539CF98A-204F-498C-B6D5-5A6451AD35FD}" dt="2026-02-24T19:28:37.624" v="4345" actId="20577"/>
          <ac:spMkLst>
            <pc:docMk/>
            <pc:sldMk cId="4156557293" sldId="285"/>
            <ac:spMk id="2" creationId="{E16F2213-A579-9E73-41D9-0835F2243E61}"/>
          </ac:spMkLst>
        </pc:spChg>
        <pc:spChg chg="mod">
          <ac:chgData name="Bowen Cheek" userId="8fca192e-0677-4b46-9386-7af871cc0c0f" providerId="ADAL" clId="{539CF98A-204F-498C-B6D5-5A6451AD35FD}" dt="2026-02-24T20:19:32.014" v="5648" actId="114"/>
          <ac:spMkLst>
            <pc:docMk/>
            <pc:sldMk cId="4156557293" sldId="285"/>
            <ac:spMk id="3" creationId="{2636487D-0D94-59A5-DC98-1439FEA57189}"/>
          </ac:spMkLst>
        </pc:spChg>
        <pc:spChg chg="mod">
          <ac:chgData name="Bowen Cheek" userId="8fca192e-0677-4b46-9386-7af871cc0c0f" providerId="ADAL" clId="{539CF98A-204F-498C-B6D5-5A6451AD35FD}" dt="2026-02-24T21:52:14.204" v="7156" actId="962"/>
          <ac:spMkLst>
            <pc:docMk/>
            <pc:sldMk cId="4156557293" sldId="285"/>
            <ac:spMk id="4" creationId="{1395FDE5-5BEB-1028-4DEE-2E50B33924FA}"/>
          </ac:spMkLst>
        </pc:spChg>
        <pc:spChg chg="mod">
          <ac:chgData name="Bowen Cheek" userId="8fca192e-0677-4b46-9386-7af871cc0c0f" providerId="ADAL" clId="{539CF98A-204F-498C-B6D5-5A6451AD35FD}" dt="2026-02-24T21:52:15.053" v="7157" actId="962"/>
          <ac:spMkLst>
            <pc:docMk/>
            <pc:sldMk cId="4156557293" sldId="285"/>
            <ac:spMk id="5" creationId="{574C8A11-12BE-574F-25A5-46A6DF134960}"/>
          </ac:spMkLst>
        </pc:spChg>
      </pc:sldChg>
      <pc:sldChg chg="modSp new mod">
        <pc:chgData name="Bowen Cheek" userId="8fca192e-0677-4b46-9386-7af871cc0c0f" providerId="ADAL" clId="{539CF98A-204F-498C-B6D5-5A6451AD35FD}" dt="2026-02-24T21:52:40.469" v="7165" actId="962"/>
        <pc:sldMkLst>
          <pc:docMk/>
          <pc:sldMk cId="2810604015" sldId="286"/>
        </pc:sldMkLst>
        <pc:spChg chg="mod">
          <ac:chgData name="Bowen Cheek" userId="8fca192e-0677-4b46-9386-7af871cc0c0f" providerId="ADAL" clId="{539CF98A-204F-498C-B6D5-5A6451AD35FD}" dt="2026-02-24T20:00:42.352" v="5315" actId="1076"/>
          <ac:spMkLst>
            <pc:docMk/>
            <pc:sldMk cId="2810604015" sldId="286"/>
            <ac:spMk id="2" creationId="{EF653E6C-206B-7401-B402-397BB0CA68B2}"/>
          </ac:spMkLst>
        </pc:spChg>
        <pc:spChg chg="mod">
          <ac:chgData name="Bowen Cheek" userId="8fca192e-0677-4b46-9386-7af871cc0c0f" providerId="ADAL" clId="{539CF98A-204F-498C-B6D5-5A6451AD35FD}" dt="2026-02-24T20:01:28.438" v="5334" actId="20577"/>
          <ac:spMkLst>
            <pc:docMk/>
            <pc:sldMk cId="2810604015" sldId="286"/>
            <ac:spMk id="3" creationId="{E96B1CA9-274A-8EFB-232C-557E6A8CE828}"/>
          </ac:spMkLst>
        </pc:spChg>
        <pc:spChg chg="mod">
          <ac:chgData name="Bowen Cheek" userId="8fca192e-0677-4b46-9386-7af871cc0c0f" providerId="ADAL" clId="{539CF98A-204F-498C-B6D5-5A6451AD35FD}" dt="2026-02-24T21:52:39.406" v="7164" actId="962"/>
          <ac:spMkLst>
            <pc:docMk/>
            <pc:sldMk cId="2810604015" sldId="286"/>
            <ac:spMk id="4" creationId="{1E1541EC-9126-D041-A9C4-3BD5D51D45D5}"/>
          </ac:spMkLst>
        </pc:spChg>
        <pc:spChg chg="mod">
          <ac:chgData name="Bowen Cheek" userId="8fca192e-0677-4b46-9386-7af871cc0c0f" providerId="ADAL" clId="{539CF98A-204F-498C-B6D5-5A6451AD35FD}" dt="2026-02-24T21:52:40.469" v="7165" actId="962"/>
          <ac:spMkLst>
            <pc:docMk/>
            <pc:sldMk cId="2810604015" sldId="286"/>
            <ac:spMk id="5" creationId="{7FD27484-30DF-8677-78AA-A3CCAB7051F1}"/>
          </ac:spMkLst>
        </pc:spChg>
      </pc:sldChg>
      <pc:sldChg chg="modSp new mod">
        <pc:chgData name="Bowen Cheek" userId="8fca192e-0677-4b46-9386-7af871cc0c0f" providerId="ADAL" clId="{539CF98A-204F-498C-B6D5-5A6451AD35FD}" dt="2026-02-24T21:52:53.627" v="7171" actId="962"/>
        <pc:sldMkLst>
          <pc:docMk/>
          <pc:sldMk cId="3241997135" sldId="287"/>
        </pc:sldMkLst>
        <pc:spChg chg="mod">
          <ac:chgData name="Bowen Cheek" userId="8fca192e-0677-4b46-9386-7af871cc0c0f" providerId="ADAL" clId="{539CF98A-204F-498C-B6D5-5A6451AD35FD}" dt="2026-02-24T19:30:10.884" v="4441" actId="20577"/>
          <ac:spMkLst>
            <pc:docMk/>
            <pc:sldMk cId="3241997135" sldId="287"/>
            <ac:spMk id="2" creationId="{0783916D-D6CC-4EB8-94D5-515CC1861A5A}"/>
          </ac:spMkLst>
        </pc:spChg>
        <pc:spChg chg="mod">
          <ac:chgData name="Bowen Cheek" userId="8fca192e-0677-4b46-9386-7af871cc0c0f" providerId="ADAL" clId="{539CF98A-204F-498C-B6D5-5A6451AD35FD}" dt="2026-02-24T21:12:13.635" v="6370" actId="14100"/>
          <ac:spMkLst>
            <pc:docMk/>
            <pc:sldMk cId="3241997135" sldId="287"/>
            <ac:spMk id="3" creationId="{3A48A396-6B3D-5BBA-BAFF-0B8287F9DB25}"/>
          </ac:spMkLst>
        </pc:spChg>
        <pc:spChg chg="mod">
          <ac:chgData name="Bowen Cheek" userId="8fca192e-0677-4b46-9386-7af871cc0c0f" providerId="ADAL" clId="{539CF98A-204F-498C-B6D5-5A6451AD35FD}" dt="2026-02-24T21:52:52.723" v="7170" actId="962"/>
          <ac:spMkLst>
            <pc:docMk/>
            <pc:sldMk cId="3241997135" sldId="287"/>
            <ac:spMk id="4" creationId="{D223BC27-B727-99F9-F9C1-2802895107FC}"/>
          </ac:spMkLst>
        </pc:spChg>
        <pc:spChg chg="mod">
          <ac:chgData name="Bowen Cheek" userId="8fca192e-0677-4b46-9386-7af871cc0c0f" providerId="ADAL" clId="{539CF98A-204F-498C-B6D5-5A6451AD35FD}" dt="2026-02-24T21:52:53.627" v="7171" actId="962"/>
          <ac:spMkLst>
            <pc:docMk/>
            <pc:sldMk cId="3241997135" sldId="287"/>
            <ac:spMk id="5" creationId="{02BB9044-7165-213F-B8C3-559DD43F2403}"/>
          </ac:spMkLst>
        </pc:spChg>
      </pc:sldChg>
      <pc:sldChg chg="modSp new mod">
        <pc:chgData name="Bowen Cheek" userId="8fca192e-0677-4b46-9386-7af871cc0c0f" providerId="ADAL" clId="{539CF98A-204F-498C-B6D5-5A6451AD35FD}" dt="2026-02-24T21:53:14.837" v="7177" actId="962"/>
        <pc:sldMkLst>
          <pc:docMk/>
          <pc:sldMk cId="1160473836" sldId="288"/>
        </pc:sldMkLst>
        <pc:spChg chg="mod">
          <ac:chgData name="Bowen Cheek" userId="8fca192e-0677-4b46-9386-7af871cc0c0f" providerId="ADAL" clId="{539CF98A-204F-498C-B6D5-5A6451AD35FD}" dt="2026-02-24T20:03:24.019" v="5364" actId="1076"/>
          <ac:spMkLst>
            <pc:docMk/>
            <pc:sldMk cId="1160473836" sldId="288"/>
            <ac:spMk id="2" creationId="{052A9A4D-3EAC-39E7-318C-DB15E9121246}"/>
          </ac:spMkLst>
        </pc:spChg>
        <pc:spChg chg="mod">
          <ac:chgData name="Bowen Cheek" userId="8fca192e-0677-4b46-9386-7af871cc0c0f" providerId="ADAL" clId="{539CF98A-204F-498C-B6D5-5A6451AD35FD}" dt="2026-02-24T21:17:52.741" v="6469" actId="20577"/>
          <ac:spMkLst>
            <pc:docMk/>
            <pc:sldMk cId="1160473836" sldId="288"/>
            <ac:spMk id="3" creationId="{91AA7823-C74E-3138-F9D3-895BC28E28F1}"/>
          </ac:spMkLst>
        </pc:spChg>
        <pc:spChg chg="mod">
          <ac:chgData name="Bowen Cheek" userId="8fca192e-0677-4b46-9386-7af871cc0c0f" providerId="ADAL" clId="{539CF98A-204F-498C-B6D5-5A6451AD35FD}" dt="2026-02-24T21:53:13.449" v="7176" actId="962"/>
          <ac:spMkLst>
            <pc:docMk/>
            <pc:sldMk cId="1160473836" sldId="288"/>
            <ac:spMk id="4" creationId="{18BB248B-D8D2-ADA4-4B98-2C95CD2CA96F}"/>
          </ac:spMkLst>
        </pc:spChg>
        <pc:spChg chg="mod">
          <ac:chgData name="Bowen Cheek" userId="8fca192e-0677-4b46-9386-7af871cc0c0f" providerId="ADAL" clId="{539CF98A-204F-498C-B6D5-5A6451AD35FD}" dt="2026-02-24T21:53:14.837" v="7177" actId="962"/>
          <ac:spMkLst>
            <pc:docMk/>
            <pc:sldMk cId="1160473836" sldId="288"/>
            <ac:spMk id="5" creationId="{10EA2D34-B148-E9A1-66BB-6E1062927234}"/>
          </ac:spMkLst>
        </pc:spChg>
      </pc:sldChg>
      <pc:sldChg chg="addSp delSp modSp new mod">
        <pc:chgData name="Bowen Cheek" userId="8fca192e-0677-4b46-9386-7af871cc0c0f" providerId="ADAL" clId="{539CF98A-204F-498C-B6D5-5A6451AD35FD}" dt="2026-02-24T21:53:32.347" v="7183" actId="962"/>
        <pc:sldMkLst>
          <pc:docMk/>
          <pc:sldMk cId="755947800" sldId="289"/>
        </pc:sldMkLst>
        <pc:spChg chg="mod">
          <ac:chgData name="Bowen Cheek" userId="8fca192e-0677-4b46-9386-7af871cc0c0f" providerId="ADAL" clId="{539CF98A-204F-498C-B6D5-5A6451AD35FD}" dt="2026-02-24T20:03:59.278" v="5374" actId="1076"/>
          <ac:spMkLst>
            <pc:docMk/>
            <pc:sldMk cId="755947800" sldId="289"/>
            <ac:spMk id="2" creationId="{9B828EA2-9962-3574-4942-25FC49907A72}"/>
          </ac:spMkLst>
        </pc:spChg>
        <pc:spChg chg="add del mod">
          <ac:chgData name="Bowen Cheek" userId="8fca192e-0677-4b46-9386-7af871cc0c0f" providerId="ADAL" clId="{539CF98A-204F-498C-B6D5-5A6451AD35FD}" dt="2026-02-24T21:28:21.988" v="6669" actId="207"/>
          <ac:spMkLst>
            <pc:docMk/>
            <pc:sldMk cId="755947800" sldId="289"/>
            <ac:spMk id="3" creationId="{6B401C3F-0663-A879-2BD4-D968EBDA1B2F}"/>
          </ac:spMkLst>
        </pc:spChg>
        <pc:spChg chg="mod">
          <ac:chgData name="Bowen Cheek" userId="8fca192e-0677-4b46-9386-7af871cc0c0f" providerId="ADAL" clId="{539CF98A-204F-498C-B6D5-5A6451AD35FD}" dt="2026-02-24T21:53:31.492" v="7182" actId="962"/>
          <ac:spMkLst>
            <pc:docMk/>
            <pc:sldMk cId="755947800" sldId="289"/>
            <ac:spMk id="4" creationId="{8CA4BB90-E59E-88B0-7E31-6FE98FBF24EC}"/>
          </ac:spMkLst>
        </pc:spChg>
        <pc:spChg chg="mod">
          <ac:chgData name="Bowen Cheek" userId="8fca192e-0677-4b46-9386-7af871cc0c0f" providerId="ADAL" clId="{539CF98A-204F-498C-B6D5-5A6451AD35FD}" dt="2026-02-24T21:53:32.347" v="7183" actId="962"/>
          <ac:spMkLst>
            <pc:docMk/>
            <pc:sldMk cId="755947800" sldId="289"/>
            <ac:spMk id="5" creationId="{9FA0E59A-DF36-ED36-E4D9-DE618C5FDCA9}"/>
          </ac:spMkLst>
        </pc:spChg>
      </pc:sldChg>
      <pc:sldChg chg="modSp new mod">
        <pc:chgData name="Bowen Cheek" userId="8fca192e-0677-4b46-9386-7af871cc0c0f" providerId="ADAL" clId="{539CF98A-204F-498C-B6D5-5A6451AD35FD}" dt="2026-02-24T21:53:46.768" v="7189" actId="962"/>
        <pc:sldMkLst>
          <pc:docMk/>
          <pc:sldMk cId="1400480354" sldId="290"/>
        </pc:sldMkLst>
        <pc:spChg chg="mod">
          <ac:chgData name="Bowen Cheek" userId="8fca192e-0677-4b46-9386-7af871cc0c0f" providerId="ADAL" clId="{539CF98A-204F-498C-B6D5-5A6451AD35FD}" dt="2026-02-24T20:04:44.891" v="5393" actId="1076"/>
          <ac:spMkLst>
            <pc:docMk/>
            <pc:sldMk cId="1400480354" sldId="290"/>
            <ac:spMk id="2" creationId="{822B7945-A6A9-9D69-85AA-71E0A9F43359}"/>
          </ac:spMkLst>
        </pc:spChg>
        <pc:spChg chg="mod">
          <ac:chgData name="Bowen Cheek" userId="8fca192e-0677-4b46-9386-7af871cc0c0f" providerId="ADAL" clId="{539CF98A-204F-498C-B6D5-5A6451AD35FD}" dt="2026-02-24T21:34:13.626" v="6849" actId="1076"/>
          <ac:spMkLst>
            <pc:docMk/>
            <pc:sldMk cId="1400480354" sldId="290"/>
            <ac:spMk id="3" creationId="{56A772D8-3955-34D7-D597-FEAE50054ECB}"/>
          </ac:spMkLst>
        </pc:spChg>
        <pc:spChg chg="mod">
          <ac:chgData name="Bowen Cheek" userId="8fca192e-0677-4b46-9386-7af871cc0c0f" providerId="ADAL" clId="{539CF98A-204F-498C-B6D5-5A6451AD35FD}" dt="2026-02-24T21:53:45.934" v="7188" actId="962"/>
          <ac:spMkLst>
            <pc:docMk/>
            <pc:sldMk cId="1400480354" sldId="290"/>
            <ac:spMk id="4" creationId="{5E08DF6C-AC55-6107-5E93-B8E677886B2A}"/>
          </ac:spMkLst>
        </pc:spChg>
        <pc:spChg chg="mod">
          <ac:chgData name="Bowen Cheek" userId="8fca192e-0677-4b46-9386-7af871cc0c0f" providerId="ADAL" clId="{539CF98A-204F-498C-B6D5-5A6451AD35FD}" dt="2026-02-24T21:53:46.768" v="7189" actId="962"/>
          <ac:spMkLst>
            <pc:docMk/>
            <pc:sldMk cId="1400480354" sldId="290"/>
            <ac:spMk id="5" creationId="{F8063E99-8B8F-8639-5937-D3AE6EAEBD1E}"/>
          </ac:spMkLst>
        </pc:spChg>
      </pc:sldChg>
      <pc:sldChg chg="modSp new mod">
        <pc:chgData name="Bowen Cheek" userId="8fca192e-0677-4b46-9386-7af871cc0c0f" providerId="ADAL" clId="{539CF98A-204F-498C-B6D5-5A6451AD35FD}" dt="2026-02-24T21:52:49.465" v="7169" actId="962"/>
        <pc:sldMkLst>
          <pc:docMk/>
          <pc:sldMk cId="2790327782" sldId="291"/>
        </pc:sldMkLst>
        <pc:spChg chg="mod">
          <ac:chgData name="Bowen Cheek" userId="8fca192e-0677-4b46-9386-7af871cc0c0f" providerId="ADAL" clId="{539CF98A-204F-498C-B6D5-5A6451AD35FD}" dt="2026-02-24T20:41:48.037" v="6266" actId="1076"/>
          <ac:spMkLst>
            <pc:docMk/>
            <pc:sldMk cId="2790327782" sldId="291"/>
            <ac:spMk id="2" creationId="{3D07D810-EBEC-6C9F-562E-00321C2EBD31}"/>
          </ac:spMkLst>
        </pc:spChg>
        <pc:spChg chg="mod">
          <ac:chgData name="Bowen Cheek" userId="8fca192e-0677-4b46-9386-7af871cc0c0f" providerId="ADAL" clId="{539CF98A-204F-498C-B6D5-5A6451AD35FD}" dt="2026-02-24T20:45:10.033" v="6271" actId="1076"/>
          <ac:spMkLst>
            <pc:docMk/>
            <pc:sldMk cId="2790327782" sldId="291"/>
            <ac:spMk id="3" creationId="{64AFEA91-817A-421F-EEDC-8E9C9B73EFAB}"/>
          </ac:spMkLst>
        </pc:spChg>
        <pc:spChg chg="mod">
          <ac:chgData name="Bowen Cheek" userId="8fca192e-0677-4b46-9386-7af871cc0c0f" providerId="ADAL" clId="{539CF98A-204F-498C-B6D5-5A6451AD35FD}" dt="2026-02-24T21:52:48.604" v="7168" actId="962"/>
          <ac:spMkLst>
            <pc:docMk/>
            <pc:sldMk cId="2790327782" sldId="291"/>
            <ac:spMk id="4" creationId="{1C4630F9-F7D6-E03B-5530-99E34AA8B862}"/>
          </ac:spMkLst>
        </pc:spChg>
        <pc:spChg chg="mod">
          <ac:chgData name="Bowen Cheek" userId="8fca192e-0677-4b46-9386-7af871cc0c0f" providerId="ADAL" clId="{539CF98A-204F-498C-B6D5-5A6451AD35FD}" dt="2026-02-24T21:52:49.465" v="7169" actId="962"/>
          <ac:spMkLst>
            <pc:docMk/>
            <pc:sldMk cId="2790327782" sldId="291"/>
            <ac:spMk id="5" creationId="{7BCE9E39-590D-BCAD-E3B1-E1A98E948E5A}"/>
          </ac:spMkLst>
        </pc:spChg>
      </pc:sldChg>
      <pc:sldChg chg="modSp add mod">
        <pc:chgData name="Bowen Cheek" userId="8fca192e-0677-4b46-9386-7af871cc0c0f" providerId="ADAL" clId="{539CF98A-204F-498C-B6D5-5A6451AD35FD}" dt="2026-02-24T21:53:09.047" v="7175" actId="962"/>
        <pc:sldMkLst>
          <pc:docMk/>
          <pc:sldMk cId="1206467495" sldId="292"/>
        </pc:sldMkLst>
        <pc:spChg chg="mod">
          <ac:chgData name="Bowen Cheek" userId="8fca192e-0677-4b46-9386-7af871cc0c0f" providerId="ADAL" clId="{539CF98A-204F-498C-B6D5-5A6451AD35FD}" dt="2026-02-24T20:48:30.784" v="6361" actId="20577"/>
          <ac:spMkLst>
            <pc:docMk/>
            <pc:sldMk cId="1206467495" sldId="292"/>
            <ac:spMk id="2" creationId="{1A328F22-27B6-700A-2458-5E7EDA532859}"/>
          </ac:spMkLst>
        </pc:spChg>
        <pc:spChg chg="mod">
          <ac:chgData name="Bowen Cheek" userId="8fca192e-0677-4b46-9386-7af871cc0c0f" providerId="ADAL" clId="{539CF98A-204F-498C-B6D5-5A6451AD35FD}" dt="2026-02-24T21:14:51.388" v="6413" actId="20577"/>
          <ac:spMkLst>
            <pc:docMk/>
            <pc:sldMk cId="1206467495" sldId="292"/>
            <ac:spMk id="3" creationId="{5C248AFA-770C-0D4E-BBB2-F07C03D90C6A}"/>
          </ac:spMkLst>
        </pc:spChg>
        <pc:spChg chg="mod">
          <ac:chgData name="Bowen Cheek" userId="8fca192e-0677-4b46-9386-7af871cc0c0f" providerId="ADAL" clId="{539CF98A-204F-498C-B6D5-5A6451AD35FD}" dt="2026-02-24T21:53:07.988" v="7174" actId="962"/>
          <ac:spMkLst>
            <pc:docMk/>
            <pc:sldMk cId="1206467495" sldId="292"/>
            <ac:spMk id="4" creationId="{555C04BE-9FA2-BB67-C5CA-0B7630504D72}"/>
          </ac:spMkLst>
        </pc:spChg>
        <pc:spChg chg="mod">
          <ac:chgData name="Bowen Cheek" userId="8fca192e-0677-4b46-9386-7af871cc0c0f" providerId="ADAL" clId="{539CF98A-204F-498C-B6D5-5A6451AD35FD}" dt="2026-02-24T21:53:09.047" v="7175" actId="962"/>
          <ac:spMkLst>
            <pc:docMk/>
            <pc:sldMk cId="1206467495" sldId="292"/>
            <ac:spMk id="5" creationId="{1521FEFC-3B30-7193-32D9-0B8A3C766D5C}"/>
          </ac:spMkLst>
        </pc:spChg>
      </pc:sldChg>
      <pc:sldChg chg="addSp modSp new mod">
        <pc:chgData name="Bowen Cheek" userId="8fca192e-0677-4b46-9386-7af871cc0c0f" providerId="ADAL" clId="{539CF98A-204F-498C-B6D5-5A6451AD35FD}" dt="2026-02-24T21:53:00.373" v="7173" actId="962"/>
        <pc:sldMkLst>
          <pc:docMk/>
          <pc:sldMk cId="3933668479" sldId="293"/>
        </pc:sldMkLst>
        <pc:spChg chg="mod">
          <ac:chgData name="Bowen Cheek" userId="8fca192e-0677-4b46-9386-7af871cc0c0f" providerId="ADAL" clId="{539CF98A-204F-498C-B6D5-5A6451AD35FD}" dt="2026-02-24T21:53:00.373" v="7173" actId="962"/>
          <ac:spMkLst>
            <pc:docMk/>
            <pc:sldMk cId="3933668479" sldId="293"/>
            <ac:spMk id="2" creationId="{E6844CD8-4E7B-2013-B562-C0D4B1B34D74}"/>
          </ac:spMkLst>
        </pc:spChg>
        <pc:spChg chg="mod">
          <ac:chgData name="Bowen Cheek" userId="8fca192e-0677-4b46-9386-7af871cc0c0f" providerId="ADAL" clId="{539CF98A-204F-498C-B6D5-5A6451AD35FD}" dt="2026-02-24T21:52:58.216" v="7172" actId="962"/>
          <ac:spMkLst>
            <pc:docMk/>
            <pc:sldMk cId="3933668479" sldId="293"/>
            <ac:spMk id="3" creationId="{7FE8647D-0DD9-9094-5BE3-943C83342FD9}"/>
          </ac:spMkLst>
        </pc:spChg>
        <pc:spChg chg="add mod">
          <ac:chgData name="Bowen Cheek" userId="8fca192e-0677-4b46-9386-7af871cc0c0f" providerId="ADAL" clId="{539CF98A-204F-498C-B6D5-5A6451AD35FD}" dt="2026-02-24T20:47:20.205" v="6329" actId="1076"/>
          <ac:spMkLst>
            <pc:docMk/>
            <pc:sldMk cId="3933668479" sldId="293"/>
            <ac:spMk id="4" creationId="{A8892E8C-99C3-3893-196D-D8E9F2CF71EE}"/>
          </ac:spMkLst>
        </pc:spChg>
      </pc:sldChg>
      <pc:sldChg chg="modSp add mod">
        <pc:chgData name="Bowen Cheek" userId="8fca192e-0677-4b46-9386-7af871cc0c0f" providerId="ADAL" clId="{539CF98A-204F-498C-B6D5-5A6451AD35FD}" dt="2026-02-24T21:52:26.854" v="7161" actId="962"/>
        <pc:sldMkLst>
          <pc:docMk/>
          <pc:sldMk cId="569887188" sldId="294"/>
        </pc:sldMkLst>
        <pc:spChg chg="mod">
          <ac:chgData name="Bowen Cheek" userId="8fca192e-0677-4b46-9386-7af871cc0c0f" providerId="ADAL" clId="{539CF98A-204F-498C-B6D5-5A6451AD35FD}" dt="2026-02-24T20:21:54.387" v="5723" actId="20577"/>
          <ac:spMkLst>
            <pc:docMk/>
            <pc:sldMk cId="569887188" sldId="294"/>
            <ac:spMk id="2" creationId="{CB90B349-D07C-7395-6101-0B1574D0DD0A}"/>
          </ac:spMkLst>
        </pc:spChg>
        <pc:spChg chg="mod">
          <ac:chgData name="Bowen Cheek" userId="8fca192e-0677-4b46-9386-7af871cc0c0f" providerId="ADAL" clId="{539CF98A-204F-498C-B6D5-5A6451AD35FD}" dt="2026-02-24T20:22:59.801" v="5824" actId="20577"/>
          <ac:spMkLst>
            <pc:docMk/>
            <pc:sldMk cId="569887188" sldId="294"/>
            <ac:spMk id="3" creationId="{2A509B3B-6F0A-E995-E25B-682B6FFE62B9}"/>
          </ac:spMkLst>
        </pc:spChg>
        <pc:spChg chg="mod">
          <ac:chgData name="Bowen Cheek" userId="8fca192e-0677-4b46-9386-7af871cc0c0f" providerId="ADAL" clId="{539CF98A-204F-498C-B6D5-5A6451AD35FD}" dt="2026-02-24T21:52:25.566" v="7160" actId="962"/>
          <ac:spMkLst>
            <pc:docMk/>
            <pc:sldMk cId="569887188" sldId="294"/>
            <ac:spMk id="4" creationId="{9A5A039D-C03D-ABF6-ADED-FA8BB734C369}"/>
          </ac:spMkLst>
        </pc:spChg>
        <pc:spChg chg="mod">
          <ac:chgData name="Bowen Cheek" userId="8fca192e-0677-4b46-9386-7af871cc0c0f" providerId="ADAL" clId="{539CF98A-204F-498C-B6D5-5A6451AD35FD}" dt="2026-02-24T21:52:26.854" v="7161" actId="962"/>
          <ac:spMkLst>
            <pc:docMk/>
            <pc:sldMk cId="569887188" sldId="294"/>
            <ac:spMk id="5" creationId="{37E504E7-B518-74E4-D0D7-39DBCB3594DC}"/>
          </ac:spMkLst>
        </pc:spChg>
        <pc:graphicFrameChg chg="mod modGraphic">
          <ac:chgData name="Bowen Cheek" userId="8fca192e-0677-4b46-9386-7af871cc0c0f" providerId="ADAL" clId="{539CF98A-204F-498C-B6D5-5A6451AD35FD}" dt="2026-02-24T20:45:54.237" v="6276" actId="13238"/>
          <ac:graphicFrameMkLst>
            <pc:docMk/>
            <pc:sldMk cId="569887188" sldId="294"/>
            <ac:graphicFrameMk id="7" creationId="{C14F99D1-31A1-3ACA-8BB7-B996BAEDA6D7}"/>
          </ac:graphicFrameMkLst>
        </pc:graphicFrameChg>
      </pc:sldChg>
      <pc:sldChg chg="modSp add mod">
        <pc:chgData name="Bowen Cheek" userId="8fca192e-0677-4b46-9386-7af871cc0c0f" providerId="ADAL" clId="{539CF98A-204F-498C-B6D5-5A6451AD35FD}" dt="2026-02-24T21:53:19.805" v="7179" actId="962"/>
        <pc:sldMkLst>
          <pc:docMk/>
          <pc:sldMk cId="3903517770" sldId="297"/>
        </pc:sldMkLst>
        <pc:spChg chg="mod">
          <ac:chgData name="Bowen Cheek" userId="8fca192e-0677-4b46-9386-7af871cc0c0f" providerId="ADAL" clId="{539CF98A-204F-498C-B6D5-5A6451AD35FD}" dt="2026-02-24T21:16:39.771" v="6429" actId="20577"/>
          <ac:spMkLst>
            <pc:docMk/>
            <pc:sldMk cId="3903517770" sldId="297"/>
            <ac:spMk id="2" creationId="{65D7928A-CCCC-AD94-674B-1F9F35CC7C20}"/>
          </ac:spMkLst>
        </pc:spChg>
        <pc:spChg chg="mod">
          <ac:chgData name="Bowen Cheek" userId="8fca192e-0677-4b46-9386-7af871cc0c0f" providerId="ADAL" clId="{539CF98A-204F-498C-B6D5-5A6451AD35FD}" dt="2026-02-24T21:18:36.112" v="6481" actId="27636"/>
          <ac:spMkLst>
            <pc:docMk/>
            <pc:sldMk cId="3903517770" sldId="297"/>
            <ac:spMk id="3" creationId="{9E366D1D-322C-314A-3F4B-DACF88D9B46A}"/>
          </ac:spMkLst>
        </pc:spChg>
        <pc:spChg chg="mod">
          <ac:chgData name="Bowen Cheek" userId="8fca192e-0677-4b46-9386-7af871cc0c0f" providerId="ADAL" clId="{539CF98A-204F-498C-B6D5-5A6451AD35FD}" dt="2026-02-24T21:53:18.561" v="7178" actId="962"/>
          <ac:spMkLst>
            <pc:docMk/>
            <pc:sldMk cId="3903517770" sldId="297"/>
            <ac:spMk id="4" creationId="{97BBB858-B713-18AD-BF18-415EDE76D053}"/>
          </ac:spMkLst>
        </pc:spChg>
        <pc:spChg chg="mod">
          <ac:chgData name="Bowen Cheek" userId="8fca192e-0677-4b46-9386-7af871cc0c0f" providerId="ADAL" clId="{539CF98A-204F-498C-B6D5-5A6451AD35FD}" dt="2026-02-24T21:53:19.805" v="7179" actId="962"/>
          <ac:spMkLst>
            <pc:docMk/>
            <pc:sldMk cId="3903517770" sldId="297"/>
            <ac:spMk id="5" creationId="{D3FF24FF-6528-7916-8D60-EE17ED4A7351}"/>
          </ac:spMkLst>
        </pc:spChg>
      </pc:sldChg>
      <pc:sldChg chg="modSp add mod">
        <pc:chgData name="Bowen Cheek" userId="8fca192e-0677-4b46-9386-7af871cc0c0f" providerId="ADAL" clId="{539CF98A-204F-498C-B6D5-5A6451AD35FD}" dt="2026-02-24T21:53:36.920" v="7185" actId="962"/>
        <pc:sldMkLst>
          <pc:docMk/>
          <pc:sldMk cId="1937774288" sldId="299"/>
        </pc:sldMkLst>
        <pc:spChg chg="mod">
          <ac:chgData name="Bowen Cheek" userId="8fca192e-0677-4b46-9386-7af871cc0c0f" providerId="ADAL" clId="{539CF98A-204F-498C-B6D5-5A6451AD35FD}" dt="2026-02-24T21:29:00.151" v="6679" actId="20577"/>
          <ac:spMkLst>
            <pc:docMk/>
            <pc:sldMk cId="1937774288" sldId="299"/>
            <ac:spMk id="2" creationId="{B3C6BCBD-DAB9-D7AF-EA09-35D66F294761}"/>
          </ac:spMkLst>
        </pc:spChg>
        <pc:spChg chg="mod">
          <ac:chgData name="Bowen Cheek" userId="8fca192e-0677-4b46-9386-7af871cc0c0f" providerId="ADAL" clId="{539CF98A-204F-498C-B6D5-5A6451AD35FD}" dt="2026-02-24T21:32:04.393" v="6775" actId="1076"/>
          <ac:spMkLst>
            <pc:docMk/>
            <pc:sldMk cId="1937774288" sldId="299"/>
            <ac:spMk id="3" creationId="{2C59C040-E43D-63F9-09BF-FB32506A946C}"/>
          </ac:spMkLst>
        </pc:spChg>
        <pc:spChg chg="mod">
          <ac:chgData name="Bowen Cheek" userId="8fca192e-0677-4b46-9386-7af871cc0c0f" providerId="ADAL" clId="{539CF98A-204F-498C-B6D5-5A6451AD35FD}" dt="2026-02-24T21:53:36.101" v="7184" actId="962"/>
          <ac:spMkLst>
            <pc:docMk/>
            <pc:sldMk cId="1937774288" sldId="299"/>
            <ac:spMk id="4" creationId="{74A8A336-42DE-0F9E-DF0E-C3DE497ABC99}"/>
          </ac:spMkLst>
        </pc:spChg>
        <pc:spChg chg="mod">
          <ac:chgData name="Bowen Cheek" userId="8fca192e-0677-4b46-9386-7af871cc0c0f" providerId="ADAL" clId="{539CF98A-204F-498C-B6D5-5A6451AD35FD}" dt="2026-02-24T21:53:36.920" v="7185" actId="962"/>
          <ac:spMkLst>
            <pc:docMk/>
            <pc:sldMk cId="1937774288" sldId="299"/>
            <ac:spMk id="5" creationId="{F6ACEED3-3706-4CEE-92DA-19FD36FB3C35}"/>
          </ac:spMkLst>
        </pc:spChg>
      </pc:sldChg>
      <pc:sldChg chg="modSp add mod">
        <pc:chgData name="Bowen Cheek" userId="8fca192e-0677-4b46-9386-7af871cc0c0f" providerId="ADAL" clId="{539CF98A-204F-498C-B6D5-5A6451AD35FD}" dt="2026-02-24T21:53:52.773" v="7191" actId="962"/>
        <pc:sldMkLst>
          <pc:docMk/>
          <pc:sldMk cId="4087542408" sldId="302"/>
        </pc:sldMkLst>
        <pc:spChg chg="mod">
          <ac:chgData name="Bowen Cheek" userId="8fca192e-0677-4b46-9386-7af871cc0c0f" providerId="ADAL" clId="{539CF98A-204F-498C-B6D5-5A6451AD35FD}" dt="2026-02-24T21:53:52.030" v="7190" actId="962"/>
          <ac:spMkLst>
            <pc:docMk/>
            <pc:sldMk cId="4087542408" sldId="302"/>
            <ac:spMk id="4" creationId="{5E81309E-239D-CFA3-5D41-5F5D88FBDC37}"/>
          </ac:spMkLst>
        </pc:spChg>
        <pc:spChg chg="mod">
          <ac:chgData name="Bowen Cheek" userId="8fca192e-0677-4b46-9386-7af871cc0c0f" providerId="ADAL" clId="{539CF98A-204F-498C-B6D5-5A6451AD35FD}" dt="2026-02-24T21:53:52.773" v="7191" actId="962"/>
          <ac:spMkLst>
            <pc:docMk/>
            <pc:sldMk cId="4087542408" sldId="302"/>
            <ac:spMk id="5" creationId="{F8F1A221-48A6-28DE-7C92-7B8F88BAF012}"/>
          </ac:spMkLst>
        </pc:spChg>
      </pc:sldChg>
    </pc:docChg>
  </pc:docChgLst>
  <pc:docChgLst>
    <pc:chgData name="Bowen Cheek" userId="S::meldrid8@kennesaw.edu::8fca192e-0677-4b46-9386-7af871cc0c0f" providerId="AD" clId="Web-{BE39CE29-85CD-D2BC-9D60-588E08A08DDA}"/>
    <pc:docChg chg="addSld modSld">
      <pc:chgData name="Bowen Cheek" userId="S::meldrid8@kennesaw.edu::8fca192e-0677-4b46-9386-7af871cc0c0f" providerId="AD" clId="Web-{BE39CE29-85CD-D2BC-9D60-588E08A08DDA}" dt="2026-02-27T15:10:36.186" v="39" actId="20577"/>
      <pc:docMkLst>
        <pc:docMk/>
      </pc:docMkLst>
      <pc:sldChg chg="modSp">
        <pc:chgData name="Bowen Cheek" userId="S::meldrid8@kennesaw.edu::8fca192e-0677-4b46-9386-7af871cc0c0f" providerId="AD" clId="Web-{BE39CE29-85CD-D2BC-9D60-588E08A08DDA}" dt="2026-02-27T15:07:52.263" v="12" actId="20577"/>
        <pc:sldMkLst>
          <pc:docMk/>
          <pc:sldMk cId="3318305126" sldId="274"/>
        </pc:sldMkLst>
        <pc:spChg chg="mod">
          <ac:chgData name="Bowen Cheek" userId="S::meldrid8@kennesaw.edu::8fca192e-0677-4b46-9386-7af871cc0c0f" providerId="AD" clId="Web-{BE39CE29-85CD-D2BC-9D60-588E08A08DDA}" dt="2026-02-27T15:07:52.263" v="12" actId="20577"/>
          <ac:spMkLst>
            <pc:docMk/>
            <pc:sldMk cId="3318305126" sldId="274"/>
            <ac:spMk id="3" creationId="{7F6C3179-85D1-E1C3-94DD-ECE65D5DD277}"/>
          </ac:spMkLst>
        </pc:spChg>
      </pc:sldChg>
      <pc:sldChg chg="modSp">
        <pc:chgData name="Bowen Cheek" userId="S::meldrid8@kennesaw.edu::8fca192e-0677-4b46-9386-7af871cc0c0f" providerId="AD" clId="Web-{BE39CE29-85CD-D2BC-9D60-588E08A08DDA}" dt="2026-02-27T15:06:55.637" v="3" actId="20577"/>
        <pc:sldMkLst>
          <pc:docMk/>
          <pc:sldMk cId="3331948434" sldId="280"/>
        </pc:sldMkLst>
        <pc:spChg chg="mod">
          <ac:chgData name="Bowen Cheek" userId="S::meldrid8@kennesaw.edu::8fca192e-0677-4b46-9386-7af871cc0c0f" providerId="AD" clId="Web-{BE39CE29-85CD-D2BC-9D60-588E08A08DDA}" dt="2026-02-27T15:06:55.637" v="3" actId="20577"/>
          <ac:spMkLst>
            <pc:docMk/>
            <pc:sldMk cId="3331948434" sldId="280"/>
            <ac:spMk id="3" creationId="{E2AFB423-A0B9-0274-1417-2D2667F82C35}"/>
          </ac:spMkLst>
        </pc:spChg>
      </pc:sldChg>
      <pc:sldChg chg="modSp new">
        <pc:chgData name="Bowen Cheek" userId="S::meldrid8@kennesaw.edu::8fca192e-0677-4b46-9386-7af871cc0c0f" providerId="AD" clId="Web-{BE39CE29-85CD-D2BC-9D60-588E08A08DDA}" dt="2026-02-27T15:10:36.186" v="39" actId="20577"/>
        <pc:sldMkLst>
          <pc:docMk/>
          <pc:sldMk cId="2606820823" sldId="303"/>
        </pc:sldMkLst>
        <pc:spChg chg="mod">
          <ac:chgData name="Bowen Cheek" userId="S::meldrid8@kennesaw.edu::8fca192e-0677-4b46-9386-7af871cc0c0f" providerId="AD" clId="Web-{BE39CE29-85CD-D2BC-9D60-588E08A08DDA}" dt="2026-02-27T15:10:13.514" v="22" actId="20577"/>
          <ac:spMkLst>
            <pc:docMk/>
            <pc:sldMk cId="2606820823" sldId="303"/>
            <ac:spMk id="2" creationId="{97CF1450-E883-EA81-8AB4-98CA3B0CAEDD}"/>
          </ac:spMkLst>
        </pc:spChg>
        <pc:spChg chg="mod">
          <ac:chgData name="Bowen Cheek" userId="S::meldrid8@kennesaw.edu::8fca192e-0677-4b46-9386-7af871cc0c0f" providerId="AD" clId="Web-{BE39CE29-85CD-D2BC-9D60-588E08A08DDA}" dt="2026-02-27T15:10:36.186" v="39" actId="20577"/>
          <ac:spMkLst>
            <pc:docMk/>
            <pc:sldMk cId="2606820823" sldId="303"/>
            <ac:spMk id="3" creationId="{B6784C5A-F7FE-5E18-CC8E-79E3008BFDE4}"/>
          </ac:spMkLst>
        </pc:spChg>
      </pc:sldChg>
    </pc:docChg>
  </pc:docChgLst>
  <pc:docChgLst>
    <pc:chgData name="Bowen Cheek" userId="S::meldrid8@kennesaw.edu::8fca192e-0677-4b46-9386-7af871cc0c0f" providerId="AD" clId="Web-{3D88F2CA-789A-B283-07DF-B6935D50CEBE}"/>
    <pc:docChg chg="modSld">
      <pc:chgData name="Bowen Cheek" userId="S::meldrid8@kennesaw.edu::8fca192e-0677-4b46-9386-7af871cc0c0f" providerId="AD" clId="Web-{3D88F2CA-789A-B283-07DF-B6935D50CEBE}" dt="2026-03-04T18:29:47.731" v="6" actId="1076"/>
      <pc:docMkLst>
        <pc:docMk/>
      </pc:docMkLst>
      <pc:sldChg chg="addSp modSp">
        <pc:chgData name="Bowen Cheek" userId="S::meldrid8@kennesaw.edu::8fca192e-0677-4b46-9386-7af871cc0c0f" providerId="AD" clId="Web-{3D88F2CA-789A-B283-07DF-B6935D50CEBE}" dt="2026-03-04T18:29:47.731" v="6" actId="1076"/>
        <pc:sldMkLst>
          <pc:docMk/>
          <pc:sldMk cId="1400480354" sldId="290"/>
        </pc:sldMkLst>
        <pc:spChg chg="mod">
          <ac:chgData name="Bowen Cheek" userId="S::meldrid8@kennesaw.edu::8fca192e-0677-4b46-9386-7af871cc0c0f" providerId="AD" clId="Web-{3D88F2CA-789A-B283-07DF-B6935D50CEBE}" dt="2026-03-04T18:29:16.540" v="0" actId="14100"/>
          <ac:spMkLst>
            <pc:docMk/>
            <pc:sldMk cId="1400480354" sldId="290"/>
            <ac:spMk id="3" creationId="{56A772D8-3955-34D7-D597-FEAE50054ECB}"/>
          </ac:spMkLst>
        </pc:spChg>
        <pc:spChg chg="add mod">
          <ac:chgData name="Bowen Cheek" userId="S::meldrid8@kennesaw.edu::8fca192e-0677-4b46-9386-7af871cc0c0f" providerId="AD" clId="Web-{3D88F2CA-789A-B283-07DF-B6935D50CEBE}" dt="2026-03-04T18:29:47.731" v="6" actId="1076"/>
          <ac:spMkLst>
            <pc:docMk/>
            <pc:sldMk cId="1400480354" sldId="290"/>
            <ac:spMk id="6" creationId="{C8A2B599-AF8E-558E-2393-45A4085E98EB}"/>
          </ac:spMkLst>
        </pc:spChg>
      </pc:sldChg>
    </pc:docChg>
  </pc:docChgLst>
</pc:chgInfo>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133883-AC50-427D-B587-721120AB614C}" type="datetimeFigureOut">
              <a:rPr lang="en-US" smtClean="0"/>
              <a:t>3/4/2026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9A449A-A76C-4FA2-B812-4A51EB8B7D31}" type="slidenum">
              <a:rPr lang="en-US" smtClean="0"/>
              <a:t>‹#›</a:t>
            </a:fld>
            <a:endParaRPr lang="en-US"/>
          </a:p>
        </p:txBody>
      </p:sp>
    </p:spTree>
    <p:extLst>
      <p:ext uri="{BB962C8B-B14F-4D97-AF65-F5344CB8AC3E}">
        <p14:creationId xmlns:p14="http://schemas.microsoft.com/office/powerpoint/2010/main" val="1386308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22F66-727D-4150-ADA5-49CF3A0F6873}"/>
              </a:ext>
            </a:extLst>
          </p:cNvPr>
          <p:cNvSpPr>
            <a:spLocks noGrp="1"/>
          </p:cNvSpPr>
          <p:nvPr>
            <p:ph type="ctrTitle"/>
          </p:nvPr>
        </p:nvSpPr>
        <p:spPr>
          <a:xfrm>
            <a:off x="530352" y="1122363"/>
            <a:ext cx="10072922" cy="1978346"/>
          </a:xfrm>
        </p:spPr>
        <p:txBody>
          <a:bodyPr anchor="b">
            <a:normAutofit/>
          </a:bodyPr>
          <a:lstStyle>
            <a:lvl1pPr algn="l">
              <a:defRPr sz="4000"/>
            </a:lvl1pPr>
          </a:lstStyle>
          <a:p>
            <a:r>
              <a:rPr lang="en-US"/>
              <a:t>Click to edit Master title style</a:t>
            </a:r>
          </a:p>
        </p:txBody>
      </p:sp>
      <p:sp>
        <p:nvSpPr>
          <p:cNvPr id="3" name="Subtitle 2">
            <a:extLst>
              <a:ext uri="{FF2B5EF4-FFF2-40B4-BE49-F238E27FC236}">
                <a16:creationId xmlns:a16="http://schemas.microsoft.com/office/drawing/2014/main" id="{CDD9A1FE-C39F-4D7C-B93D-F8C203A1D69C}"/>
              </a:ext>
            </a:extLst>
          </p:cNvPr>
          <p:cNvSpPr>
            <a:spLocks noGrp="1"/>
          </p:cNvSpPr>
          <p:nvPr>
            <p:ph type="subTitle" idx="1"/>
          </p:nvPr>
        </p:nvSpPr>
        <p:spPr>
          <a:xfrm>
            <a:off x="530352" y="3509963"/>
            <a:ext cx="10072922" cy="1747837"/>
          </a:xfrm>
        </p:spPr>
        <p:txBody>
          <a:bodyPr>
            <a:normAutofit/>
          </a:bodyPr>
          <a:lstStyle>
            <a:lvl1pPr marL="0" indent="0" algn="l">
              <a:buNone/>
              <a:defRPr sz="2000" i="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C008AAC-7D41-4304-8D59-EF34B232682C}"/>
              </a:ext>
            </a:extLst>
          </p:cNvPr>
          <p:cNvSpPr>
            <a:spLocks noGrp="1"/>
          </p:cNvSpPr>
          <p:nvPr>
            <p:ph type="dt" sz="half" idx="10"/>
          </p:nvPr>
        </p:nvSpPr>
        <p:spPr>
          <a:xfrm>
            <a:off x="530352" y="136525"/>
            <a:ext cx="2743200" cy="365125"/>
          </a:xfrm>
        </p:spPr>
        <p:txBody>
          <a:bodyPr/>
          <a:lstStyle>
            <a:lvl1pPr algn="l">
              <a:defRPr/>
            </a:lvl1pPr>
          </a:lstStyle>
          <a:p>
            <a:fld id="{3712272D-288D-4982-8C75-717944AF4900}" type="datetime1">
              <a:rPr lang="en-US" smtClean="0"/>
              <a:t>3/4/2026</a:t>
            </a:fld>
            <a:endParaRPr lang="en-US"/>
          </a:p>
        </p:txBody>
      </p:sp>
      <p:sp>
        <p:nvSpPr>
          <p:cNvPr id="5" name="Footer Placeholder 4">
            <a:extLst>
              <a:ext uri="{FF2B5EF4-FFF2-40B4-BE49-F238E27FC236}">
                <a16:creationId xmlns:a16="http://schemas.microsoft.com/office/drawing/2014/main" id="{4724D078-DE22-4F23-8B48-21FB1415C3E3}"/>
              </a:ext>
            </a:extLst>
          </p:cNvPr>
          <p:cNvSpPr>
            <a:spLocks noGrp="1"/>
          </p:cNvSpPr>
          <p:nvPr>
            <p:ph type="ftr" sz="quarter" idx="11"/>
          </p:nvPr>
        </p:nvSpPr>
        <p:spPr>
          <a:xfrm>
            <a:off x="530352" y="6356350"/>
            <a:ext cx="4114800" cy="365125"/>
          </a:xfrm>
        </p:spPr>
        <p:txBody>
          <a:bodyPr/>
          <a:lstStyle>
            <a:lvl1pPr algn="l">
              <a:defRPr/>
            </a:lvl1pPr>
          </a:lstStyle>
          <a:p>
            <a:r>
              <a:rPr lang="en-US"/>
              <a:t>Bowen C.</a:t>
            </a:r>
          </a:p>
        </p:txBody>
      </p:sp>
      <p:sp>
        <p:nvSpPr>
          <p:cNvPr id="6" name="Slide Number Placeholder 5">
            <a:extLst>
              <a:ext uri="{FF2B5EF4-FFF2-40B4-BE49-F238E27FC236}">
                <a16:creationId xmlns:a16="http://schemas.microsoft.com/office/drawing/2014/main" id="{BB64C1F5-608B-4335-9F2A-17F63D5FAF0D}"/>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7" name="Graphic 78">
            <a:extLst>
              <a:ext uri="{FF2B5EF4-FFF2-40B4-BE49-F238E27FC236}">
                <a16:creationId xmlns:a16="http://schemas.microsoft.com/office/drawing/2014/main" id="{51B01909-73B8-4486-A749-C643B1D7E361}"/>
              </a:ext>
              <a:ext uri="{C183D7F6-B498-43B3-948B-1728B52AA6E4}">
                <adec:decorative xmlns:adec="http://schemas.microsoft.com/office/drawing/2017/decorative" val="1"/>
              </a:ext>
            </a:extLst>
          </p:cNvPr>
          <p:cNvGrpSpPr/>
          <p:nvPr/>
        </p:nvGrpSpPr>
        <p:grpSpPr>
          <a:xfrm>
            <a:off x="530225" y="3267690"/>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5E279D86-4533-45F1-B0AA-D237399A5ED5}"/>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764FD722-CB31-4326-ADD8-CBA52FD1FF59}"/>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24E4BCEC-8B0A-444E-8509-1B3BB0449E5B}"/>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9DB36622-1DC7-4B17-8984-588BA8999FF6}"/>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51B97AF0-1974-42B9-B5FC-A332C52E8272}"/>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95A298AD-BE5D-4BE1-8CDF-DBFB42D63FEB}"/>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15020097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7B4A7-C566-48F4-B4B8-3A5E7B6C5C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3B93F5-BC8B-452C-ACE2-C7E01D1B80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9A49B3-A57D-46C5-8462-0C52509F8FCA}"/>
              </a:ext>
            </a:extLst>
          </p:cNvPr>
          <p:cNvSpPr>
            <a:spLocks noGrp="1"/>
          </p:cNvSpPr>
          <p:nvPr>
            <p:ph type="dt" sz="half" idx="10"/>
          </p:nvPr>
        </p:nvSpPr>
        <p:spPr>
          <a:xfrm>
            <a:off x="530352" y="136525"/>
            <a:ext cx="2743200" cy="365125"/>
          </a:xfrm>
        </p:spPr>
        <p:txBody>
          <a:bodyPr/>
          <a:lstStyle/>
          <a:p>
            <a:fld id="{FCA3CD10-288D-4BDF-9272-628BE87ABE37}" type="datetime1">
              <a:rPr lang="en-US" smtClean="0"/>
              <a:t>3/4/2026</a:t>
            </a:fld>
            <a:endParaRPr lang="en-US"/>
          </a:p>
        </p:txBody>
      </p:sp>
      <p:sp>
        <p:nvSpPr>
          <p:cNvPr id="5" name="Footer Placeholder 4">
            <a:extLst>
              <a:ext uri="{FF2B5EF4-FFF2-40B4-BE49-F238E27FC236}">
                <a16:creationId xmlns:a16="http://schemas.microsoft.com/office/drawing/2014/main" id="{9EC8C810-EAF4-4D86-84DD-2E574122DD84}"/>
              </a:ext>
            </a:extLst>
          </p:cNvPr>
          <p:cNvSpPr>
            <a:spLocks noGrp="1"/>
          </p:cNvSpPr>
          <p:nvPr>
            <p:ph type="ftr" sz="quarter" idx="11"/>
          </p:nvPr>
        </p:nvSpPr>
        <p:spPr/>
        <p:txBody>
          <a:bodyPr/>
          <a:lstStyle/>
          <a:p>
            <a:r>
              <a:rPr lang="en-US"/>
              <a:t>Bowen C.</a:t>
            </a:r>
          </a:p>
        </p:txBody>
      </p:sp>
      <p:sp>
        <p:nvSpPr>
          <p:cNvPr id="6" name="Slide Number Placeholder 5">
            <a:extLst>
              <a:ext uri="{FF2B5EF4-FFF2-40B4-BE49-F238E27FC236}">
                <a16:creationId xmlns:a16="http://schemas.microsoft.com/office/drawing/2014/main" id="{9587E738-8574-490B-974B-9AD3B2AAE521}"/>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7" name="Graphic 78">
            <a:extLst>
              <a:ext uri="{FF2B5EF4-FFF2-40B4-BE49-F238E27FC236}">
                <a16:creationId xmlns:a16="http://schemas.microsoft.com/office/drawing/2014/main" id="{AC552FEA-472E-4E74-B31D-531852C1908D}"/>
              </a:ext>
              <a:ext uri="{C183D7F6-B498-43B3-948B-1728B52AA6E4}">
                <adec:decorative xmlns:adec="http://schemas.microsoft.com/office/drawing/2017/decorative" val="1"/>
              </a:ext>
            </a:extLst>
          </p:cNvPr>
          <p:cNvGrpSpPr/>
          <p:nvPr/>
        </p:nvGrpSpPr>
        <p:grpSpPr>
          <a:xfrm>
            <a:off x="530225" y="2310597"/>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41DF3078-C636-4776-A616-D5BF3BC280C9}"/>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0D1A27FA-1310-4BC3-A071-1566746B2FB1}"/>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99ACB9EB-84FE-4B33-9EF9-4EC7DAC25DD5}"/>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826E5EFB-0EF9-4DB8-99CB-5DD72009DB2C}"/>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86238E12-0689-4123-8B2E-E1CCFCC4C882}"/>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8538CF67-A00E-4955-A447-001BE02E771A}"/>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2896210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9764E-4B3D-4B6A-A210-B50E4F60E246}"/>
              </a:ext>
            </a:extLst>
          </p:cNvPr>
          <p:cNvSpPr>
            <a:spLocks noGrp="1"/>
          </p:cNvSpPr>
          <p:nvPr>
            <p:ph type="title"/>
          </p:nvPr>
        </p:nvSpPr>
        <p:spPr>
          <a:xfrm>
            <a:off x="530352" y="787068"/>
            <a:ext cx="10072922" cy="2313641"/>
          </a:xfrm>
        </p:spPr>
        <p:txBody>
          <a:bodyPr anchor="b">
            <a:normAutofit/>
          </a:bodyPr>
          <a:lstStyle>
            <a:lvl1pPr>
              <a:defRPr sz="4400"/>
            </a:lvl1pPr>
          </a:lstStyle>
          <a:p>
            <a:r>
              <a:rPr lang="en-US"/>
              <a:t>Click to edit Master title style</a:t>
            </a:r>
          </a:p>
        </p:txBody>
      </p:sp>
      <p:sp>
        <p:nvSpPr>
          <p:cNvPr id="3" name="Text Placeholder 2">
            <a:extLst>
              <a:ext uri="{FF2B5EF4-FFF2-40B4-BE49-F238E27FC236}">
                <a16:creationId xmlns:a16="http://schemas.microsoft.com/office/drawing/2014/main" id="{8A30AEC2-B6E6-4C09-A16F-5E2A1C9A0D0E}"/>
              </a:ext>
            </a:extLst>
          </p:cNvPr>
          <p:cNvSpPr>
            <a:spLocks noGrp="1"/>
          </p:cNvSpPr>
          <p:nvPr>
            <p:ph type="body" idx="1"/>
          </p:nvPr>
        </p:nvSpPr>
        <p:spPr>
          <a:xfrm>
            <a:off x="530352" y="3509963"/>
            <a:ext cx="10072922" cy="2579687"/>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A37CAB-B545-4E42-BB5A-F1DAA9335033}"/>
              </a:ext>
            </a:extLst>
          </p:cNvPr>
          <p:cNvSpPr>
            <a:spLocks noGrp="1"/>
          </p:cNvSpPr>
          <p:nvPr>
            <p:ph type="dt" sz="half" idx="10"/>
          </p:nvPr>
        </p:nvSpPr>
        <p:spPr/>
        <p:txBody>
          <a:bodyPr/>
          <a:lstStyle/>
          <a:p>
            <a:fld id="{424F2F5C-E6B6-43E7-9550-D818F99FD376}" type="datetime1">
              <a:rPr lang="en-US" smtClean="0"/>
              <a:t>3/4/2026</a:t>
            </a:fld>
            <a:endParaRPr lang="en-US"/>
          </a:p>
        </p:txBody>
      </p:sp>
      <p:sp>
        <p:nvSpPr>
          <p:cNvPr id="5" name="Footer Placeholder 4">
            <a:extLst>
              <a:ext uri="{FF2B5EF4-FFF2-40B4-BE49-F238E27FC236}">
                <a16:creationId xmlns:a16="http://schemas.microsoft.com/office/drawing/2014/main" id="{AF6D720B-7E58-43F4-9659-ADB2403A50BB}"/>
              </a:ext>
            </a:extLst>
          </p:cNvPr>
          <p:cNvSpPr>
            <a:spLocks noGrp="1"/>
          </p:cNvSpPr>
          <p:nvPr>
            <p:ph type="ftr" sz="quarter" idx="11"/>
          </p:nvPr>
        </p:nvSpPr>
        <p:spPr/>
        <p:txBody>
          <a:bodyPr/>
          <a:lstStyle/>
          <a:p>
            <a:r>
              <a:rPr lang="en-US"/>
              <a:t>Bowen C.</a:t>
            </a:r>
          </a:p>
        </p:txBody>
      </p:sp>
      <p:sp>
        <p:nvSpPr>
          <p:cNvPr id="6" name="Slide Number Placeholder 5">
            <a:extLst>
              <a:ext uri="{FF2B5EF4-FFF2-40B4-BE49-F238E27FC236}">
                <a16:creationId xmlns:a16="http://schemas.microsoft.com/office/drawing/2014/main" id="{A895F53F-2FA5-4B5C-A151-F07BBC002B29}"/>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7" name="Graphic 78">
            <a:extLst>
              <a:ext uri="{FF2B5EF4-FFF2-40B4-BE49-F238E27FC236}">
                <a16:creationId xmlns:a16="http://schemas.microsoft.com/office/drawing/2014/main" id="{37B4CDD2-E09A-418A-9131-FBDEE440A1F1}"/>
              </a:ext>
              <a:ext uri="{C183D7F6-B498-43B3-948B-1728B52AA6E4}">
                <adec:decorative xmlns:adec="http://schemas.microsoft.com/office/drawing/2017/decorative" val="1"/>
              </a:ext>
            </a:extLst>
          </p:cNvPr>
          <p:cNvGrpSpPr/>
          <p:nvPr/>
        </p:nvGrpSpPr>
        <p:grpSpPr>
          <a:xfrm>
            <a:off x="530225" y="3267690"/>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8852E5FB-B268-4CCA-8E55-803038F7A00D}"/>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A1C9CBB3-97C0-4A35-9088-C69233F5CEE7}"/>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31610871-AEE9-46EB-9D27-BA1D9D688124}"/>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27478059-2A11-484D-A2D7-199F74778E50}"/>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30EC0886-DDB9-47F1-9414-C121C1D3F954}"/>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66A10427-DF20-4284-B215-EABA4D366E20}"/>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4389465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473D3-0F03-4BF4-831F-34E80BAC55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C09409-59F2-486F-A6D0-FAEE8FFF25B2}"/>
              </a:ext>
            </a:extLst>
          </p:cNvPr>
          <p:cNvSpPr>
            <a:spLocks noGrp="1"/>
          </p:cNvSpPr>
          <p:nvPr>
            <p:ph sz="half" idx="1"/>
          </p:nvPr>
        </p:nvSpPr>
        <p:spPr>
          <a:xfrm>
            <a:off x="525717" y="2521885"/>
            <a:ext cx="4645152" cy="36550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087241-B390-47A6-8070-C3D4652F887B}"/>
              </a:ext>
            </a:extLst>
          </p:cNvPr>
          <p:cNvSpPr>
            <a:spLocks noGrp="1"/>
          </p:cNvSpPr>
          <p:nvPr>
            <p:ph sz="half" idx="2"/>
          </p:nvPr>
        </p:nvSpPr>
        <p:spPr>
          <a:xfrm>
            <a:off x="5992136" y="2521885"/>
            <a:ext cx="4611138" cy="36550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080B360-2ACA-4B93-9439-591B6D3FBC3F}"/>
              </a:ext>
            </a:extLst>
          </p:cNvPr>
          <p:cNvSpPr>
            <a:spLocks noGrp="1"/>
          </p:cNvSpPr>
          <p:nvPr>
            <p:ph type="dt" sz="half" idx="10"/>
          </p:nvPr>
        </p:nvSpPr>
        <p:spPr/>
        <p:txBody>
          <a:bodyPr/>
          <a:lstStyle/>
          <a:p>
            <a:fld id="{A441BD86-6DEC-41B1-9416-9D90643F62E5}" type="datetime1">
              <a:rPr lang="en-US" smtClean="0"/>
              <a:t>3/4/2026</a:t>
            </a:fld>
            <a:endParaRPr lang="en-US"/>
          </a:p>
        </p:txBody>
      </p:sp>
      <p:sp>
        <p:nvSpPr>
          <p:cNvPr id="6" name="Footer Placeholder 5">
            <a:extLst>
              <a:ext uri="{FF2B5EF4-FFF2-40B4-BE49-F238E27FC236}">
                <a16:creationId xmlns:a16="http://schemas.microsoft.com/office/drawing/2014/main" id="{684A73E2-CF78-404C-A86F-E70A284AE99E}"/>
              </a:ext>
            </a:extLst>
          </p:cNvPr>
          <p:cNvSpPr>
            <a:spLocks noGrp="1"/>
          </p:cNvSpPr>
          <p:nvPr>
            <p:ph type="ftr" sz="quarter" idx="11"/>
          </p:nvPr>
        </p:nvSpPr>
        <p:spPr/>
        <p:txBody>
          <a:bodyPr/>
          <a:lstStyle/>
          <a:p>
            <a:r>
              <a:rPr lang="en-US"/>
              <a:t>Bowen C.</a:t>
            </a:r>
          </a:p>
        </p:txBody>
      </p:sp>
      <p:sp>
        <p:nvSpPr>
          <p:cNvPr id="7" name="Slide Number Placeholder 6">
            <a:extLst>
              <a:ext uri="{FF2B5EF4-FFF2-40B4-BE49-F238E27FC236}">
                <a16:creationId xmlns:a16="http://schemas.microsoft.com/office/drawing/2014/main" id="{B6A8F42A-11E1-42A0-8ECF-A5BBA3B8CA56}"/>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8" name="Graphic 78">
            <a:extLst>
              <a:ext uri="{FF2B5EF4-FFF2-40B4-BE49-F238E27FC236}">
                <a16:creationId xmlns:a16="http://schemas.microsoft.com/office/drawing/2014/main" id="{0CB61A83-9419-49FC-8074-2AB3D34FA88B}"/>
              </a:ext>
              <a:ext uri="{C183D7F6-B498-43B3-948B-1728B52AA6E4}">
                <adec:decorative xmlns:adec="http://schemas.microsoft.com/office/drawing/2017/decorative" val="1"/>
              </a:ext>
            </a:extLst>
          </p:cNvPr>
          <p:cNvGrpSpPr/>
          <p:nvPr/>
        </p:nvGrpSpPr>
        <p:grpSpPr>
          <a:xfrm>
            <a:off x="530225" y="2319637"/>
            <a:ext cx="972241" cy="45719"/>
            <a:chOff x="4886325" y="3371754"/>
            <a:chExt cx="2418492" cy="113728"/>
          </a:xfrm>
          <a:solidFill>
            <a:schemeClr val="accent1"/>
          </a:solidFill>
        </p:grpSpPr>
        <p:sp>
          <p:nvSpPr>
            <p:cNvPr id="9" name="Graphic 78">
              <a:extLst>
                <a:ext uri="{FF2B5EF4-FFF2-40B4-BE49-F238E27FC236}">
                  <a16:creationId xmlns:a16="http://schemas.microsoft.com/office/drawing/2014/main" id="{BCD12E57-97FB-48D8-81CC-7C37E8947CB4}"/>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0" name="Graphic 78">
              <a:extLst>
                <a:ext uri="{FF2B5EF4-FFF2-40B4-BE49-F238E27FC236}">
                  <a16:creationId xmlns:a16="http://schemas.microsoft.com/office/drawing/2014/main" id="{E487641C-E83B-4134-88C9-1D23D5FA1836}"/>
                </a:ext>
              </a:extLst>
            </p:cNvPr>
            <p:cNvGrpSpPr/>
            <p:nvPr/>
          </p:nvGrpSpPr>
          <p:grpSpPr>
            <a:xfrm>
              <a:off x="4886709" y="3371754"/>
              <a:ext cx="2418108" cy="113728"/>
              <a:chOff x="4886709" y="3371754"/>
              <a:chExt cx="2418108" cy="113728"/>
            </a:xfrm>
            <a:grpFill/>
          </p:grpSpPr>
          <p:sp>
            <p:nvSpPr>
              <p:cNvPr id="11" name="Graphic 78">
                <a:extLst>
                  <a:ext uri="{FF2B5EF4-FFF2-40B4-BE49-F238E27FC236}">
                    <a16:creationId xmlns:a16="http://schemas.microsoft.com/office/drawing/2014/main" id="{B99AB7A6-A88C-44E1-A9DE-4126B957F88A}"/>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9FF0D518-1D17-44C7-BF73-7C980481DB5B}"/>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9A7A3E12-61E8-41A0-A459-15BF375FA945}"/>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4" name="Graphic 78">
                <a:extLst>
                  <a:ext uri="{FF2B5EF4-FFF2-40B4-BE49-F238E27FC236}">
                    <a16:creationId xmlns:a16="http://schemas.microsoft.com/office/drawing/2014/main" id="{9E5E4A56-9100-4D60-8A34-0FE116F41FF1}"/>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1181961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ECA31-EE14-41DD-9914-DA7138220460}"/>
              </a:ext>
            </a:extLst>
          </p:cNvPr>
          <p:cNvSpPr>
            <a:spLocks noGrp="1"/>
          </p:cNvSpPr>
          <p:nvPr>
            <p:ph type="title"/>
          </p:nvPr>
        </p:nvSpPr>
        <p:spPr>
          <a:xfrm>
            <a:off x="530352" y="787067"/>
            <a:ext cx="10072922"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CB22AB6-1657-4AE2-8607-2C77A25D79D9}"/>
              </a:ext>
            </a:extLst>
          </p:cNvPr>
          <p:cNvSpPr>
            <a:spLocks noGrp="1"/>
          </p:cNvSpPr>
          <p:nvPr>
            <p:ph type="body" idx="1"/>
          </p:nvPr>
        </p:nvSpPr>
        <p:spPr>
          <a:xfrm>
            <a:off x="530352" y="2521884"/>
            <a:ext cx="4845387" cy="780439"/>
          </a:xfrm>
        </p:spPr>
        <p:txBody>
          <a:bodyPr anchor="b">
            <a:normAutofit/>
          </a:bodyPr>
          <a:lstStyle>
            <a:lvl1pPr marL="0" indent="0">
              <a:buNone/>
              <a:defRPr sz="20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AA6DC0-D4D5-4164-A3FD-6BB5CBB2BBAD}"/>
              </a:ext>
            </a:extLst>
          </p:cNvPr>
          <p:cNvSpPr>
            <a:spLocks noGrp="1"/>
          </p:cNvSpPr>
          <p:nvPr>
            <p:ph sz="half" idx="2"/>
          </p:nvPr>
        </p:nvSpPr>
        <p:spPr>
          <a:xfrm>
            <a:off x="530352" y="3366390"/>
            <a:ext cx="4845387" cy="2644796"/>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29B35F8-95F3-43D1-8917-5836BAA90490}"/>
              </a:ext>
            </a:extLst>
          </p:cNvPr>
          <p:cNvSpPr>
            <a:spLocks noGrp="1"/>
          </p:cNvSpPr>
          <p:nvPr>
            <p:ph type="body" sz="quarter" idx="3"/>
          </p:nvPr>
        </p:nvSpPr>
        <p:spPr>
          <a:xfrm>
            <a:off x="5734025" y="2521884"/>
            <a:ext cx="4869249" cy="780439"/>
          </a:xfrm>
        </p:spPr>
        <p:txBody>
          <a:bodyPr anchor="b">
            <a:normAutofit/>
          </a:bodyPr>
          <a:lstStyle>
            <a:lvl1pPr marL="0" indent="0">
              <a:buNone/>
              <a:defRPr sz="20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B639E7-F4A3-4ADE-B290-0A4F9761B977}"/>
              </a:ext>
            </a:extLst>
          </p:cNvPr>
          <p:cNvSpPr>
            <a:spLocks noGrp="1"/>
          </p:cNvSpPr>
          <p:nvPr>
            <p:ph sz="quarter" idx="4"/>
          </p:nvPr>
        </p:nvSpPr>
        <p:spPr>
          <a:xfrm>
            <a:off x="5734025" y="3366390"/>
            <a:ext cx="4869249" cy="2644796"/>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D6F296B-429F-4DFC-ABC3-0A078EA99425}"/>
              </a:ext>
            </a:extLst>
          </p:cNvPr>
          <p:cNvSpPr>
            <a:spLocks noGrp="1"/>
          </p:cNvSpPr>
          <p:nvPr>
            <p:ph type="dt" sz="half" idx="10"/>
          </p:nvPr>
        </p:nvSpPr>
        <p:spPr/>
        <p:txBody>
          <a:bodyPr/>
          <a:lstStyle/>
          <a:p>
            <a:fld id="{B50C0670-FFDB-43B3-BC0E-FC645CE80F32}" type="datetime1">
              <a:rPr lang="en-US" smtClean="0"/>
              <a:t>3/4/2026</a:t>
            </a:fld>
            <a:endParaRPr lang="en-US"/>
          </a:p>
        </p:txBody>
      </p:sp>
      <p:sp>
        <p:nvSpPr>
          <p:cNvPr id="8" name="Footer Placeholder 7">
            <a:extLst>
              <a:ext uri="{FF2B5EF4-FFF2-40B4-BE49-F238E27FC236}">
                <a16:creationId xmlns:a16="http://schemas.microsoft.com/office/drawing/2014/main" id="{0B7103B9-D521-4910-AC15-F12F25CB9524}"/>
              </a:ext>
            </a:extLst>
          </p:cNvPr>
          <p:cNvSpPr>
            <a:spLocks noGrp="1"/>
          </p:cNvSpPr>
          <p:nvPr>
            <p:ph type="ftr" sz="quarter" idx="11"/>
          </p:nvPr>
        </p:nvSpPr>
        <p:spPr/>
        <p:txBody>
          <a:bodyPr/>
          <a:lstStyle/>
          <a:p>
            <a:r>
              <a:rPr lang="en-US"/>
              <a:t>Bowen C.</a:t>
            </a:r>
          </a:p>
        </p:txBody>
      </p:sp>
      <p:sp>
        <p:nvSpPr>
          <p:cNvPr id="9" name="Slide Number Placeholder 8">
            <a:extLst>
              <a:ext uri="{FF2B5EF4-FFF2-40B4-BE49-F238E27FC236}">
                <a16:creationId xmlns:a16="http://schemas.microsoft.com/office/drawing/2014/main" id="{9F73A6D9-123D-492C-B5CE-294EF2559FAB}"/>
              </a:ext>
            </a:extLst>
          </p:cNvPr>
          <p:cNvSpPr>
            <a:spLocks noGrp="1"/>
          </p:cNvSpPr>
          <p:nvPr>
            <p:ph type="sldNum" sz="quarter" idx="12"/>
          </p:nvPr>
        </p:nvSpPr>
        <p:spPr/>
        <p:txBody>
          <a:bodyPr/>
          <a:lstStyle/>
          <a:p>
            <a:fld id="{E1076ED0-0DB3-4879-AAE5-5C20D22C1DF4}" type="slidenum">
              <a:rPr lang="en-US" smtClean="0"/>
              <a:t>‹#›</a:t>
            </a:fld>
            <a:endParaRPr lang="en-US"/>
          </a:p>
        </p:txBody>
      </p:sp>
    </p:spTree>
    <p:extLst>
      <p:ext uri="{BB962C8B-B14F-4D97-AF65-F5344CB8AC3E}">
        <p14:creationId xmlns:p14="http://schemas.microsoft.com/office/powerpoint/2010/main" val="7603883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92A22-4B4D-4F58-9783-A0469DA4D233}"/>
              </a:ext>
            </a:extLst>
          </p:cNvPr>
          <p:cNvSpPr>
            <a:spLocks noGrp="1"/>
          </p:cNvSpPr>
          <p:nvPr>
            <p:ph type="title"/>
          </p:nvPr>
        </p:nvSpPr>
        <p:spPr>
          <a:xfrm>
            <a:off x="525718" y="787068"/>
            <a:ext cx="10077556" cy="1325563"/>
          </a:xfrm>
        </p:spPr>
        <p:txBody>
          <a:bodyPr/>
          <a:lstStyle/>
          <a:p>
            <a:r>
              <a:rPr lang="en-US"/>
              <a:t>Click to edit Master title style</a:t>
            </a:r>
          </a:p>
        </p:txBody>
      </p:sp>
      <p:sp>
        <p:nvSpPr>
          <p:cNvPr id="3" name="Date Placeholder 2">
            <a:extLst>
              <a:ext uri="{FF2B5EF4-FFF2-40B4-BE49-F238E27FC236}">
                <a16:creationId xmlns:a16="http://schemas.microsoft.com/office/drawing/2014/main" id="{3B5EE610-5457-4E8C-B568-B8D560773B5C}"/>
              </a:ext>
            </a:extLst>
          </p:cNvPr>
          <p:cNvSpPr>
            <a:spLocks noGrp="1"/>
          </p:cNvSpPr>
          <p:nvPr>
            <p:ph type="dt" sz="half" idx="10"/>
          </p:nvPr>
        </p:nvSpPr>
        <p:spPr/>
        <p:txBody>
          <a:bodyPr/>
          <a:lstStyle/>
          <a:p>
            <a:fld id="{B25505BC-8BBC-40D6-82BB-86F6167532C6}" type="datetime1">
              <a:rPr lang="en-US" smtClean="0"/>
              <a:t>3/4/2026</a:t>
            </a:fld>
            <a:endParaRPr lang="en-US"/>
          </a:p>
        </p:txBody>
      </p:sp>
      <p:sp>
        <p:nvSpPr>
          <p:cNvPr id="4" name="Footer Placeholder 3">
            <a:extLst>
              <a:ext uri="{FF2B5EF4-FFF2-40B4-BE49-F238E27FC236}">
                <a16:creationId xmlns:a16="http://schemas.microsoft.com/office/drawing/2014/main" id="{A0BA57BB-288A-4A30-A4EC-FF0537BC2603}"/>
              </a:ext>
            </a:extLst>
          </p:cNvPr>
          <p:cNvSpPr>
            <a:spLocks noGrp="1"/>
          </p:cNvSpPr>
          <p:nvPr>
            <p:ph type="ftr" sz="quarter" idx="11"/>
          </p:nvPr>
        </p:nvSpPr>
        <p:spPr/>
        <p:txBody>
          <a:bodyPr/>
          <a:lstStyle/>
          <a:p>
            <a:r>
              <a:rPr lang="en-US"/>
              <a:t>Bowen C.</a:t>
            </a:r>
          </a:p>
        </p:txBody>
      </p:sp>
      <p:sp>
        <p:nvSpPr>
          <p:cNvPr id="5" name="Slide Number Placeholder 4">
            <a:extLst>
              <a:ext uri="{FF2B5EF4-FFF2-40B4-BE49-F238E27FC236}">
                <a16:creationId xmlns:a16="http://schemas.microsoft.com/office/drawing/2014/main" id="{D0414C89-B968-4A85-A035-E2997A5F8498}"/>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6" name="Graphic 78">
            <a:extLst>
              <a:ext uri="{FF2B5EF4-FFF2-40B4-BE49-F238E27FC236}">
                <a16:creationId xmlns:a16="http://schemas.microsoft.com/office/drawing/2014/main" id="{AC45ECC6-E29C-40EF-A7C9-5A17DAFD4299}"/>
              </a:ext>
              <a:ext uri="{C183D7F6-B498-43B3-948B-1728B52AA6E4}">
                <adec:decorative xmlns:adec="http://schemas.microsoft.com/office/drawing/2017/decorative" val="1"/>
              </a:ext>
            </a:extLst>
          </p:cNvPr>
          <p:cNvGrpSpPr/>
          <p:nvPr/>
        </p:nvGrpSpPr>
        <p:grpSpPr>
          <a:xfrm>
            <a:off x="530225" y="2352330"/>
            <a:ext cx="972241" cy="45719"/>
            <a:chOff x="4886325" y="3371754"/>
            <a:chExt cx="2418492" cy="113728"/>
          </a:xfrm>
          <a:solidFill>
            <a:schemeClr val="accent1"/>
          </a:solidFill>
        </p:grpSpPr>
        <p:sp>
          <p:nvSpPr>
            <p:cNvPr id="7" name="Graphic 78">
              <a:extLst>
                <a:ext uri="{FF2B5EF4-FFF2-40B4-BE49-F238E27FC236}">
                  <a16:creationId xmlns:a16="http://schemas.microsoft.com/office/drawing/2014/main" id="{8DA0D497-8E8F-426A-8172-894BE03F70F6}"/>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8" name="Graphic 78">
              <a:extLst>
                <a:ext uri="{FF2B5EF4-FFF2-40B4-BE49-F238E27FC236}">
                  <a16:creationId xmlns:a16="http://schemas.microsoft.com/office/drawing/2014/main" id="{8C0459EF-3B70-4083-8845-3A9AF847E805}"/>
                </a:ext>
              </a:extLst>
            </p:cNvPr>
            <p:cNvGrpSpPr/>
            <p:nvPr/>
          </p:nvGrpSpPr>
          <p:grpSpPr>
            <a:xfrm>
              <a:off x="4886709" y="3371754"/>
              <a:ext cx="2418108" cy="113728"/>
              <a:chOff x="4886709" y="3371754"/>
              <a:chExt cx="2418108" cy="113728"/>
            </a:xfrm>
            <a:grpFill/>
          </p:grpSpPr>
          <p:sp>
            <p:nvSpPr>
              <p:cNvPr id="9" name="Graphic 78">
                <a:extLst>
                  <a:ext uri="{FF2B5EF4-FFF2-40B4-BE49-F238E27FC236}">
                    <a16:creationId xmlns:a16="http://schemas.microsoft.com/office/drawing/2014/main" id="{53BF2B58-70F8-4288-85AB-CBDA723CDFCC}"/>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0" name="Graphic 78">
                <a:extLst>
                  <a:ext uri="{FF2B5EF4-FFF2-40B4-BE49-F238E27FC236}">
                    <a16:creationId xmlns:a16="http://schemas.microsoft.com/office/drawing/2014/main" id="{A569E551-A5A0-4A8F-B999-3A6D104814A2}"/>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0FB69EB5-D9AC-46E7-934E-32999C39B2E6}"/>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6EABC49A-B4ED-44E4-ADB7-E432734A7C96}"/>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2098079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7A339C-4093-4B40-8C90-52F005CA9A0E}"/>
              </a:ext>
            </a:extLst>
          </p:cNvPr>
          <p:cNvSpPr>
            <a:spLocks noGrp="1"/>
          </p:cNvSpPr>
          <p:nvPr>
            <p:ph type="dt" sz="half" idx="10"/>
          </p:nvPr>
        </p:nvSpPr>
        <p:spPr/>
        <p:txBody>
          <a:bodyPr/>
          <a:lstStyle/>
          <a:p>
            <a:fld id="{FF398E2A-BDF1-4B1B-97B4-88BEF3F13DCE}" type="datetime1">
              <a:rPr lang="en-US" smtClean="0"/>
              <a:t>3/4/2026</a:t>
            </a:fld>
            <a:endParaRPr lang="en-US"/>
          </a:p>
        </p:txBody>
      </p:sp>
      <p:sp>
        <p:nvSpPr>
          <p:cNvPr id="3" name="Footer Placeholder 2">
            <a:extLst>
              <a:ext uri="{FF2B5EF4-FFF2-40B4-BE49-F238E27FC236}">
                <a16:creationId xmlns:a16="http://schemas.microsoft.com/office/drawing/2014/main" id="{DFA33F04-8E0A-4165-930C-527D781A7D0C}"/>
              </a:ext>
            </a:extLst>
          </p:cNvPr>
          <p:cNvSpPr>
            <a:spLocks noGrp="1"/>
          </p:cNvSpPr>
          <p:nvPr>
            <p:ph type="ftr" sz="quarter" idx="11"/>
          </p:nvPr>
        </p:nvSpPr>
        <p:spPr/>
        <p:txBody>
          <a:bodyPr/>
          <a:lstStyle/>
          <a:p>
            <a:r>
              <a:rPr lang="en-US"/>
              <a:t>Bowen C.</a:t>
            </a:r>
          </a:p>
        </p:txBody>
      </p:sp>
      <p:sp>
        <p:nvSpPr>
          <p:cNvPr id="4" name="Slide Number Placeholder 3">
            <a:extLst>
              <a:ext uri="{FF2B5EF4-FFF2-40B4-BE49-F238E27FC236}">
                <a16:creationId xmlns:a16="http://schemas.microsoft.com/office/drawing/2014/main" id="{9062F57B-BEB6-4973-A362-38F638E0D05C}"/>
              </a:ext>
            </a:extLst>
          </p:cNvPr>
          <p:cNvSpPr>
            <a:spLocks noGrp="1"/>
          </p:cNvSpPr>
          <p:nvPr>
            <p:ph type="sldNum" sz="quarter" idx="12"/>
          </p:nvPr>
        </p:nvSpPr>
        <p:spPr/>
        <p:txBody>
          <a:bodyPr/>
          <a:lstStyle/>
          <a:p>
            <a:fld id="{E1076ED0-0DB3-4879-AAE5-5C20D22C1DF4}" type="slidenum">
              <a:rPr lang="en-US" smtClean="0"/>
              <a:t>‹#›</a:t>
            </a:fld>
            <a:endParaRPr lang="en-US"/>
          </a:p>
        </p:txBody>
      </p:sp>
    </p:spTree>
    <p:extLst>
      <p:ext uri="{BB962C8B-B14F-4D97-AF65-F5344CB8AC3E}">
        <p14:creationId xmlns:p14="http://schemas.microsoft.com/office/powerpoint/2010/main" val="29631816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FAC90-C2CA-44DD-8EF8-20BDD6724247}"/>
              </a:ext>
            </a:extLst>
          </p:cNvPr>
          <p:cNvSpPr>
            <a:spLocks noGrp="1"/>
          </p:cNvSpPr>
          <p:nvPr>
            <p:ph type="title"/>
          </p:nvPr>
        </p:nvSpPr>
        <p:spPr>
          <a:xfrm>
            <a:off x="530352" y="787068"/>
            <a:ext cx="4315386" cy="2223152"/>
          </a:xfrm>
        </p:spPr>
        <p:txBody>
          <a:bodyPr anchor="b">
            <a:no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5EE915FB-D5F4-4CAD-AE70-3644E81802E6}"/>
              </a:ext>
            </a:extLst>
          </p:cNvPr>
          <p:cNvSpPr>
            <a:spLocks noGrp="1"/>
          </p:cNvSpPr>
          <p:nvPr>
            <p:ph idx="1"/>
          </p:nvPr>
        </p:nvSpPr>
        <p:spPr>
          <a:xfrm>
            <a:off x="5183188" y="987425"/>
            <a:ext cx="5420086" cy="487362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7374DA3-3BAC-4045-825F-B3C27B89736B}"/>
              </a:ext>
            </a:extLst>
          </p:cNvPr>
          <p:cNvSpPr>
            <a:spLocks noGrp="1"/>
          </p:cNvSpPr>
          <p:nvPr>
            <p:ph type="body" sz="half" idx="2"/>
          </p:nvPr>
        </p:nvSpPr>
        <p:spPr>
          <a:xfrm>
            <a:off x="530352" y="3429000"/>
            <a:ext cx="4315386" cy="2439988"/>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5A0D65-0423-4E45-947A-E08C8569F15F}"/>
              </a:ext>
            </a:extLst>
          </p:cNvPr>
          <p:cNvSpPr>
            <a:spLocks noGrp="1"/>
          </p:cNvSpPr>
          <p:nvPr>
            <p:ph type="dt" sz="half" idx="10"/>
          </p:nvPr>
        </p:nvSpPr>
        <p:spPr/>
        <p:txBody>
          <a:bodyPr/>
          <a:lstStyle/>
          <a:p>
            <a:fld id="{DC9ECB73-8286-4061-9A2E-A9F05008E22D}" type="datetime1">
              <a:rPr lang="en-US" smtClean="0"/>
              <a:t>3/4/2026</a:t>
            </a:fld>
            <a:endParaRPr lang="en-US"/>
          </a:p>
        </p:txBody>
      </p:sp>
      <p:sp>
        <p:nvSpPr>
          <p:cNvPr id="6" name="Footer Placeholder 5">
            <a:extLst>
              <a:ext uri="{FF2B5EF4-FFF2-40B4-BE49-F238E27FC236}">
                <a16:creationId xmlns:a16="http://schemas.microsoft.com/office/drawing/2014/main" id="{27E6FBD0-E49F-4DE6-9264-CEDB9BAA01C6}"/>
              </a:ext>
            </a:extLst>
          </p:cNvPr>
          <p:cNvSpPr>
            <a:spLocks noGrp="1"/>
          </p:cNvSpPr>
          <p:nvPr>
            <p:ph type="ftr" sz="quarter" idx="11"/>
          </p:nvPr>
        </p:nvSpPr>
        <p:spPr/>
        <p:txBody>
          <a:bodyPr/>
          <a:lstStyle/>
          <a:p>
            <a:r>
              <a:rPr lang="en-US"/>
              <a:t>Bowen C.</a:t>
            </a:r>
          </a:p>
        </p:txBody>
      </p:sp>
      <p:sp>
        <p:nvSpPr>
          <p:cNvPr id="7" name="Slide Number Placeholder 6">
            <a:extLst>
              <a:ext uri="{FF2B5EF4-FFF2-40B4-BE49-F238E27FC236}">
                <a16:creationId xmlns:a16="http://schemas.microsoft.com/office/drawing/2014/main" id="{A816B246-A768-4B2D-96C6-9F417852636C}"/>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8" name="Graphic 78">
            <a:extLst>
              <a:ext uri="{FF2B5EF4-FFF2-40B4-BE49-F238E27FC236}">
                <a16:creationId xmlns:a16="http://schemas.microsoft.com/office/drawing/2014/main" id="{839DB371-B90D-44CB-A4AF-C7BDBFD0A877}"/>
              </a:ext>
              <a:ext uri="{C183D7F6-B498-43B3-948B-1728B52AA6E4}">
                <adec:decorative xmlns:adec="http://schemas.microsoft.com/office/drawing/2017/decorative" val="1"/>
              </a:ext>
            </a:extLst>
          </p:cNvPr>
          <p:cNvGrpSpPr/>
          <p:nvPr/>
        </p:nvGrpSpPr>
        <p:grpSpPr>
          <a:xfrm>
            <a:off x="530225" y="3193468"/>
            <a:ext cx="972241" cy="45719"/>
            <a:chOff x="4886325" y="3371754"/>
            <a:chExt cx="2418492" cy="113728"/>
          </a:xfrm>
          <a:solidFill>
            <a:schemeClr val="accent1"/>
          </a:solidFill>
        </p:grpSpPr>
        <p:sp>
          <p:nvSpPr>
            <p:cNvPr id="9" name="Graphic 78">
              <a:extLst>
                <a:ext uri="{FF2B5EF4-FFF2-40B4-BE49-F238E27FC236}">
                  <a16:creationId xmlns:a16="http://schemas.microsoft.com/office/drawing/2014/main" id="{0C845011-2FC2-40F7-B0C6-49CBBA72B9CB}"/>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0" name="Graphic 78">
              <a:extLst>
                <a:ext uri="{FF2B5EF4-FFF2-40B4-BE49-F238E27FC236}">
                  <a16:creationId xmlns:a16="http://schemas.microsoft.com/office/drawing/2014/main" id="{82BC78B8-5139-436F-AD47-3CC03903FDDC}"/>
                </a:ext>
              </a:extLst>
            </p:cNvPr>
            <p:cNvGrpSpPr/>
            <p:nvPr/>
          </p:nvGrpSpPr>
          <p:grpSpPr>
            <a:xfrm>
              <a:off x="4886709" y="3371754"/>
              <a:ext cx="2418108" cy="113728"/>
              <a:chOff x="4886709" y="3371754"/>
              <a:chExt cx="2418108" cy="113728"/>
            </a:xfrm>
            <a:grpFill/>
          </p:grpSpPr>
          <p:sp>
            <p:nvSpPr>
              <p:cNvPr id="11" name="Graphic 78">
                <a:extLst>
                  <a:ext uri="{FF2B5EF4-FFF2-40B4-BE49-F238E27FC236}">
                    <a16:creationId xmlns:a16="http://schemas.microsoft.com/office/drawing/2014/main" id="{F9DC17BA-1278-45C9-B1BF-B9F1518E1F29}"/>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99637B9F-CC26-4669-81F0-A942B4F72D61}"/>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2BB8F115-0030-47B4-BAF4-C15D1EA27B11}"/>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4" name="Graphic 78">
                <a:extLst>
                  <a:ext uri="{FF2B5EF4-FFF2-40B4-BE49-F238E27FC236}">
                    <a16:creationId xmlns:a16="http://schemas.microsoft.com/office/drawing/2014/main" id="{662F9949-4F1A-4708-824B-E876E9BEDA16}"/>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950637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CB0C8-915E-4BF2-976E-B8D7EDC591F9}"/>
              </a:ext>
            </a:extLst>
          </p:cNvPr>
          <p:cNvSpPr>
            <a:spLocks noGrp="1"/>
          </p:cNvSpPr>
          <p:nvPr>
            <p:ph type="title"/>
          </p:nvPr>
        </p:nvSpPr>
        <p:spPr>
          <a:xfrm>
            <a:off x="530352" y="787068"/>
            <a:ext cx="3932237" cy="2223152"/>
          </a:xfrm>
        </p:spPr>
        <p:txBody>
          <a:bodyPr anchor="b">
            <a:noAutofit/>
          </a:bodyPr>
          <a:lstStyle>
            <a:lvl1pPr>
              <a:defRPr sz="3600"/>
            </a:lvl1pPr>
          </a:lstStyle>
          <a:p>
            <a:r>
              <a:rPr lang="en-US"/>
              <a:t>Click to edit Master title style</a:t>
            </a:r>
          </a:p>
        </p:txBody>
      </p:sp>
      <p:sp>
        <p:nvSpPr>
          <p:cNvPr id="3" name="Picture Placeholder 2">
            <a:extLst>
              <a:ext uri="{FF2B5EF4-FFF2-40B4-BE49-F238E27FC236}">
                <a16:creationId xmlns:a16="http://schemas.microsoft.com/office/drawing/2014/main" id="{710714E6-8E50-4B50-A2E0-F9D20155EB9B}"/>
              </a:ext>
            </a:extLst>
          </p:cNvPr>
          <p:cNvSpPr>
            <a:spLocks noGrp="1"/>
          </p:cNvSpPr>
          <p:nvPr>
            <p:ph type="pic" idx="1"/>
          </p:nvPr>
        </p:nvSpPr>
        <p:spPr>
          <a:xfrm>
            <a:off x="5183188" y="987425"/>
            <a:ext cx="5420086"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E0D67A6C-5CA5-4EF0-B1C4-ED85FF255AE3}"/>
              </a:ext>
            </a:extLst>
          </p:cNvPr>
          <p:cNvSpPr>
            <a:spLocks noGrp="1"/>
          </p:cNvSpPr>
          <p:nvPr>
            <p:ph type="body" sz="half" idx="2"/>
          </p:nvPr>
        </p:nvSpPr>
        <p:spPr>
          <a:xfrm>
            <a:off x="530352" y="3429000"/>
            <a:ext cx="3932237" cy="243998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C76474-31D4-4567-B4EC-B6AF24488AE7}"/>
              </a:ext>
            </a:extLst>
          </p:cNvPr>
          <p:cNvSpPr>
            <a:spLocks noGrp="1"/>
          </p:cNvSpPr>
          <p:nvPr>
            <p:ph type="dt" sz="half" idx="10"/>
          </p:nvPr>
        </p:nvSpPr>
        <p:spPr/>
        <p:txBody>
          <a:bodyPr/>
          <a:lstStyle/>
          <a:p>
            <a:fld id="{7DBA2153-9183-4AD8-BC57-70FEE5DB0671}" type="datetime1">
              <a:rPr lang="en-US" smtClean="0"/>
              <a:t>3/4/2026</a:t>
            </a:fld>
            <a:endParaRPr lang="en-US"/>
          </a:p>
        </p:txBody>
      </p:sp>
      <p:sp>
        <p:nvSpPr>
          <p:cNvPr id="6" name="Footer Placeholder 5">
            <a:extLst>
              <a:ext uri="{FF2B5EF4-FFF2-40B4-BE49-F238E27FC236}">
                <a16:creationId xmlns:a16="http://schemas.microsoft.com/office/drawing/2014/main" id="{5C902DE0-33F5-4372-8EB5-F5746D344A59}"/>
              </a:ext>
            </a:extLst>
          </p:cNvPr>
          <p:cNvSpPr>
            <a:spLocks noGrp="1"/>
          </p:cNvSpPr>
          <p:nvPr>
            <p:ph type="ftr" sz="quarter" idx="11"/>
          </p:nvPr>
        </p:nvSpPr>
        <p:spPr/>
        <p:txBody>
          <a:bodyPr/>
          <a:lstStyle/>
          <a:p>
            <a:r>
              <a:rPr lang="en-US"/>
              <a:t>Bowen C.</a:t>
            </a:r>
          </a:p>
        </p:txBody>
      </p:sp>
      <p:sp>
        <p:nvSpPr>
          <p:cNvPr id="7" name="Slide Number Placeholder 6">
            <a:extLst>
              <a:ext uri="{FF2B5EF4-FFF2-40B4-BE49-F238E27FC236}">
                <a16:creationId xmlns:a16="http://schemas.microsoft.com/office/drawing/2014/main" id="{25C5C2EF-849D-4B2C-8ED6-D26553657DBA}"/>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8" name="Graphic 78">
            <a:extLst>
              <a:ext uri="{FF2B5EF4-FFF2-40B4-BE49-F238E27FC236}">
                <a16:creationId xmlns:a16="http://schemas.microsoft.com/office/drawing/2014/main" id="{7627CBC2-9DC2-4EE8-A2D5-849E30F22017}"/>
              </a:ext>
              <a:ext uri="{C183D7F6-B498-43B3-948B-1728B52AA6E4}">
                <adec:decorative xmlns:adec="http://schemas.microsoft.com/office/drawing/2017/decorative" val="1"/>
              </a:ext>
            </a:extLst>
          </p:cNvPr>
          <p:cNvGrpSpPr/>
          <p:nvPr/>
        </p:nvGrpSpPr>
        <p:grpSpPr>
          <a:xfrm>
            <a:off x="530225" y="3193468"/>
            <a:ext cx="972241" cy="45719"/>
            <a:chOff x="4886325" y="3371754"/>
            <a:chExt cx="2418492" cy="113728"/>
          </a:xfrm>
          <a:solidFill>
            <a:schemeClr val="accent1"/>
          </a:solidFill>
        </p:grpSpPr>
        <p:sp>
          <p:nvSpPr>
            <p:cNvPr id="9" name="Graphic 78">
              <a:extLst>
                <a:ext uri="{FF2B5EF4-FFF2-40B4-BE49-F238E27FC236}">
                  <a16:creationId xmlns:a16="http://schemas.microsoft.com/office/drawing/2014/main" id="{9FB4AEFC-63AB-4831-8EC1-E8145604D8D9}"/>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0" name="Graphic 78">
              <a:extLst>
                <a:ext uri="{FF2B5EF4-FFF2-40B4-BE49-F238E27FC236}">
                  <a16:creationId xmlns:a16="http://schemas.microsoft.com/office/drawing/2014/main" id="{811E1337-D5DA-408D-91F3-A6A35FCDD0B9}"/>
                </a:ext>
              </a:extLst>
            </p:cNvPr>
            <p:cNvGrpSpPr/>
            <p:nvPr/>
          </p:nvGrpSpPr>
          <p:grpSpPr>
            <a:xfrm>
              <a:off x="4886709" y="3371754"/>
              <a:ext cx="2418108" cy="113728"/>
              <a:chOff x="4886709" y="3371754"/>
              <a:chExt cx="2418108" cy="113728"/>
            </a:xfrm>
            <a:grpFill/>
          </p:grpSpPr>
          <p:sp>
            <p:nvSpPr>
              <p:cNvPr id="11" name="Graphic 78">
                <a:extLst>
                  <a:ext uri="{FF2B5EF4-FFF2-40B4-BE49-F238E27FC236}">
                    <a16:creationId xmlns:a16="http://schemas.microsoft.com/office/drawing/2014/main" id="{1E473FA4-FD80-4D04-AAC5-63B9A4D80778}"/>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FCB457B9-48DE-4921-8C3F-996598075B1F}"/>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53C9DB95-9A61-4553-8D82-D2BE26FCBC6E}"/>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4" name="Graphic 78">
                <a:extLst>
                  <a:ext uri="{FF2B5EF4-FFF2-40B4-BE49-F238E27FC236}">
                    <a16:creationId xmlns:a16="http://schemas.microsoft.com/office/drawing/2014/main" id="{0EAE371F-24C9-4738-834F-FAF5A5C9ACE1}"/>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2185446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9F2C5-A3FC-44EF-BA15-CEC83C83D67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45040D3-67DB-455C-AD79-49E185DB63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B2B07A-258E-42DD-9A68-2C76F7D54040}"/>
              </a:ext>
            </a:extLst>
          </p:cNvPr>
          <p:cNvSpPr>
            <a:spLocks noGrp="1"/>
          </p:cNvSpPr>
          <p:nvPr>
            <p:ph type="dt" sz="half" idx="10"/>
          </p:nvPr>
        </p:nvSpPr>
        <p:spPr/>
        <p:txBody>
          <a:bodyPr/>
          <a:lstStyle/>
          <a:p>
            <a:fld id="{86F02568-1522-41B6-B4FB-5EAD2C71E044}" type="datetime1">
              <a:rPr lang="en-US" smtClean="0"/>
              <a:t>3/4/2026</a:t>
            </a:fld>
            <a:endParaRPr lang="en-US"/>
          </a:p>
        </p:txBody>
      </p:sp>
      <p:sp>
        <p:nvSpPr>
          <p:cNvPr id="5" name="Footer Placeholder 4">
            <a:extLst>
              <a:ext uri="{FF2B5EF4-FFF2-40B4-BE49-F238E27FC236}">
                <a16:creationId xmlns:a16="http://schemas.microsoft.com/office/drawing/2014/main" id="{7C01E9BC-3BB8-40CD-9294-59A2E59E1BE6}"/>
              </a:ext>
            </a:extLst>
          </p:cNvPr>
          <p:cNvSpPr>
            <a:spLocks noGrp="1"/>
          </p:cNvSpPr>
          <p:nvPr>
            <p:ph type="ftr" sz="quarter" idx="11"/>
          </p:nvPr>
        </p:nvSpPr>
        <p:spPr/>
        <p:txBody>
          <a:bodyPr/>
          <a:lstStyle/>
          <a:p>
            <a:r>
              <a:rPr lang="en-US"/>
              <a:t>Bowen C.</a:t>
            </a:r>
          </a:p>
        </p:txBody>
      </p:sp>
      <p:sp>
        <p:nvSpPr>
          <p:cNvPr id="6" name="Slide Number Placeholder 5">
            <a:extLst>
              <a:ext uri="{FF2B5EF4-FFF2-40B4-BE49-F238E27FC236}">
                <a16:creationId xmlns:a16="http://schemas.microsoft.com/office/drawing/2014/main" id="{5413979D-5589-4770-9D29-046F2B506C33}"/>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7" name="Graphic 78">
            <a:extLst>
              <a:ext uri="{FF2B5EF4-FFF2-40B4-BE49-F238E27FC236}">
                <a16:creationId xmlns:a16="http://schemas.microsoft.com/office/drawing/2014/main" id="{12EF7969-DB38-4989-A65C-9D190A245515}"/>
              </a:ext>
              <a:ext uri="{C183D7F6-B498-43B3-948B-1728B52AA6E4}">
                <adec:decorative xmlns:adec="http://schemas.microsoft.com/office/drawing/2017/decorative" val="1"/>
              </a:ext>
            </a:extLst>
          </p:cNvPr>
          <p:cNvGrpSpPr/>
          <p:nvPr/>
        </p:nvGrpSpPr>
        <p:grpSpPr>
          <a:xfrm>
            <a:off x="530225" y="2333456"/>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2145BE25-C437-45FE-A3D3-BBAAF108CC9B}"/>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4A9D0FA0-682C-4076-B779-D865AEEFC66C}"/>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AB60163C-1A2D-4F00-BC61-8A3C11E2D2BE}"/>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3FF8D873-9CF9-4A0A-A7B8-875C0B8233D6}"/>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2B645470-F624-4417-A8A4-FC242E43C9DB}"/>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ECC7EFEF-6B2A-4210-9275-0077ACF2827B}"/>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7543016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6693CD-CB65-4F37-A6DA-F300B93C14D9}"/>
              </a:ext>
            </a:extLst>
          </p:cNvPr>
          <p:cNvSpPr>
            <a:spLocks noGrp="1"/>
          </p:cNvSpPr>
          <p:nvPr>
            <p:ph type="title" orient="vert"/>
          </p:nvPr>
        </p:nvSpPr>
        <p:spPr>
          <a:xfrm>
            <a:off x="7974374" y="787067"/>
            <a:ext cx="2628900" cy="538989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448D117-7AE6-4831-9867-5145F64A0C24}"/>
              </a:ext>
            </a:extLst>
          </p:cNvPr>
          <p:cNvSpPr>
            <a:spLocks noGrp="1"/>
          </p:cNvSpPr>
          <p:nvPr>
            <p:ph type="body" orient="vert" idx="1"/>
          </p:nvPr>
        </p:nvSpPr>
        <p:spPr>
          <a:xfrm>
            <a:off x="525719" y="787067"/>
            <a:ext cx="7039402" cy="538989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988CF8-397F-485E-8081-AFA4DADD440C}"/>
              </a:ext>
            </a:extLst>
          </p:cNvPr>
          <p:cNvSpPr>
            <a:spLocks noGrp="1"/>
          </p:cNvSpPr>
          <p:nvPr>
            <p:ph type="dt" sz="half" idx="10"/>
          </p:nvPr>
        </p:nvSpPr>
        <p:spPr/>
        <p:txBody>
          <a:bodyPr/>
          <a:lstStyle/>
          <a:p>
            <a:fld id="{28A9FF0C-E198-4233-82B4-35CECE86CDEC}" type="datetime1">
              <a:rPr lang="en-US" smtClean="0"/>
              <a:t>3/4/2026</a:t>
            </a:fld>
            <a:endParaRPr lang="en-US"/>
          </a:p>
        </p:txBody>
      </p:sp>
      <p:sp>
        <p:nvSpPr>
          <p:cNvPr id="5" name="Footer Placeholder 4">
            <a:extLst>
              <a:ext uri="{FF2B5EF4-FFF2-40B4-BE49-F238E27FC236}">
                <a16:creationId xmlns:a16="http://schemas.microsoft.com/office/drawing/2014/main" id="{83CE4773-4660-4F21-83CF-1A449395BB9D}"/>
              </a:ext>
            </a:extLst>
          </p:cNvPr>
          <p:cNvSpPr>
            <a:spLocks noGrp="1"/>
          </p:cNvSpPr>
          <p:nvPr>
            <p:ph type="ftr" sz="quarter" idx="11"/>
          </p:nvPr>
        </p:nvSpPr>
        <p:spPr/>
        <p:txBody>
          <a:bodyPr/>
          <a:lstStyle/>
          <a:p>
            <a:r>
              <a:rPr lang="en-US"/>
              <a:t>Bowen C.</a:t>
            </a:r>
          </a:p>
        </p:txBody>
      </p:sp>
      <p:sp>
        <p:nvSpPr>
          <p:cNvPr id="6" name="Slide Number Placeholder 5">
            <a:extLst>
              <a:ext uri="{FF2B5EF4-FFF2-40B4-BE49-F238E27FC236}">
                <a16:creationId xmlns:a16="http://schemas.microsoft.com/office/drawing/2014/main" id="{D5B59537-EB47-40FA-893E-785D6FE00A5C}"/>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7" name="Graphic 78">
            <a:extLst>
              <a:ext uri="{FF2B5EF4-FFF2-40B4-BE49-F238E27FC236}">
                <a16:creationId xmlns:a16="http://schemas.microsoft.com/office/drawing/2014/main" id="{588F505F-2957-41FC-9AAA-962853A6719E}"/>
              </a:ext>
              <a:ext uri="{C183D7F6-B498-43B3-948B-1728B52AA6E4}">
                <adec:decorative xmlns:adec="http://schemas.microsoft.com/office/drawing/2017/decorative" val="1"/>
              </a:ext>
            </a:extLst>
          </p:cNvPr>
          <p:cNvGrpSpPr/>
          <p:nvPr/>
        </p:nvGrpSpPr>
        <p:grpSpPr>
          <a:xfrm rot="5400000">
            <a:off x="7283627" y="1250328"/>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091A36EB-8545-4EFE-B619-165D36D644D1}"/>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8D075D29-6706-486B-A55A-13866882BA88}"/>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3FAE751A-10F0-48F2-BBC3-D2FE499B345B}"/>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52289CAF-683C-4BCC-8AA5-95A3BF799B0F}"/>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3BC8403A-C46F-4DA1-A015-00A80215F289}"/>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A797D957-3A2C-42DF-B73E-CBB47BE036B7}"/>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50011224"/>
      </p:ext>
    </p:extLst>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9" name="Freeform: Shape 18">
            <a:extLst>
              <a:ext uri="{FF2B5EF4-FFF2-40B4-BE49-F238E27FC236}">
                <a16:creationId xmlns:a16="http://schemas.microsoft.com/office/drawing/2014/main" id="{435959F4-53DA-47FF-BC24-1E5B75C69876}"/>
              </a:ext>
            </a:extLst>
          </p:cNvPr>
          <p:cNvSpPr/>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0" name="Group 19">
            <a:extLst>
              <a:ext uri="{FF2B5EF4-FFF2-40B4-BE49-F238E27FC236}">
                <a16:creationId xmlns:a16="http://schemas.microsoft.com/office/drawing/2014/main" id="{A7CF83E8-F6F0-41E3-B580-7412A04DDFB5}"/>
              </a:ext>
            </a:extLst>
          </p:cNvPr>
          <p:cNvGrpSpPr/>
          <p:nvPr/>
        </p:nvGrpSpPr>
        <p:grpSpPr>
          <a:xfrm>
            <a:off x="10776050" y="5204030"/>
            <a:ext cx="886141" cy="802497"/>
            <a:chOff x="10948005" y="3272152"/>
            <a:chExt cx="868640" cy="786648"/>
          </a:xfrm>
          <a:solidFill>
            <a:schemeClr val="accent1"/>
          </a:solidFill>
        </p:grpSpPr>
        <p:sp>
          <p:nvSpPr>
            <p:cNvPr id="21" name="Freeform: Shape 20">
              <a:extLst>
                <a:ext uri="{FF2B5EF4-FFF2-40B4-BE49-F238E27FC236}">
                  <a16:creationId xmlns:a16="http://schemas.microsoft.com/office/drawing/2014/main" id="{1A0B6DBB-705D-48D0-842C-F9DFA7684D19}"/>
                </a:ext>
              </a:extLst>
            </p:cNvPr>
            <p:cNvSpPr/>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2" name="Freeform: Shape 21">
              <a:extLst>
                <a:ext uri="{FF2B5EF4-FFF2-40B4-BE49-F238E27FC236}">
                  <a16:creationId xmlns:a16="http://schemas.microsoft.com/office/drawing/2014/main" id="{C194A764-16E1-4D0D-9357-76F80E6086C0}"/>
                </a:ext>
              </a:extLst>
            </p:cNvPr>
            <p:cNvSpPr/>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3" name="Freeform: Shape 22">
              <a:extLst>
                <a:ext uri="{FF2B5EF4-FFF2-40B4-BE49-F238E27FC236}">
                  <a16:creationId xmlns:a16="http://schemas.microsoft.com/office/drawing/2014/main" id="{115B7F3F-A40D-4F24-8536-E2420B433211}"/>
                </a:ext>
              </a:extLst>
            </p:cNvPr>
            <p:cNvSpPr/>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4" name="Graphic 12">
              <a:extLst>
                <a:ext uri="{FF2B5EF4-FFF2-40B4-BE49-F238E27FC236}">
                  <a16:creationId xmlns:a16="http://schemas.microsoft.com/office/drawing/2014/main" id="{CEF42844-A829-4ED2-A360-63BB2A7C45EE}"/>
                </a:ext>
              </a:extLst>
            </p:cNvPr>
            <p:cNvSpPr/>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25" name="Graphic 15">
              <a:extLst>
                <a:ext uri="{FF2B5EF4-FFF2-40B4-BE49-F238E27FC236}">
                  <a16:creationId xmlns:a16="http://schemas.microsoft.com/office/drawing/2014/main" id="{57B23B52-A1C3-44EF-BC11-9094A0DA11AB}"/>
                </a:ext>
              </a:extLst>
            </p:cNvPr>
            <p:cNvSpPr/>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6" name="Graphic 15">
              <a:extLst>
                <a:ext uri="{FF2B5EF4-FFF2-40B4-BE49-F238E27FC236}">
                  <a16:creationId xmlns:a16="http://schemas.microsoft.com/office/drawing/2014/main" id="{064E08E5-DA92-4CF2-A0BF-E341800227B2}"/>
                </a:ext>
              </a:extLst>
            </p:cNvPr>
            <p:cNvSpPr/>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7A222560-E657-4CAE-B667-7BE9E224B244}"/>
                </a:ext>
              </a:extLst>
            </p:cNvPr>
            <p:cNvSpPr/>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Freeform: Shape 7">
            <a:extLst>
              <a:ext uri="{FF2B5EF4-FFF2-40B4-BE49-F238E27FC236}">
                <a16:creationId xmlns:a16="http://schemas.microsoft.com/office/drawing/2014/main" id="{59226104-0061-4319-8237-9C001BF85D49}"/>
              </a:ext>
            </a:extLst>
          </p:cNvPr>
          <p:cNvSpPr/>
          <p:nvPr/>
        </p:nvSpPr>
        <p:spPr>
          <a:xfrm rot="5400000">
            <a:off x="615181"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Placeholder 1">
            <a:extLst>
              <a:ext uri="{FF2B5EF4-FFF2-40B4-BE49-F238E27FC236}">
                <a16:creationId xmlns:a16="http://schemas.microsoft.com/office/drawing/2014/main" id="{2D78318D-FE3E-41D7-9A8C-2065A2C46AF3}"/>
              </a:ext>
            </a:extLst>
          </p:cNvPr>
          <p:cNvSpPr>
            <a:spLocks noGrp="1"/>
          </p:cNvSpPr>
          <p:nvPr>
            <p:ph type="title"/>
          </p:nvPr>
        </p:nvSpPr>
        <p:spPr>
          <a:xfrm>
            <a:off x="525717" y="787068"/>
            <a:ext cx="10077557" cy="1325563"/>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FDB06718-79E7-4159-A003-F86FE7B3D829}"/>
              </a:ext>
            </a:extLst>
          </p:cNvPr>
          <p:cNvSpPr>
            <a:spLocks noGrp="1"/>
          </p:cNvSpPr>
          <p:nvPr>
            <p:ph type="body" idx="1"/>
          </p:nvPr>
        </p:nvSpPr>
        <p:spPr>
          <a:xfrm>
            <a:off x="525717" y="2521885"/>
            <a:ext cx="10077557" cy="354904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1F99FF-FFE2-431D-A0C8-A46C21712A20}"/>
              </a:ext>
            </a:extLst>
          </p:cNvPr>
          <p:cNvSpPr>
            <a:spLocks noGrp="1"/>
          </p:cNvSpPr>
          <p:nvPr>
            <p:ph type="dt" sz="half" idx="2"/>
          </p:nvPr>
        </p:nvSpPr>
        <p:spPr>
          <a:xfrm>
            <a:off x="525718" y="136525"/>
            <a:ext cx="2743200" cy="365125"/>
          </a:xfrm>
          <a:prstGeom prst="rect">
            <a:avLst/>
          </a:prstGeom>
        </p:spPr>
        <p:txBody>
          <a:bodyPr vert="horz" lIns="91440" tIns="45720" rIns="91440" bIns="45720" rtlCol="0" anchor="ctr"/>
          <a:lstStyle>
            <a:lvl1pPr algn="l">
              <a:defRPr sz="900" cap="none" spc="110" baseline="0">
                <a:solidFill>
                  <a:schemeClr val="tx1">
                    <a:lumMod val="65000"/>
                    <a:lumOff val="35000"/>
                  </a:schemeClr>
                </a:solidFill>
              </a:defRPr>
            </a:lvl1pPr>
          </a:lstStyle>
          <a:p>
            <a:fld id="{EDDB73CF-F146-4C2E-812E-EB0E7FB486D9}" type="datetime1">
              <a:rPr lang="en-US" smtClean="0"/>
              <a:t>3/4/2026</a:t>
            </a:fld>
            <a:endParaRPr lang="en-US"/>
          </a:p>
        </p:txBody>
      </p:sp>
      <p:sp>
        <p:nvSpPr>
          <p:cNvPr id="5" name="Footer Placeholder 4">
            <a:extLst>
              <a:ext uri="{FF2B5EF4-FFF2-40B4-BE49-F238E27FC236}">
                <a16:creationId xmlns:a16="http://schemas.microsoft.com/office/drawing/2014/main" id="{51C3547E-668D-4191-847C-7424F75496E6}"/>
              </a:ext>
            </a:extLst>
          </p:cNvPr>
          <p:cNvSpPr>
            <a:spLocks noGrp="1"/>
          </p:cNvSpPr>
          <p:nvPr>
            <p:ph type="ftr" sz="quarter" idx="3"/>
          </p:nvPr>
        </p:nvSpPr>
        <p:spPr>
          <a:xfrm>
            <a:off x="525718" y="6356350"/>
            <a:ext cx="3450659" cy="365125"/>
          </a:xfrm>
          <a:prstGeom prst="rect">
            <a:avLst/>
          </a:prstGeom>
        </p:spPr>
        <p:txBody>
          <a:bodyPr vert="horz" lIns="91440" tIns="45720" rIns="91440" bIns="45720" rtlCol="0" anchor="ctr"/>
          <a:lstStyle>
            <a:lvl1pPr algn="l">
              <a:defRPr sz="900" cap="none" spc="110" baseline="0">
                <a:solidFill>
                  <a:schemeClr val="tx1">
                    <a:lumMod val="65000"/>
                    <a:lumOff val="35000"/>
                  </a:schemeClr>
                </a:solidFill>
              </a:defRPr>
            </a:lvl1pPr>
          </a:lstStyle>
          <a:p>
            <a:r>
              <a:rPr lang="en-US"/>
              <a:t>Bowen C.</a:t>
            </a:r>
          </a:p>
        </p:txBody>
      </p:sp>
      <p:sp>
        <p:nvSpPr>
          <p:cNvPr id="6" name="Slide Number Placeholder 5">
            <a:extLst>
              <a:ext uri="{FF2B5EF4-FFF2-40B4-BE49-F238E27FC236}">
                <a16:creationId xmlns:a16="http://schemas.microsoft.com/office/drawing/2014/main" id="{8CBB6E6E-8527-4F63-A0C7-84CD44A2B00D}"/>
              </a:ext>
            </a:extLst>
          </p:cNvPr>
          <p:cNvSpPr>
            <a:spLocks noGrp="1"/>
          </p:cNvSpPr>
          <p:nvPr>
            <p:ph type="sldNum" sz="quarter" idx="4"/>
          </p:nvPr>
        </p:nvSpPr>
        <p:spPr>
          <a:xfrm>
            <a:off x="11655367" y="6356350"/>
            <a:ext cx="529809" cy="365125"/>
          </a:xfrm>
          <a:prstGeom prst="rect">
            <a:avLst/>
          </a:prstGeom>
        </p:spPr>
        <p:txBody>
          <a:bodyPr vert="horz" lIns="91440" tIns="45720" rIns="91440" bIns="45720" rtlCol="0" anchor="ctr"/>
          <a:lstStyle>
            <a:lvl1pPr algn="ctr">
              <a:defRPr sz="900" cap="none" spc="110" baseline="0">
                <a:solidFill>
                  <a:schemeClr val="tx1">
                    <a:lumMod val="65000"/>
                    <a:lumOff val="35000"/>
                  </a:schemeClr>
                </a:solidFill>
              </a:defRPr>
            </a:lvl1pPr>
          </a:lstStyle>
          <a:p>
            <a:fld id="{E1076ED0-0DB3-4879-AAE5-5C20D22C1DF4}" type="slidenum">
              <a:rPr lang="en-US" smtClean="0"/>
              <a:t>‹#›</a:t>
            </a:fld>
            <a:endParaRPr lang="en-US"/>
          </a:p>
        </p:txBody>
      </p:sp>
    </p:spTree>
    <p:extLst>
      <p:ext uri="{BB962C8B-B14F-4D97-AF65-F5344CB8AC3E}">
        <p14:creationId xmlns:p14="http://schemas.microsoft.com/office/powerpoint/2010/main" val="3523972615"/>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53" r:id="rId6"/>
    <p:sldLayoutId id="2147483749" r:id="rId7"/>
    <p:sldLayoutId id="2147483750" r:id="rId8"/>
    <p:sldLayoutId id="2147483751" r:id="rId9"/>
    <p:sldLayoutId id="2147483752" r:id="rId10"/>
    <p:sldLayoutId id="2147483754" r:id="rId11"/>
  </p:sldLayoutIdLst>
  <p:hf hdr="0" dt="0"/>
  <p:txStyles>
    <p:titleStyle>
      <a:lvl1pPr algn="l" defTabSz="914400" rtl="0" eaLnBrk="1" latinLnBrk="0" hangingPunct="1">
        <a:lnSpc>
          <a:spcPct val="100000"/>
        </a:lnSpc>
        <a:spcBef>
          <a:spcPct val="0"/>
        </a:spcBef>
        <a:buNone/>
        <a:defRPr sz="3600" i="1"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Font typeface="Arial" panose="020B0604020202020204" pitchFamily="34" charset="0"/>
        <a:buNone/>
        <a:defRPr sz="2000" kern="1200">
          <a:solidFill>
            <a:schemeClr val="tx1"/>
          </a:solidFill>
          <a:latin typeface="+mn-lt"/>
          <a:ea typeface="+mn-ea"/>
          <a:cs typeface="+mn-cs"/>
        </a:defRPr>
      </a:lvl1pPr>
      <a:lvl2pPr marL="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3pPr>
      <a:lvl4pPr marL="6858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png" Type="http://schemas.openxmlformats.org/officeDocument/2006/relationships/image"/><Relationship Id="rId3" Target="https://en.wikipedia.org/wiki/John_Edmund_Kerrich" TargetMode="External" Type="http://schemas.openxmlformats.org/officeDocument/2006/relationships/hyperlink"/><Relationship Id="rId4" Target="https://www.nctm.org/adjustablespinner/"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6.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4.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9.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6.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0.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5D0B0D3-D735-4619-AA45-B57B791E1744}"/>
              </a:ext>
              <a:ext uri="{C183D7F6-B498-43B3-948B-1728B52AA6E4}">
                <adec:decorative xmlns:adec="http://schemas.microsoft.com/office/drawing/2017/decorative" val="1"/>
              </a:ext>
            </a:extLst>
          </p:cNvPr>
          <p:cNvSpPr>
            <a:spLocks noAdjustHandles="1" noChangeArrowheads="1" noChangeAspect="1" noChangeShapeType="1" noEditPoints="1" noGrp="1" noMove="1" noResize="1" noRot="1" noTextEdit="1"/>
          </p:cNvSpPr>
          <p:nvPr>
            <p:extLst>
              <p:ext uri="{386F3935-93C4-4BCD-93E2-E3B085C9AB24}">
                <p16:designElem xmlns:p16="http://schemas.microsoft.com/office/powerpoint/2015/main" val="1"/>
              </p:ext>
            </p:extLst>
          </p:nvPr>
        </p:nvSpPr>
        <p:spPr>
          <a:xfrm>
            <a:off x="0" y="0"/>
            <a:ext cx="12192000" cy="6858000"/>
          </a:xfrm>
          <a:prstGeom prst="rect">
            <a:avLst/>
          </a:prstGeom>
          <a:ln algn="ctr" cap="flat" cmpd="sng" w="12700">
            <a:noFill/>
            <a:prstDash val="solid"/>
            <a:miter lim="800000"/>
          </a:ln>
          <a:effectLst/>
          <a:extLst>
            <a:ext uri="{91240B29-F687-4F45-9708-019B960494DF}">
              <a14:hiddenLine xmlns:a14="http://schemas.microsoft.com/office/drawing/2010/main" algn="ctr" cap="flat" cmpd="sng" w="12700">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rtlCol="0"/>
          <a:lstStyle/>
          <a:p>
            <a:endParaRPr lang="en-US"/>
          </a:p>
        </p:txBody>
      </p:sp>
      <p:sp>
        <p:nvSpPr>
          <p:cNvPr id="2" name="Title 1"/>
          <p:cNvSpPr>
            <a:spLocks noGrp="1"/>
          </p:cNvSpPr>
          <p:nvPr>
            <p:ph type="ctrTitle"/>
          </p:nvPr>
        </p:nvSpPr>
        <p:spPr>
          <a:xfrm>
            <a:off x="530351" y="885557"/>
            <a:ext cx="4554453" cy="2215152"/>
          </a:xfrm>
        </p:spPr>
        <p:txBody>
          <a:bodyPr>
            <a:normAutofit/>
          </a:bodyPr>
          <a:lstStyle/>
          <a:p>
            <a:r>
              <a:rPr lang="en-US" sz="5400">
                <a:solidFill>
                  <a:srgbClr val="000000"/>
                </a:solidFill>
              </a:rPr>
              <a:t>Probability Basics</a:t>
            </a:r>
          </a:p>
        </p:txBody>
      </p:sp>
      <p:sp>
        <p:nvSpPr>
          <p:cNvPr id="3" name="Subtitle 2"/>
          <p:cNvSpPr>
            <a:spLocks noGrp="1"/>
          </p:cNvSpPr>
          <p:nvPr>
            <p:ph idx="1" type="subTitle"/>
          </p:nvPr>
        </p:nvSpPr>
        <p:spPr>
          <a:xfrm>
            <a:off x="530352" y="3509963"/>
            <a:ext cx="4114800" cy="2215152"/>
          </a:xfrm>
        </p:spPr>
        <p:txBody>
          <a:bodyPr anchor="t" bIns="45720" lIns="91440" rIns="91440" rtlCol="0" tIns="45720" vert="horz">
            <a:normAutofit/>
          </a:bodyPr>
          <a:lstStyle/>
          <a:p>
            <a:r>
              <a:rPr lang="en-US">
                <a:solidFill>
                  <a:srgbClr val="000000"/>
                </a:solidFill>
              </a:rPr>
              <a:t>Chapter 5</a:t>
            </a:r>
          </a:p>
        </p:txBody>
      </p:sp>
      <p:sp>
        <p:nvSpPr>
          <p:cNvPr id="11" name="Freeform: Shape 10">
            <a:extLst>
              <a:ext uri="{FF2B5EF4-FFF2-40B4-BE49-F238E27FC236}">
                <a16:creationId xmlns:a16="http://schemas.microsoft.com/office/drawing/2014/main" id="{752C2BA4-3BBE-4D22-A0D9-8D2A7B8F1C71}"/>
              </a:ext>
              <a:ext uri="{C183D7F6-B498-43B3-948B-1728B52AA6E4}">
                <adec:decorative xmlns:adec="http://schemas.microsoft.com/office/drawing/2017/decorative" val="1"/>
              </a:ext>
            </a:extLst>
          </p:cNvPr>
          <p:cNvSpPr>
            <a:spLocks noAdjustHandles="1" noChangeArrowheads="1" noChangeAspect="1" noChangeShapeType="1" noEditPoints="1" noGrp="1" noMove="1" noResize="1" noRot="1" noTextEdit="1"/>
          </p:cNvSpPr>
          <p:nvPr>
            <p:extLst>
              <p:ext uri="{386F3935-93C4-4BCD-93E2-E3B085C9AB24}">
                <p16:designElem xmlns:p16="http://schemas.microsoft.com/office/powerpoint/2015/main" val="1"/>
              </p:ext>
            </p:extLst>
          </p:nvPr>
        </p:nvSpPr>
        <p:spPr>
          <a:xfrm flipH="1">
            <a:off x="-2" y="5918708"/>
            <a:ext cx="4187283" cy="939292"/>
          </a:xfrm>
          <a:custGeom>
            <a:avLst/>
            <a:gdLst>
              <a:gd fmla="*/ 2025355 w 2438970" name="connsiteX0"/>
              <a:gd fmla="*/ 235 h 1341332" name="connsiteY0"/>
              <a:gd fmla="*/ 2381960 w 2438970" name="connsiteX1"/>
              <a:gd fmla="*/ 44517 h 1341332" name="connsiteY1"/>
              <a:gd fmla="*/ 2438970 w 2438970" name="connsiteX2"/>
              <a:gd fmla="*/ 58872 h 1341332" name="connsiteY2"/>
              <a:gd fmla="*/ 2438970 w 2438970" name="connsiteX3"/>
              <a:gd fmla="*/ 1341332 h 1341332" name="connsiteY3"/>
              <a:gd fmla="*/ 0 w 2438970" name="connsiteX4"/>
              <a:gd fmla="*/ 1341332 h 1341332" name="connsiteY4"/>
              <a:gd fmla="*/ 13333 w 2438970" name="connsiteX5"/>
              <a:gd fmla="*/ 1328018 h 1341332" name="connsiteY5"/>
              <a:gd fmla="*/ 936262 w 2438970" name="connsiteX6"/>
              <a:gd fmla="*/ 459947 h 1341332" name="connsiteY6"/>
              <a:gd fmla="*/ 1554028 w 2438970" name="connsiteX7"/>
              <a:gd fmla="*/ 71153 h 1341332" name="connsiteY7"/>
              <a:gd fmla="*/ 2025355 w 2438970" name="connsiteX8"/>
              <a:gd fmla="*/ 235 h 1341332" name="connsiteY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b="b" l="l" r="r" t="t"/>
            <a:pathLst>
              <a:path h="1341332" w="2438970">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lang="en-US"/>
          </a:p>
        </p:txBody>
      </p:sp>
      <p:pic>
        <p:nvPicPr>
          <p:cNvPr id="4" name="Picture 3">
            <a:extLst>
              <a:ext uri="{FF2B5EF4-FFF2-40B4-BE49-F238E27FC236}">
                <a16:creationId xmlns:a16="http://schemas.microsoft.com/office/drawing/2014/main" id="{494056D4-E448-B4C2-1075-9481207F953D}"/>
              </a:ext>
              <a:ext uri="{C183D7F6-B498-43B3-948B-1728B52AA6E4}">
                <adec:decorative xmlns:adec="http://schemas.microsoft.com/office/drawing/2017/decorative" val="1"/>
              </a:ext>
            </a:extLst>
          </p:cNvPr>
          <p:cNvPicPr>
            <a:picLocks noChangeAspect="1"/>
          </p:cNvPicPr>
          <p:nvPr/>
        </p:nvPicPr>
        <p:blipFill>
          <a:blip r:embed="rId2"/>
          <a:srcRect b="-9" l="19994" r="-9"/>
          <a:stretch>
            <a:fillRect/>
          </a:stretch>
        </p:blipFill>
        <p:spPr>
          <a:xfrm>
            <a:off x="5334000" y="10"/>
            <a:ext cx="6858000" cy="6855654"/>
          </a:xfrm>
          <a:prstGeom prst="rect">
            <a:avLst/>
          </a:prstGeom>
        </p:spPr>
      </p:pic>
      <p:sp>
        <p:nvSpPr>
          <p:cNvPr id="13" name="Freeform: Shape 12">
            <a:extLst>
              <a:ext uri="{FF2B5EF4-FFF2-40B4-BE49-F238E27FC236}">
                <a16:creationId xmlns:a16="http://schemas.microsoft.com/office/drawing/2014/main" id="{82AA7049-B18D-49D6-AD7D-DBB9E19FBB78}"/>
              </a:ext>
              <a:ext uri="{C183D7F6-B498-43B3-948B-1728B52AA6E4}">
                <adec:decorative xmlns:adec="http://schemas.microsoft.com/office/drawing/2017/decorative" val="1"/>
              </a:ext>
            </a:extLst>
          </p:cNvPr>
          <p:cNvSpPr>
            <a:spLocks noAdjustHandles="1" noChangeArrowheads="1" noChangeAspect="1" noChangeShapeType="1" noEditPoints="1" noGrp="1" noMove="1" noResize="1" noRot="1" noTextEdit="1"/>
          </p:cNvSpPr>
          <p:nvPr>
            <p:extLst>
              <p:ext uri="{386F3935-93C4-4BCD-93E2-E3B085C9AB24}">
                <p16:designElem xmlns:p16="http://schemas.microsoft.com/office/powerpoint/2015/main" val="1"/>
              </p:ext>
            </p:extLst>
          </p:nvPr>
        </p:nvSpPr>
        <p:spPr>
          <a:xfrm flipH="1" rot="16200000">
            <a:off x="10713190" y="-534982"/>
            <a:ext cx="943826" cy="2013794"/>
          </a:xfrm>
          <a:custGeom>
            <a:avLst/>
            <a:gdLst>
              <a:gd fmla="*/ 0 w 1085312" name="connsiteX0"/>
              <a:gd fmla="*/ 2315675 h 2315675" name="connsiteY0"/>
              <a:gd fmla="*/ 0 w 1085312" name="connsiteX1"/>
              <a:gd fmla="*/ 0 h 2315675" name="connsiteY1"/>
              <a:gd fmla="*/ 53089 w 1085312" name="connsiteX2"/>
              <a:gd fmla="*/ 4542 h 2315675" name="connsiteY2"/>
              <a:gd fmla="*/ 790077 w 1085312" name="connsiteX3"/>
              <a:gd fmla="*/ 872756 h 2315675" name="connsiteY3"/>
              <a:gd fmla="*/ 1085252 w 1085312" name="connsiteX4"/>
              <a:gd fmla="*/ 1943649 h 2315675" name="connsiteY4"/>
              <a:gd fmla="*/ 1064832 w 1085312" name="connsiteX5"/>
              <a:gd fmla="*/ 2198094 h 2315675" name="connsiteY5"/>
              <a:gd fmla="*/ 1043734 w 1085312" name="connsiteX6"/>
              <a:gd fmla="*/ 2315675 h 2315675" name="connsiteY6"/>
              <a:gd fmla="*/ 0 w 1085312" name="connsiteX7"/>
              <a:gd fmla="*/ 2315675 h 2315675" name="connsiteY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b="b" l="l" r="r" t="t"/>
            <a:pathLst>
              <a:path h="2315675" w="1085312">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lang="en-US"/>
          </a:p>
        </p:txBody>
      </p:sp>
      <p:grpSp>
        <p:nvGrpSpPr>
          <p:cNvPr id="15" name="Group 14">
            <a:extLst>
              <a:ext uri="{FF2B5EF4-FFF2-40B4-BE49-F238E27FC236}">
                <a16:creationId xmlns:a16="http://schemas.microsoft.com/office/drawing/2014/main" id="{3850DB66-16D1-4953-A6E3-FCA3DC5F276F}"/>
              </a:ext>
              <a:ext uri="{C183D7F6-B498-43B3-948B-1728B52AA6E4}">
                <adec:decorative xmlns:adec="http://schemas.microsoft.com/office/drawing/2017/decorative" val="1"/>
              </a:ext>
            </a:extLst>
          </p:cNvPr>
          <p:cNvGrpSpPr>
            <a:grpSpLocks noChangeAspect="1" noGrp="1" noMove="1" noResize="1" noRot="1" noUngrp="1"/>
          </p:cNvGrpSpPr>
          <p:nvPr>
            <p:extLst>
              <p:ext uri="{386F3935-93C4-4BCD-93E2-E3B085C9AB24}">
                <p16:designElem xmlns:p16="http://schemas.microsoft.com/office/powerpoint/2015/main" val="1"/>
              </p:ext>
            </p:extLst>
          </p:nvPr>
        </p:nvGrpSpPr>
        <p:grpSpPr>
          <a:xfrm>
            <a:off x="10635690" y="328232"/>
            <a:ext cx="886142" cy="693398"/>
            <a:chOff x="10948005" y="3379098"/>
            <a:chExt cx="868640" cy="679702"/>
          </a:xfrm>
          <a:solidFill>
            <a:schemeClr val="accent6"/>
          </a:solidFill>
        </p:grpSpPr>
        <p:sp>
          <p:nvSpPr>
            <p:cNvPr id="16" name="Freeform: Shape 15">
              <a:extLst>
                <a:ext uri="{FF2B5EF4-FFF2-40B4-BE49-F238E27FC236}">
                  <a16:creationId xmlns:a16="http://schemas.microsoft.com/office/drawing/2014/main" id="{D698AB2F-1D17-4249-81CB-9A41D46B8E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fmla="*/ 237621 w 453152" name="connsiteX0"/>
                <a:gd fmla="*/ 965 h 401867" name="connsiteY0"/>
                <a:gd fmla="*/ 370246 w 453152" name="connsiteX1"/>
                <a:gd fmla="*/ 23666 h 401867" name="connsiteY1"/>
                <a:gd fmla="*/ 437392 w 453152" name="connsiteX2"/>
                <a:gd fmla="*/ 198545 h 401867" name="connsiteY2"/>
                <a:gd fmla="*/ 67745 w 453152" name="connsiteX3"/>
                <a:gd fmla="*/ 392003 h 401867" name="connsiteY3"/>
                <a:gd fmla="*/ 911 w 453152" name="connsiteX4"/>
                <a:gd fmla="*/ 254095 h 401867" name="connsiteY4"/>
                <a:gd fmla="*/ 115564 w 453152" name="connsiteX5"/>
                <a:gd fmla="*/ 51160 h 401867" name="connsiteY5"/>
                <a:gd fmla="*/ 237621 w 453152" name="connsiteX6"/>
                <a:gd fmla="*/ 965 h 401867" name="connsiteY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b="b" l="l" r="r" t="t"/>
              <a:pathLst>
                <a:path h="401867" w="453152">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defTabSz="914400" eaLnBrk="1" fontAlgn="auto" hangingPunct="1" indent="0" latinLnBrk="0" lvl="0" marL="0" marR="0" rtl="0">
                <a:lnSpc>
                  <a:spcPct val="100000"/>
                </a:lnSpc>
                <a:spcBef>
                  <a:spcPts val="0"/>
                </a:spcBef>
                <a:spcAft>
                  <a:spcPts val="0"/>
                </a:spcAft>
                <a:buClrTx/>
                <a:buSzTx/>
                <a:buFontTx/>
                <a:buNone/>
                <a:tabLst/>
                <a:defRPr/>
              </a:pPr>
              <a:endParaRPr b="0" baseline="0" cap="none" i="0" kern="1200" kumimoji="0" lang="en-US" noProof="0" normalizeH="0" spc="0" strike="noStrike" sz="1800" u="none">
                <a:ln>
                  <a:noFill/>
                </a:ln>
                <a:solidFill>
                  <a:prstClr val="white"/>
                </a:solidFill>
                <a:effectLst/>
                <a:uLnTx/>
                <a:uFillTx/>
                <a:latin typeface="Avenir Next LT Pro Light"/>
                <a:ea typeface="+mn-ea"/>
                <a:cs typeface="+mn-cs"/>
              </a:endParaRPr>
            </a:p>
          </p:txBody>
        </p:sp>
        <p:sp>
          <p:nvSpPr>
            <p:cNvPr id="17" name="Freeform: Shape 16">
              <a:extLst>
                <a:ext uri="{FF2B5EF4-FFF2-40B4-BE49-F238E27FC236}">
                  <a16:creationId xmlns:a16="http://schemas.microsoft.com/office/drawing/2014/main" id="{F5301961-8687-4ADB-8043-4065F47076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fmla="*/ 252822 w 466107" name="connsiteX0"/>
                <a:gd fmla="*/ 1539 h 328114" name="connsiteY0"/>
                <a:gd fmla="*/ 451641 w 466107" name="connsiteX1"/>
                <a:gd fmla="*/ 122177 h 328114" name="connsiteY1"/>
                <a:gd fmla="*/ 391790 w 466107" name="connsiteX2"/>
                <a:gd fmla="*/ 297430 h 328114" name="connsiteY2"/>
                <a:gd fmla="*/ 8614 w 466107" name="connsiteX3"/>
                <a:gd fmla="*/ 243252 h 328114" name="connsiteY3"/>
                <a:gd fmla="*/ 45897 w 466107" name="connsiteX4"/>
                <a:gd fmla="*/ 97302 h 328114" name="connsiteY4"/>
                <a:gd fmla="*/ 252822 w 466107" name="connsiteX5"/>
                <a:gd fmla="*/ 1539 h 328114" name="connsiteY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b="b" l="l" r="r" t="t"/>
              <a:pathLst>
                <a:path h="328114" w="466107">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defTabSz="914400" eaLnBrk="1" fontAlgn="auto" hangingPunct="1" indent="0" latinLnBrk="0" lvl="0" marL="0" marR="0" rtl="0">
                <a:lnSpc>
                  <a:spcPct val="100000"/>
                </a:lnSpc>
                <a:spcBef>
                  <a:spcPts val="0"/>
                </a:spcBef>
                <a:spcAft>
                  <a:spcPts val="0"/>
                </a:spcAft>
                <a:buClrTx/>
                <a:buSzTx/>
                <a:buFontTx/>
                <a:buNone/>
                <a:tabLst/>
                <a:defRPr/>
              </a:pPr>
              <a:endParaRPr b="0" baseline="0" cap="none" i="0" kern="1200" kumimoji="0" lang="en-US" noProof="0" normalizeH="0" spc="0" strike="noStrike" sz="1800" u="none">
                <a:ln>
                  <a:noFill/>
                </a:ln>
                <a:solidFill>
                  <a:prstClr val="white"/>
                </a:solidFill>
                <a:effectLst/>
                <a:uLnTx/>
                <a:uFillTx/>
                <a:latin typeface="Avenir Next LT Pro Light"/>
                <a:ea typeface="+mn-ea"/>
                <a:cs typeface="+mn-cs"/>
              </a:endParaRPr>
            </a:p>
          </p:txBody>
        </p:sp>
        <p:sp>
          <p:nvSpPr>
            <p:cNvPr id="18" name="Graphic 15">
              <a:extLst>
                <a:ext uri="{FF2B5EF4-FFF2-40B4-BE49-F238E27FC236}">
                  <a16:creationId xmlns:a16="http://schemas.microsoft.com/office/drawing/2014/main" id="{9DC20816-893A-4201-AA91-22F71E46F9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fmla="*/ 17664 w 5240764" name="connsiteX0"/>
                <a:gd fmla="*/ 2947947 h 4789394" name="connsiteY0"/>
                <a:gd fmla="*/ 903489 w 5240764" name="connsiteX1"/>
                <a:gd fmla="*/ 195222 h 4789394" name="connsiteY1"/>
                <a:gd fmla="*/ 3560964 w 5240764" name="connsiteX2"/>
                <a:gd fmla="*/ 357147 h 4789394" name="connsiteY2"/>
                <a:gd fmla="*/ 5240602 w 5240764" name="connsiteX3"/>
                <a:gd fmla="*/ 2076409 h 4789394" name="connsiteY3"/>
                <a:gd fmla="*/ 4568328 w 5240764" name="connsiteX4"/>
                <a:gd fmla="*/ 3879397 h 4789394" name="connsiteY4"/>
                <a:gd fmla="*/ 3284739 w 5240764" name="connsiteX5"/>
                <a:gd fmla="*/ 4605297 h 4789394" name="connsiteY5"/>
                <a:gd fmla="*/ 1074939 w 5240764" name="connsiteX6"/>
                <a:gd fmla="*/ 4357647 h 4789394" name="connsiteY6"/>
                <a:gd fmla="*/ 15187 w 5240764" name="connsiteX7"/>
                <a:gd fmla="*/ 2830313 h 4789394" name="connsiteY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b="b" l="l" r="r" t="t"/>
              <a:pathLst>
                <a:path h="4789394" w="524076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cap="flat" w="9525">
              <a:noFill/>
              <a:prstDash val="solid"/>
              <a:miter/>
            </a:ln>
          </p:spPr>
          <p:txBody>
            <a:bodyPr anchor="ctr" rtlCol="0"/>
            <a:lstStyle/>
            <a:p>
              <a:endParaRPr lang="en-US"/>
            </a:p>
          </p:txBody>
        </p:sp>
        <p:sp>
          <p:nvSpPr>
            <p:cNvPr id="19" name="Graphic 15">
              <a:extLst>
                <a:ext uri="{FF2B5EF4-FFF2-40B4-BE49-F238E27FC236}">
                  <a16:creationId xmlns:a16="http://schemas.microsoft.com/office/drawing/2014/main" id="{866D1F4E-BA21-44F3-A97A-E979C5FE78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fmla="*/ 17664 w 5240764" name="connsiteX0"/>
                <a:gd fmla="*/ 2947947 h 4789394" name="connsiteY0"/>
                <a:gd fmla="*/ 903489 w 5240764" name="connsiteX1"/>
                <a:gd fmla="*/ 195222 h 4789394" name="connsiteY1"/>
                <a:gd fmla="*/ 3560964 w 5240764" name="connsiteX2"/>
                <a:gd fmla="*/ 357147 h 4789394" name="connsiteY2"/>
                <a:gd fmla="*/ 5240602 w 5240764" name="connsiteX3"/>
                <a:gd fmla="*/ 2076409 h 4789394" name="connsiteY3"/>
                <a:gd fmla="*/ 4568328 w 5240764" name="connsiteX4"/>
                <a:gd fmla="*/ 3879397 h 4789394" name="connsiteY4"/>
                <a:gd fmla="*/ 3284739 w 5240764" name="connsiteX5"/>
                <a:gd fmla="*/ 4605297 h 4789394" name="connsiteY5"/>
                <a:gd fmla="*/ 1074939 w 5240764" name="connsiteX6"/>
                <a:gd fmla="*/ 4357647 h 4789394" name="connsiteY6"/>
                <a:gd fmla="*/ 15187 w 5240764" name="connsiteX7"/>
                <a:gd fmla="*/ 2830313 h 4789394" name="connsiteY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b="b" l="l" r="r" t="t"/>
              <a:pathLst>
                <a:path h="4789394" w="524076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cap="flat" w="9525">
              <a:noFill/>
              <a:prstDash val="solid"/>
              <a:miter/>
            </a:ln>
          </p:spPr>
          <p:txBody>
            <a:bodyPr anchor="ctr" rtlCol="0"/>
            <a:lstStyle/>
            <a:p>
              <a:endParaRPr lang="en-US"/>
            </a:p>
          </p:txBody>
        </p:sp>
        <p:sp>
          <p:nvSpPr>
            <p:cNvPr id="20" name="Freeform: Shape 19">
              <a:extLst>
                <a:ext uri="{FF2B5EF4-FFF2-40B4-BE49-F238E27FC236}">
                  <a16:creationId xmlns:a16="http://schemas.microsoft.com/office/drawing/2014/main" id="{B35EADCB-1DB5-4B69-892B-14567F5280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fmla="*/ 237392 w 789043" name="connsiteX0"/>
                <a:gd fmla="*/ 81 h 629754" name="connsiteY0"/>
                <a:gd fmla="*/ 758692 w 789043" name="connsiteX1"/>
                <a:gd fmla="*/ 233550 h 629754" name="connsiteY1"/>
                <a:gd fmla="*/ 650647 w 789043" name="connsiteX2"/>
                <a:gd fmla="*/ 335111 h 629754" name="connsiteY2"/>
                <a:gd fmla="*/ 315041 w 789043" name="connsiteX3"/>
                <a:gd fmla="*/ 584992 h 629754" name="connsiteY3"/>
                <a:gd fmla="*/ 192159 w 789043" name="connsiteX4"/>
                <a:gd fmla="*/ 625953 h 629754" name="connsiteY4"/>
                <a:gd fmla="*/ 124264 w 789043" name="connsiteX5"/>
                <a:gd fmla="*/ 552260 h 629754" name="connsiteY5"/>
                <a:gd fmla="*/ 1631 w 789043" name="connsiteX6"/>
                <a:gd fmla="*/ 133735 h 629754" name="connsiteY6"/>
                <a:gd fmla="*/ 35422 w 789043" name="connsiteX7"/>
                <a:gd fmla="*/ 14157 h 629754" name="connsiteY7"/>
                <a:gd fmla="*/ 113728 w 789043" name="connsiteX8"/>
                <a:gd fmla="*/ 378 h 629754" name="connsiteY8"/>
                <a:gd fmla="*/ 237392 w 789043" name="connsiteX9"/>
                <a:gd fmla="*/ 81 h 629754" name="connsiteY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b="b" l="l" r="r" t="t"/>
              <a:pathLst>
                <a:path h="629754" w="789043">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grpSp>
      <p:grpSp>
        <p:nvGrpSpPr>
          <p:cNvPr id="22" name="Graphic 78">
            <a:extLst>
              <a:ext uri="{FF2B5EF4-FFF2-40B4-BE49-F238E27FC236}">
                <a16:creationId xmlns:a16="http://schemas.microsoft.com/office/drawing/2014/main" id="{06B4C967-D337-479B-87CA-7587B7FCFF5E}"/>
              </a:ext>
              <a:ext uri="{C183D7F6-B498-43B3-948B-1728B52AA6E4}">
                <adec:decorative xmlns:adec="http://schemas.microsoft.com/office/drawing/2017/decorative" val="1"/>
              </a:ext>
            </a:extLst>
          </p:cNvPr>
          <p:cNvGrpSpPr>
            <a:grpSpLocks noChangeAspect="1" noGrp="1" noMove="1" noResize="1" noRot="1" noUngrp="1"/>
          </p:cNvGrpSpPr>
          <p:nvPr>
            <p:extLst>
              <p:ext uri="{386F3935-93C4-4BCD-93E2-E3B085C9AB24}">
                <p16:designElem xmlns:p16="http://schemas.microsoft.com/office/powerpoint/2015/main" val="1"/>
              </p:ext>
            </p:extLst>
          </p:nvPr>
        </p:nvGrpSpPr>
        <p:grpSpPr>
          <a:xfrm>
            <a:off x="530352" y="3267662"/>
            <a:ext cx="972241" cy="45718"/>
            <a:chOff x="4886325" y="3371754"/>
            <a:chExt cx="2418492" cy="113728"/>
          </a:xfrm>
          <a:solidFill>
            <a:schemeClr val="accent1"/>
          </a:solidFill>
        </p:grpSpPr>
        <p:sp>
          <p:nvSpPr>
            <p:cNvPr id="23" name="Graphic 78">
              <a:extLst>
                <a:ext uri="{FF2B5EF4-FFF2-40B4-BE49-F238E27FC236}">
                  <a16:creationId xmlns:a16="http://schemas.microsoft.com/office/drawing/2014/main" id="{6EF1A9DB-7052-4254-8534-9AAED6F6B6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fmla="*/ 0 w 2418302" name="connsiteX0"/>
                <a:gd fmla="*/ 0 h 9525" name="connsiteY0"/>
                <a:gd fmla="*/ 2418302 w 2418302" name="connsiteX1"/>
                <a:gd fmla="*/ 0 h 9525" name="connsiteY1"/>
              </a:gdLst>
              <a:ahLst/>
              <a:cxnLst>
                <a:cxn ang="0">
                  <a:pos x="connsiteX0" y="connsiteY0"/>
                </a:cxn>
                <a:cxn ang="0">
                  <a:pos x="connsiteX1" y="connsiteY1"/>
                </a:cxn>
              </a:cxnLst>
              <a:rect b="b" l="l" r="r" t="t"/>
              <a:pathLst>
                <a:path h="9525" w="2418302">
                  <a:moveTo>
                    <a:pt x="0" y="0"/>
                  </a:moveTo>
                  <a:lnTo>
                    <a:pt x="2418302" y="0"/>
                  </a:lnTo>
                </a:path>
              </a:pathLst>
            </a:custGeom>
            <a:grpFill/>
            <a:ln cap="flat" w="9525">
              <a:noFill/>
              <a:prstDash val="solid"/>
              <a:miter/>
            </a:ln>
          </p:spPr>
          <p:txBody>
            <a:bodyPr anchor="ctr" rtlCol="0"/>
            <a:lstStyle/>
            <a:p>
              <a:pPr algn="ctr"/>
              <a:endParaRPr lang="en-US"/>
            </a:p>
          </p:txBody>
        </p:sp>
        <p:grpSp>
          <p:nvGrpSpPr>
            <p:cNvPr id="24" name="Graphic 78">
              <a:extLst>
                <a:ext uri="{FF2B5EF4-FFF2-40B4-BE49-F238E27FC236}">
                  <a16:creationId xmlns:a16="http://schemas.microsoft.com/office/drawing/2014/main" id="{55D44775-F9E3-4142-8CDB-277AEF2F388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25" name="Graphic 78">
                <a:extLst>
                  <a:ext uri="{FF2B5EF4-FFF2-40B4-BE49-F238E27FC236}">
                    <a16:creationId xmlns:a16="http://schemas.microsoft.com/office/drawing/2014/main" id="{93BB9C83-6DC3-450C-BFAD-0CB5EAD294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fmla="*/ 0 w 32575" name="connsiteX0"/>
                  <a:gd fmla="*/ 49 h 2906" name="connsiteY0"/>
                  <a:gd fmla="*/ 32576 w 32575" name="connsiteX1"/>
                  <a:gd fmla="*/ 2907 h 2906" name="connsiteY1"/>
                  <a:gd fmla="*/ 0 w 32575" name="connsiteX2"/>
                  <a:gd fmla="*/ 49 h 2906" name="connsiteY2"/>
                </a:gdLst>
                <a:ahLst/>
                <a:cxnLst>
                  <a:cxn ang="0">
                    <a:pos x="connsiteX0" y="connsiteY0"/>
                  </a:cxn>
                  <a:cxn ang="0">
                    <a:pos x="connsiteX1" y="connsiteY1"/>
                  </a:cxn>
                  <a:cxn ang="0">
                    <a:pos x="connsiteX2" y="connsiteY2"/>
                  </a:cxn>
                </a:cxnLst>
                <a:rect b="b" l="l" r="r" t="t"/>
                <a:pathLst>
                  <a:path h="2906" w="32575">
                    <a:moveTo>
                      <a:pt x="0" y="49"/>
                    </a:moveTo>
                    <a:cubicBezTo>
                      <a:pt x="7430" y="2335"/>
                      <a:pt x="20384" y="2526"/>
                      <a:pt x="32576" y="2907"/>
                    </a:cubicBezTo>
                    <a:cubicBezTo>
                      <a:pt x="23146" y="716"/>
                      <a:pt x="13240" y="-236"/>
                      <a:pt x="0" y="49"/>
                    </a:cubicBezTo>
                    <a:close/>
                  </a:path>
                </a:pathLst>
              </a:custGeom>
              <a:grpFill/>
              <a:ln cap="flat" w="9525">
                <a:noFill/>
                <a:prstDash val="solid"/>
                <a:miter/>
              </a:ln>
            </p:spPr>
            <p:txBody>
              <a:bodyPr anchor="ctr" rtlCol="0"/>
              <a:lstStyle/>
              <a:p>
                <a:pPr algn="ctr"/>
                <a:endParaRPr lang="en-US"/>
              </a:p>
            </p:txBody>
          </p:sp>
          <p:sp>
            <p:nvSpPr>
              <p:cNvPr id="26" name="Graphic 78">
                <a:extLst>
                  <a:ext uri="{FF2B5EF4-FFF2-40B4-BE49-F238E27FC236}">
                    <a16:creationId xmlns:a16="http://schemas.microsoft.com/office/drawing/2014/main" id="{4E01AF91-A65B-4AE1-96C9-4168BD8F90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fmla="*/ 190 w 380" name="connsiteX0"/>
                  <a:gd fmla="*/ 42 h 42" name="connsiteY0"/>
                  <a:gd fmla="*/ 381 w 380" name="connsiteX1"/>
                  <a:gd fmla="*/ 42 h 42" name="connsiteY1"/>
                  <a:gd fmla="*/ 0 w 380" name="connsiteX2"/>
                  <a:gd fmla="*/ 42 h 42" name="connsiteY2"/>
                  <a:gd fmla="*/ 190 w 380" name="connsiteX3"/>
                  <a:gd fmla="*/ 42 h 42" name="connsiteY3"/>
                </a:gdLst>
                <a:ahLst/>
                <a:cxnLst>
                  <a:cxn ang="0">
                    <a:pos x="connsiteX0" y="connsiteY0"/>
                  </a:cxn>
                  <a:cxn ang="0">
                    <a:pos x="connsiteX1" y="connsiteY1"/>
                  </a:cxn>
                  <a:cxn ang="0">
                    <a:pos x="connsiteX2" y="connsiteY2"/>
                  </a:cxn>
                  <a:cxn ang="0">
                    <a:pos x="connsiteX3" y="connsiteY3"/>
                  </a:cxn>
                </a:cxnLst>
                <a:rect b="b" l="l" r="r" t="t"/>
                <a:pathLst>
                  <a:path h="42" w="380">
                    <a:moveTo>
                      <a:pt x="190" y="42"/>
                    </a:moveTo>
                    <a:cubicBezTo>
                      <a:pt x="190" y="42"/>
                      <a:pt x="286" y="42"/>
                      <a:pt x="381" y="42"/>
                    </a:cubicBezTo>
                    <a:cubicBezTo>
                      <a:pt x="190" y="42"/>
                      <a:pt x="95" y="42"/>
                      <a:pt x="0" y="42"/>
                    </a:cubicBezTo>
                    <a:cubicBezTo>
                      <a:pt x="0" y="-53"/>
                      <a:pt x="95" y="42"/>
                      <a:pt x="190" y="42"/>
                    </a:cubicBezTo>
                    <a:close/>
                  </a:path>
                </a:pathLst>
              </a:custGeom>
              <a:grpFill/>
              <a:ln cap="flat" w="9525">
                <a:noFill/>
                <a:prstDash val="solid"/>
                <a:miter/>
              </a:ln>
            </p:spPr>
            <p:txBody>
              <a:bodyPr anchor="ctr" rtlCol="0"/>
              <a:lstStyle/>
              <a:p>
                <a:pPr algn="ctr"/>
                <a:endParaRPr lang="en-US"/>
              </a:p>
            </p:txBody>
          </p:sp>
          <p:sp>
            <p:nvSpPr>
              <p:cNvPr id="27" name="Graphic 78">
                <a:extLst>
                  <a:ext uri="{FF2B5EF4-FFF2-40B4-BE49-F238E27FC236}">
                    <a16:creationId xmlns:a16="http://schemas.microsoft.com/office/drawing/2014/main" id="{0AD45C08-DFB9-441F-A901-BCB9B03058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fmla="*/ 10001 w 10001" name="connsiteX0"/>
                  <a:gd fmla="*/ 0 h 190" name="connsiteY0"/>
                  <a:gd fmla="*/ 0 w 10001" name="connsiteX1"/>
                  <a:gd fmla="*/ 191 h 190" name="connsiteY1"/>
                  <a:gd fmla="*/ 10001 w 10001" name="connsiteX2"/>
                  <a:gd fmla="*/ 0 h 190" name="connsiteY2"/>
                </a:gdLst>
                <a:ahLst/>
                <a:cxnLst>
                  <a:cxn ang="0">
                    <a:pos x="connsiteX0" y="connsiteY0"/>
                  </a:cxn>
                  <a:cxn ang="0">
                    <a:pos x="connsiteX1" y="connsiteY1"/>
                  </a:cxn>
                  <a:cxn ang="0">
                    <a:pos x="connsiteX2" y="connsiteY2"/>
                  </a:cxn>
                </a:cxnLst>
                <a:rect b="b" l="l" r="r" t="t"/>
                <a:pathLst>
                  <a:path h="190" w="10001">
                    <a:moveTo>
                      <a:pt x="10001" y="0"/>
                    </a:moveTo>
                    <a:cubicBezTo>
                      <a:pt x="6953" y="0"/>
                      <a:pt x="3524" y="95"/>
                      <a:pt x="0" y="191"/>
                    </a:cubicBezTo>
                    <a:cubicBezTo>
                      <a:pt x="3334" y="191"/>
                      <a:pt x="6763" y="191"/>
                      <a:pt x="10001" y="0"/>
                    </a:cubicBezTo>
                    <a:close/>
                  </a:path>
                </a:pathLst>
              </a:custGeom>
              <a:grpFill/>
              <a:ln cap="flat" w="9525">
                <a:noFill/>
                <a:prstDash val="solid"/>
                <a:miter/>
              </a:ln>
            </p:spPr>
            <p:txBody>
              <a:bodyPr anchor="ctr" rtlCol="0"/>
              <a:lstStyle/>
              <a:p>
                <a:pPr algn="ctr"/>
                <a:endParaRPr lang="en-US"/>
              </a:p>
            </p:txBody>
          </p:sp>
          <p:sp>
            <p:nvSpPr>
              <p:cNvPr id="28" name="Graphic 78">
                <a:extLst>
                  <a:ext uri="{FF2B5EF4-FFF2-40B4-BE49-F238E27FC236}">
                    <a16:creationId xmlns:a16="http://schemas.microsoft.com/office/drawing/2014/main" id="{E05BEC0E-4EE4-42C4-BF0B-15F9AC5181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fmla="*/ 632266 w 2418108" name="connsiteX0"/>
                  <a:gd fmla="*/ 112205 h 113728" name="connsiteY0"/>
                  <a:gd fmla="*/ 723039 w 2418108" name="connsiteX1"/>
                  <a:gd fmla="*/ 109538 h 113728" name="connsiteY1"/>
                  <a:gd fmla="*/ 735136 w 2418108" name="connsiteX2"/>
                  <a:gd fmla="*/ 111823 h 113728" name="connsiteY2"/>
                  <a:gd fmla="*/ 752471 w 2418108" name="connsiteX3"/>
                  <a:gd fmla="*/ 108680 h 113728" name="connsiteY3"/>
                  <a:gd fmla="*/ 772569 w 2418108" name="connsiteX4"/>
                  <a:gd fmla="*/ 110585 h 113728" name="connsiteY4"/>
                  <a:gd fmla="*/ 1112993 w 2418108" name="connsiteX5"/>
                  <a:gd fmla="*/ 112967 h 113728" name="connsiteY5"/>
                  <a:gd fmla="*/ 1083465 w 2418108" name="connsiteX6"/>
                  <a:gd fmla="*/ 108776 h 113728" name="connsiteY6"/>
                  <a:gd fmla="*/ 1296825 w 2418108" name="connsiteX7"/>
                  <a:gd fmla="*/ 108966 h 113728" name="connsiteY7"/>
                  <a:gd fmla="*/ 1346736 w 2418108" name="connsiteX8"/>
                  <a:gd fmla="*/ 103632 h 113728" name="connsiteY8"/>
                  <a:gd fmla="*/ 1360643 w 2418108" name="connsiteX9"/>
                  <a:gd fmla="*/ 107633 h 113728" name="connsiteY9"/>
                  <a:gd fmla="*/ 1381788 w 2418108" name="connsiteX10"/>
                  <a:gd fmla="*/ 107442 h 113728" name="connsiteY10"/>
                  <a:gd fmla="*/ 1371692 w 2418108" name="connsiteX11"/>
                  <a:gd fmla="*/ 106490 h 113728" name="connsiteY11"/>
                  <a:gd fmla="*/ 1430080 w 2418108" name="connsiteX12"/>
                  <a:gd fmla="*/ 105537 h 113728" name="connsiteY12"/>
                  <a:gd fmla="*/ 1420269 w 2418108" name="connsiteX13"/>
                  <a:gd fmla="*/ 104108 h 113728" name="connsiteY13"/>
                  <a:gd fmla="*/ 1455702 w 2418108" name="connsiteX14"/>
                  <a:gd fmla="*/ 107061 h 113728" name="connsiteY14"/>
                  <a:gd fmla="*/ 1439414 w 2418108" name="connsiteX15"/>
                  <a:gd fmla="*/ 108109 h 113728" name="connsiteY15"/>
                  <a:gd fmla="*/ 1503613 w 2418108" name="connsiteX16"/>
                  <a:gd fmla="*/ 105918 h 113728" name="connsiteY16"/>
                  <a:gd fmla="*/ 1495802 w 2418108" name="connsiteX17"/>
                  <a:gd fmla="*/ 105823 h 113728" name="connsiteY17"/>
                  <a:gd fmla="*/ 1695923 w 2418108" name="connsiteX18"/>
                  <a:gd fmla="*/ 95155 h 113728" name="connsiteY18"/>
                  <a:gd fmla="*/ 1684016 w 2418108" name="connsiteX19"/>
                  <a:gd fmla="*/ 92488 h 113728" name="connsiteY19"/>
                  <a:gd fmla="*/ 1706210 w 2418108" name="connsiteX20"/>
                  <a:gd fmla="*/ 90202 h 113728" name="connsiteY20"/>
                  <a:gd fmla="*/ 1693351 w 2418108" name="connsiteX21"/>
                  <a:gd fmla="*/ 98108 h 113728" name="connsiteY21"/>
                  <a:gd fmla="*/ 2058539 w 2418108" name="connsiteX22"/>
                  <a:gd fmla="*/ 102203 h 113728" name="connsiteY22"/>
                  <a:gd fmla="*/ 2064540 w 2418108" name="connsiteX23"/>
                  <a:gd fmla="*/ 95060 h 113728" name="connsiteY23"/>
                  <a:gd fmla="*/ 2227132 w 2418108" name="connsiteX24"/>
                  <a:gd fmla="*/ 96203 h 113728" name="connsiteY24"/>
                  <a:gd fmla="*/ 2245229 w 2418108" name="connsiteX25"/>
                  <a:gd fmla="*/ 96869 h 113728" name="connsiteY25"/>
                  <a:gd fmla="*/ 2254278 w 2418108" name="connsiteX26"/>
                  <a:gd fmla="*/ 94393 h 113728" name="connsiteY26"/>
                  <a:gd fmla="*/ 2418108 w 2418108" name="connsiteX27"/>
                  <a:gd fmla="*/ 5810 h 113728" name="connsiteY27"/>
                  <a:gd fmla="*/ 2399058 w 2418108" name="connsiteX28"/>
                  <a:gd fmla="*/ 2858 h 113728" name="connsiteY28"/>
                  <a:gd fmla="*/ 2241039 w 2418108" name="connsiteX29"/>
                  <a:gd fmla="*/ 1905 h 113728" name="connsiteY29"/>
                  <a:gd fmla="*/ 2243991 w 2418108" name="connsiteX30"/>
                  <a:gd fmla="*/ 1048 h 113728" name="connsiteY30"/>
                  <a:gd fmla="*/ 2197128 w 2418108" name="connsiteX31"/>
                  <a:gd fmla="*/ 0 h 113728" name="connsiteY31"/>
                  <a:gd fmla="*/ 1710591 w 2418108" name="connsiteX32"/>
                  <a:gd fmla="*/ 6287 h 113728" name="connsiteY32"/>
                  <a:gd fmla="*/ 1713353 w 2418108" name="connsiteX33"/>
                  <a:gd fmla="*/ 5906 h 113728" name="connsiteY33"/>
                  <a:gd fmla="*/ 1210814 w 2418108" name="connsiteX34"/>
                  <a:gd fmla="*/ 7715 h 113728" name="connsiteY34"/>
                  <a:gd fmla="*/ 684463 w 2418108" name="connsiteX35"/>
                  <a:gd fmla="*/ 13716 h 113728" name="connsiteY35"/>
                  <a:gd fmla="*/ 687511 w 2418108" name="connsiteX36"/>
                  <a:gd fmla="*/ 12859 h 113728" name="connsiteY36"/>
                  <a:gd fmla="*/ 435670 w 2418108" name="connsiteX37"/>
                  <a:gd fmla="*/ 12192 h 113728" name="connsiteY37"/>
                  <a:gd fmla="*/ 440718 w 2418108" name="connsiteX38"/>
                  <a:gd fmla="*/ 12668 h 113728" name="connsiteY38"/>
                  <a:gd fmla="*/ 386807 w 2418108" name="connsiteX39"/>
                  <a:gd fmla="*/ 9906 h 113728" name="connsiteY39"/>
                  <a:gd fmla="*/ 16856 w 2418108" name="connsiteX40"/>
                  <a:gd fmla="*/ 12192 h 113728" name="connsiteY40"/>
                  <a:gd fmla="*/ 63528 w 2418108" name="connsiteX41"/>
                  <a:gd fmla="*/ 102870 h 113728" name="connsiteY41"/>
                  <a:gd fmla="*/ 42668 w 2418108" name="connsiteX42"/>
                  <a:gd fmla="*/ 102584 h 113728" name="connsiteY42"/>
                  <a:gd fmla="*/ 41430 w 2418108" name="connsiteX43"/>
                  <a:gd fmla="*/ 105537 h 113728" name="connsiteY43"/>
                  <a:gd fmla="*/ 54575 w 2418108" name="connsiteX44"/>
                  <a:gd fmla="*/ 105347 h 113728" name="connsiteY44"/>
                  <a:gd fmla="*/ 388140 w 2418108" name="connsiteX45"/>
                  <a:gd fmla="*/ 112109 h 113728" name="connsiteY45"/>
                  <a:gd fmla="*/ 482152 w 2418108" name="connsiteX46"/>
                  <a:gd fmla="*/ 113729 h 113728" name="connsiteY46"/>
                  <a:gd fmla="*/ 632266 w 2418108" name="connsiteX47"/>
                  <a:gd fmla="*/ 112205 h 113728" name="connsiteY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b="b" l="l" r="r" t="t"/>
                <a:pathLst>
                  <a:path h="113728" w="241810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cap="flat" w="9525">
                <a:noFill/>
                <a:prstDash val="solid"/>
                <a:miter/>
              </a:ln>
            </p:spPr>
            <p:txBody>
              <a:bodyPr anchor="ctr" rtlCol="0"/>
              <a:lstStyle/>
              <a:p>
                <a:pPr algn="ctr"/>
                <a:endParaRPr lang="en-US"/>
              </a:p>
            </p:txBody>
          </p:sp>
        </p:grpSp>
      </p:grpSp>
      <p:sp>
        <p:nvSpPr>
          <p:cNvPr id="6" name="Slide Number Placeholder 5">
            <a:extLst>
              <a:ext uri="{FF2B5EF4-FFF2-40B4-BE49-F238E27FC236}">
                <a16:creationId xmlns:a16="http://schemas.microsoft.com/office/drawing/2014/main" id="{91149602-C4AC-42A8-2D30-9CB2A9ED2EAD}"/>
              </a:ext>
              <a:ext uri="{C183D7F6-B498-43B3-948B-1728B52AA6E4}">
                <adec:decorative xmlns:adec="http://schemas.microsoft.com/office/drawing/2017/decorative" val="1"/>
              </a:ext>
            </a:extLst>
          </p:cNvPr>
          <p:cNvSpPr>
            <a:spLocks noGrp="1"/>
          </p:cNvSpPr>
          <p:nvPr>
            <p:ph idx="12" sz="quarter" type="sldNum"/>
          </p:nvPr>
        </p:nvSpPr>
        <p:spPr/>
        <p:txBody>
          <a:bodyPr/>
          <a:lstStyle/>
          <a:p>
            <a:fld id="{E1076ED0-0DB3-4879-AAE5-5C20D22C1DF4}" type="slidenum">
              <a:rPr lang="en-US" smtClean="0"/>
              <a:t>1</a:t>
            </a:fld>
            <a:endParaRPr lang="en-US"/>
          </a:p>
        </p:txBody>
      </p:sp>
      <p:sp>
        <p:nvSpPr>
          <p:cNvPr id="5" name="Footer Placeholder 4">
            <a:extLst>
              <a:ext uri="{FF2B5EF4-FFF2-40B4-BE49-F238E27FC236}">
                <a16:creationId xmlns:a16="http://schemas.microsoft.com/office/drawing/2014/main" id="{30FE531B-1767-F14E-1283-758169E8BC39}"/>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45180-CA00-E383-640F-9C445ADC9E96}"/>
              </a:ext>
            </a:extLst>
          </p:cNvPr>
          <p:cNvSpPr>
            <a:spLocks noGrp="1"/>
          </p:cNvSpPr>
          <p:nvPr>
            <p:ph type="title"/>
          </p:nvPr>
        </p:nvSpPr>
        <p:spPr>
          <a:xfrm>
            <a:off x="1057221" y="286951"/>
            <a:ext cx="10077557" cy="703961"/>
          </a:xfrm>
        </p:spPr>
        <p:txBody>
          <a:bodyPr/>
          <a:lstStyle/>
          <a:p>
            <a:pPr algn="ctr"/>
            <a:r>
              <a:rPr lang="en-US"/>
              <a:t>Objectives </a:t>
            </a:r>
          </a:p>
        </p:txBody>
      </p:sp>
      <p:sp>
        <p:nvSpPr>
          <p:cNvPr id="3" name="Content Placeholder 2">
            <a:extLst>
              <a:ext uri="{FF2B5EF4-FFF2-40B4-BE49-F238E27FC236}">
                <a16:creationId xmlns:a16="http://schemas.microsoft.com/office/drawing/2014/main" id="{5BA7444D-14BF-D616-3F6D-A002A5F86EA8}"/>
              </a:ext>
            </a:extLst>
          </p:cNvPr>
          <p:cNvSpPr>
            <a:spLocks noGrp="1"/>
          </p:cNvSpPr>
          <p:nvPr>
            <p:ph idx="1"/>
          </p:nvPr>
        </p:nvSpPr>
        <p:spPr>
          <a:xfrm>
            <a:off x="226769" y="1333977"/>
            <a:ext cx="11738462" cy="4745090"/>
          </a:xfrm>
          <a:solidFill>
            <a:schemeClr val="bg2"/>
          </a:solidFill>
        </p:spPr>
        <p:txBody>
          <a:bodyPr numCol="2">
            <a:noAutofit/>
          </a:bodyPr>
          <a:lstStyle/>
          <a:p>
            <a:pPr fontAlgn="base" indent="-285750" marL="285750">
              <a:buFont charset="2" panose="05000000000000000000" pitchFamily="2" typeface="Wingdings"/>
              <a:buChar char="q"/>
            </a:pPr>
            <a:r>
              <a:rPr lang="en-US"/>
              <a:t>Read sections 5.1 – 5.4.  </a:t>
            </a:r>
          </a:p>
          <a:p>
            <a:pPr fontAlgn="base" indent="-285750" marL="285750">
              <a:buFont charset="2" panose="05000000000000000000" pitchFamily="2" typeface="Wingdings"/>
              <a:buChar char="q"/>
            </a:pPr>
            <a:r>
              <a:rPr lang="en-US"/>
              <a:t>Understand the meaning of probability and other vocabulary words.  </a:t>
            </a:r>
          </a:p>
          <a:p>
            <a:pPr fontAlgn="base" indent="-285750" marL="285750">
              <a:buFont charset="2" panose="05000000000000000000" pitchFamily="2" typeface="Wingdings"/>
              <a:buChar char="q"/>
            </a:pPr>
            <a:r>
              <a:rPr lang="en-US"/>
              <a:t>Know the proper notation for probabilities, sample spaces, and models.  </a:t>
            </a:r>
          </a:p>
          <a:p>
            <a:pPr fontAlgn="base" indent="-285750" marL="285750">
              <a:buFont charset="2" panose="05000000000000000000" pitchFamily="2" typeface="Wingdings"/>
              <a:buChar char="q"/>
            </a:pPr>
            <a:r>
              <a:rPr lang="en-US"/>
              <a:t>Calculate basic probabilities from a sample or population.  </a:t>
            </a:r>
          </a:p>
          <a:p>
            <a:pPr fontAlgn="base" indent="-285750" marL="285750">
              <a:buFont charset="2" panose="05000000000000000000" pitchFamily="2" typeface="Wingdings"/>
              <a:buChar char="q"/>
            </a:pPr>
            <a:r>
              <a:rPr lang="en-US"/>
              <a:t>Know how and when to use the addition rule. </a:t>
            </a:r>
          </a:p>
          <a:p>
            <a:pPr fontAlgn="base" indent="-285750" marL="285750">
              <a:buFont charset="2" panose="05000000000000000000" pitchFamily="2" typeface="Wingdings"/>
              <a:buChar char="q"/>
            </a:pPr>
            <a:r>
              <a:rPr lang="en-US"/>
              <a:t>Solve problems from a contingency table.   </a:t>
            </a:r>
          </a:p>
          <a:p>
            <a:pPr fontAlgn="base" indent="-285750" marL="285750">
              <a:buFont charset="2" panose="05000000000000000000" pitchFamily="2" typeface="Wingdings"/>
              <a:buChar char="q"/>
            </a:pPr>
            <a:r>
              <a:rPr lang="en-US"/>
              <a:t>Understand mutual exclusivity.  </a:t>
            </a:r>
          </a:p>
          <a:p>
            <a:pPr fontAlgn="base" indent="-285750" marL="285750">
              <a:buFont charset="2" panose="05000000000000000000" pitchFamily="2" typeface="Wingdings"/>
              <a:buChar char="q"/>
            </a:pPr>
            <a:endParaRPr lang="en-US"/>
          </a:p>
          <a:p>
            <a:pPr fontAlgn="base"/>
            <a:endParaRPr lang="en-US"/>
          </a:p>
          <a:p>
            <a:pPr fontAlgn="base" indent="-285750" marL="285750">
              <a:buFont charset="2" panose="05000000000000000000" pitchFamily="2" typeface="Wingdings"/>
              <a:buChar char="q"/>
            </a:pPr>
            <a:r>
              <a:rPr lang="en-US"/>
              <a:t>Find the complement of an event and its probability.  </a:t>
            </a:r>
          </a:p>
          <a:p>
            <a:pPr fontAlgn="base" indent="-285750" marL="285750">
              <a:buFont charset="2" panose="05000000000000000000" pitchFamily="2" typeface="Wingdings"/>
              <a:buChar char="q"/>
            </a:pPr>
            <a:r>
              <a:rPr lang="en-US"/>
              <a:t>Calculate conditional probabilities.  </a:t>
            </a:r>
          </a:p>
          <a:p>
            <a:pPr fontAlgn="base" indent="-285750" marL="285750">
              <a:buFont charset="2" panose="05000000000000000000" pitchFamily="2" typeface="Wingdings"/>
              <a:buChar char="q"/>
            </a:pPr>
            <a:r>
              <a:rPr lang="en-US"/>
              <a:t>Differentiate between dependence and independence.  </a:t>
            </a:r>
          </a:p>
          <a:p>
            <a:pPr fontAlgn="base" indent="-285750" marL="285750">
              <a:buFont charset="2" panose="05000000000000000000" pitchFamily="2" typeface="Wingdings"/>
              <a:buChar char="q"/>
            </a:pPr>
            <a:r>
              <a:rPr lang="en-US"/>
              <a:t>Use the general multiplication rule appropriately.  </a:t>
            </a:r>
          </a:p>
          <a:p>
            <a:pPr fontAlgn="base" indent="-285750" marL="285750">
              <a:buFont charset="2" panose="05000000000000000000" pitchFamily="2" typeface="Wingdings"/>
              <a:buChar char="q"/>
            </a:pPr>
            <a:r>
              <a:rPr lang="en-US"/>
              <a:t>Understand how to use the principle of counting.  </a:t>
            </a:r>
          </a:p>
          <a:p>
            <a:pPr fontAlgn="base" indent="-285750" marL="285750">
              <a:buFont charset="2" panose="05000000000000000000" pitchFamily="2" typeface="Wingdings"/>
              <a:buChar char="q"/>
            </a:pPr>
            <a:r>
              <a:rPr lang="en-US"/>
              <a:t>Know the difference between combinations and permutations.  </a:t>
            </a:r>
          </a:p>
          <a:p>
            <a:endParaRPr lang="en-US"/>
          </a:p>
        </p:txBody>
      </p:sp>
      <p:sp>
        <p:nvSpPr>
          <p:cNvPr id="4" name="Footer Placeholder 3">
            <a:extLst>
              <a:ext uri="{FF2B5EF4-FFF2-40B4-BE49-F238E27FC236}">
                <a16:creationId xmlns:a16="http://schemas.microsoft.com/office/drawing/2014/main" id="{3E96DACB-5288-96CC-B11E-E7118AE9CD23}"/>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303C3D59-3D64-40A9-C0BC-7740DE825461}"/>
              </a:ext>
              <a:ext uri="{C183D7F6-B498-43B3-948B-1728B52AA6E4}">
                <adec:decorative xmlns:adec="http://schemas.microsoft.com/office/drawing/2017/decorative" val="1"/>
              </a:ext>
            </a:extLst>
          </p:cNvPr>
          <p:cNvSpPr>
            <a:spLocks noGrp="1"/>
          </p:cNvSpPr>
          <p:nvPr>
            <p:ph idx="12" sz="quarter" type="sldNum"/>
          </p:nvPr>
        </p:nvSpPr>
        <p:spPr/>
        <p:txBody>
          <a:bodyPr/>
          <a:lstStyle/>
          <a:p>
            <a:fld id="{E1076ED0-0DB3-4879-AAE5-5C20D22C1DF4}" type="slidenum">
              <a:rPr lang="en-US" smtClean="0"/>
              <a:t>2</a:t>
            </a:fld>
            <a:endParaRPr lang="en-US"/>
          </a:p>
        </p:txBody>
      </p:sp>
    </p:spTree>
    <p:extLst>
      <p:ext uri="{BB962C8B-B14F-4D97-AF65-F5344CB8AC3E}">
        <p14:creationId xmlns:p14="http://schemas.microsoft.com/office/powerpoint/2010/main" val="2117228401"/>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3CD36-37F7-8B11-C04C-3F33D21CBEA2}"/>
              </a:ext>
            </a:extLst>
          </p:cNvPr>
          <p:cNvSpPr>
            <a:spLocks noGrp="1"/>
          </p:cNvSpPr>
          <p:nvPr>
            <p:ph type="title"/>
          </p:nvPr>
        </p:nvSpPr>
        <p:spPr/>
        <p:txBody>
          <a:bodyPr/>
          <a:lstStyle/>
          <a:p>
            <a:r>
              <a:rPr lang="en-US">
                <a:solidFill>
                  <a:srgbClr val="000000"/>
                </a:solidFill>
              </a:rPr>
              <a:t>A Probability Experiment </a:t>
            </a:r>
          </a:p>
        </p:txBody>
      </p:sp>
      <p:sp>
        <p:nvSpPr>
          <p:cNvPr id="3" name="Content Placeholder 2">
            <a:extLst>
              <a:ext uri="{FF2B5EF4-FFF2-40B4-BE49-F238E27FC236}">
                <a16:creationId xmlns:a16="http://schemas.microsoft.com/office/drawing/2014/main" id="{F3A680FE-45C0-3F19-C1BC-BFBC3BCD11A9}"/>
              </a:ext>
            </a:extLst>
          </p:cNvPr>
          <p:cNvSpPr>
            <a:spLocks noGrp="1"/>
          </p:cNvSpPr>
          <p:nvPr>
            <p:ph idx="1"/>
          </p:nvPr>
        </p:nvSpPr>
        <p:spPr>
          <a:xfrm>
            <a:off x="525717" y="2459968"/>
            <a:ext cx="11420750" cy="3896382"/>
          </a:xfrm>
          <a:solidFill>
            <a:schemeClr val="bg2"/>
          </a:solidFill>
        </p:spPr>
        <p:txBody>
          <a:bodyPr>
            <a:normAutofit fontScale="92500" lnSpcReduction="20000"/>
          </a:bodyPr>
          <a:lstStyle/>
          <a:p>
            <a:pPr fontAlgn="base"/>
            <a:r>
              <a:rPr lang="en-US"/>
              <a:t>Why do we flip a coin to decide which team gets the ball first in a football game?  </a:t>
            </a:r>
          </a:p>
          <a:p>
            <a:pPr fontAlgn="base"/>
            <a:r>
              <a:rPr lang="en-US"/>
              <a:t>It’s fair because: </a:t>
            </a:r>
          </a:p>
          <a:p>
            <a:pPr fontAlgn="base"/>
            <a:r>
              <a:rPr lang="en-US"/>
              <a:t>     a. It’s unpredictable. We can never know with certainty how the coin will land.   </a:t>
            </a:r>
          </a:p>
          <a:p>
            <a:pPr fontAlgn="base"/>
            <a:r>
              <a:rPr lang="en-US"/>
              <a:t>     b. Over the long run, it ensures that each team will begin the game about half of the time.   </a:t>
            </a:r>
          </a:p>
          <a:p>
            <a:pPr fontAlgn="base"/>
            <a:r>
              <a:rPr lang="en-US"/>
              <a:t> </a:t>
            </a:r>
          </a:p>
          <a:p>
            <a:pPr fontAlgn="base"/>
            <a:r>
              <a:rPr lang="en-US"/>
              <a:t>In a </a:t>
            </a:r>
            <a:r>
              <a:rPr lang="en-US" u="sng"/>
              <a:t>probability experiment</a:t>
            </a:r>
            <a:r>
              <a:rPr lang="en-US"/>
              <a:t>, such as a coin toss, we do not know what the outcome will be for an individual experiment. </a:t>
            </a:r>
          </a:p>
          <a:p>
            <a:pPr fontAlgn="base"/>
            <a:r>
              <a:rPr lang="en-US"/>
              <a:t>But we </a:t>
            </a:r>
            <a:r>
              <a:rPr i="1" lang="en-US">
                <a:solidFill>
                  <a:srgbClr val="000000"/>
                </a:solidFill>
              </a:rPr>
              <a:t>do</a:t>
            </a:r>
            <a:r>
              <a:rPr lang="en-US"/>
              <a:t> know the outcome of a long series of repeated experiments. </a:t>
            </a:r>
          </a:p>
          <a:p>
            <a:pPr fontAlgn="base"/>
            <a:r>
              <a:rPr lang="en-US"/>
              <a:t>The </a:t>
            </a:r>
            <a:r>
              <a:rPr lang="en-US" u="sng"/>
              <a:t>probability</a:t>
            </a:r>
            <a:r>
              <a:rPr lang="en-US"/>
              <a:t> of an event is the </a:t>
            </a:r>
            <a:r>
              <a:rPr lang="en-US" u="sng"/>
              <a:t>proportion</a:t>
            </a:r>
            <a:r>
              <a:rPr lang="en-US"/>
              <a:t> of times the event occurs in the long run (as the experiment is repeated </a:t>
            </a:r>
            <a:r>
              <a:rPr i="1" lang="en-US">
                <a:solidFill>
                  <a:srgbClr val="666666"/>
                </a:solidFill>
              </a:rPr>
              <a:t>many</a:t>
            </a:r>
            <a:r>
              <a:rPr lang="en-US">
                <a:solidFill>
                  <a:srgbClr val="000000"/>
                </a:solidFill>
              </a:rPr>
              <a:t> times).   </a:t>
            </a:r>
            <a:br>
              <a:rPr lang="en-US"/>
            </a:br>
            <a:endParaRPr lang="en-US"/>
          </a:p>
          <a:p>
            <a:endParaRPr lang="en-US"/>
          </a:p>
        </p:txBody>
      </p:sp>
      <p:sp>
        <p:nvSpPr>
          <p:cNvPr id="4" name="Footer Placeholder 3">
            <a:extLst>
              <a:ext uri="{FF2B5EF4-FFF2-40B4-BE49-F238E27FC236}">
                <a16:creationId xmlns:a16="http://schemas.microsoft.com/office/drawing/2014/main" id="{F3674C24-3EE6-D2C5-3430-8B08011FCD3D}"/>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CFD67572-A531-135F-37AF-5DBD76C673C8}"/>
              </a:ext>
              <a:ext uri="{C183D7F6-B498-43B3-948B-1728B52AA6E4}">
                <adec:decorative xmlns:adec="http://schemas.microsoft.com/office/drawing/2017/decorative" val="1"/>
              </a:ext>
            </a:extLst>
          </p:cNvPr>
          <p:cNvSpPr>
            <a:spLocks noGrp="1"/>
          </p:cNvSpPr>
          <p:nvPr>
            <p:ph idx="12" sz="quarter" type="sldNum"/>
          </p:nvPr>
        </p:nvSpPr>
        <p:spPr/>
        <p:txBody>
          <a:bodyPr/>
          <a:lstStyle/>
          <a:p>
            <a:fld id="{E1076ED0-0DB3-4879-AAE5-5C20D22C1DF4}" type="slidenum">
              <a:rPr lang="en-US" smtClean="0"/>
              <a:t>3</a:t>
            </a:fld>
            <a:endParaRPr lang="en-US"/>
          </a:p>
        </p:txBody>
      </p:sp>
    </p:spTree>
    <p:extLst>
      <p:ext uri="{BB962C8B-B14F-4D97-AF65-F5344CB8AC3E}">
        <p14:creationId xmlns:p14="http://schemas.microsoft.com/office/powerpoint/2010/main" val="1334466206"/>
      </p:ext>
    </p:extLst>
  </p:cSld>
  <p:clrMapOvr>
    <a:masterClrMapping/>
  </p:clrMapOvr>
</p:sld>
</file>

<file path=ppt/slides/slide4.xml><?xml version="1.0" encoding="utf-8"?>
<p:sld xmlns="http://schemas.microsoft.com/office/drawing/2018/hyperlinkcolo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DC4B375-8ECE-2119-9FDF-5D776993D7DF}"/>
              </a:ext>
              <a:ext uri="{C183D7F6-B498-43B3-948B-1728B52AA6E4}">
                <adec:decorative xmlns:adec="http://schemas.microsoft.com/office/drawing/2017/decorative" val="1"/>
              </a:ext>
            </a:extLst>
          </p:cNvPr>
          <p:cNvSpPr/>
          <p:nvPr/>
        </p:nvSpPr>
        <p:spPr>
          <a:xfrm>
            <a:off x="284205" y="2051222"/>
            <a:ext cx="1304520" cy="47573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lang="en-US"/>
          </a:p>
        </p:txBody>
      </p:sp>
      <p:sp>
        <p:nvSpPr>
          <p:cNvPr id="2" name="Title 1">
            <a:extLst>
              <a:ext uri="{FF2B5EF4-FFF2-40B4-BE49-F238E27FC236}">
                <a16:creationId xmlns:a16="http://schemas.microsoft.com/office/drawing/2014/main" id="{64E91ADC-BBF4-87E1-9F28-E5D6DB6A4C51}"/>
              </a:ext>
            </a:extLst>
          </p:cNvPr>
          <p:cNvSpPr>
            <a:spLocks noGrp="1"/>
          </p:cNvSpPr>
          <p:nvPr>
            <p:ph type="title"/>
          </p:nvPr>
        </p:nvSpPr>
        <p:spPr>
          <a:xfrm>
            <a:off x="1057221" y="479987"/>
            <a:ext cx="10077557" cy="697782"/>
          </a:xfrm>
        </p:spPr>
        <p:txBody>
          <a:bodyPr/>
          <a:lstStyle/>
          <a:p>
            <a:pPr algn="ctr"/>
            <a:r>
              <a:rPr lang="en-US">
                <a:solidFill>
                  <a:srgbClr val="000000"/>
                </a:solidFill>
              </a:rPr>
              <a:t>The Law of Large Numbers </a:t>
            </a:r>
          </a:p>
        </p:txBody>
      </p:sp>
      <p:pic>
        <p:nvPicPr>
          <p:cNvPr descr="A graph displaying a coin flip probability experiment proving the law of large numbers. " id="1026" name="Picture 2">
            <a:extLst>
              <a:ext uri="{FF2B5EF4-FFF2-40B4-BE49-F238E27FC236}">
                <a16:creationId xmlns:a16="http://schemas.microsoft.com/office/drawing/2014/main" id="{14D16EC8-B2D1-0538-12F2-61D701E23B3B}"/>
              </a:ext>
            </a:extLst>
          </p:cNvPr>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16011" y="1587716"/>
            <a:ext cx="7010400" cy="421378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F7AA69E-F4CA-3207-6231-99CC4F92A909}"/>
              </a:ext>
            </a:extLst>
          </p:cNvPr>
          <p:cNvSpPr txBox="1"/>
          <p:nvPr/>
        </p:nvSpPr>
        <p:spPr>
          <a:xfrm>
            <a:off x="1005532" y="5895671"/>
            <a:ext cx="6101148" cy="246221"/>
          </a:xfrm>
          <a:prstGeom prst="rect">
            <a:avLst/>
          </a:prstGeom>
          <a:noFill/>
        </p:spPr>
        <p:txBody>
          <a:bodyPr wrap="square">
            <a:spAutoFit/>
          </a:bodyPr>
          <a:lstStyle/>
          <a:p>
            <a:r>
              <a:rPr b="0" i="0" lang="en-US" sz="1000">
                <a:solidFill>
                  <a:srgbClr val="000000"/>
                </a:solidFill>
                <a:effectLst/>
                <a:latin charset="0" panose="020B0502040204020203" pitchFamily="34" typeface="Segoe UI"/>
                <a:hlinkClick r:id="rId3">
                  <a:extLst>
                    <a:ext uri="{A12FA001-AC4F-418D-AE19-62706E023703}">
                      <hlinkClr val="tx"/>
                    </a:ext>
                  </a:extLst>
                </a:hlinkClick>
              </a:rPr>
              <a:t>Kerrich Wikipedia Link</a:t>
            </a:r>
            <a:endParaRPr lang="en-US" sz="1000">
              <a:solidFill>
                <a:srgbClr val="000000"/>
              </a:solidFill>
            </a:endParaRPr>
          </a:p>
        </p:txBody>
      </p:sp>
      <p:sp>
        <p:nvSpPr>
          <p:cNvPr id="3" name="Content Placeholder 2">
            <a:extLst>
              <a:ext uri="{FF2B5EF4-FFF2-40B4-BE49-F238E27FC236}">
                <a16:creationId xmlns:a16="http://schemas.microsoft.com/office/drawing/2014/main" id="{DFE631AF-214F-53A6-065D-9F701F5B47D0}"/>
              </a:ext>
            </a:extLst>
          </p:cNvPr>
          <p:cNvSpPr>
            <a:spLocks noGrp="1"/>
          </p:cNvSpPr>
          <p:nvPr>
            <p:ph idx="1"/>
          </p:nvPr>
        </p:nvSpPr>
        <p:spPr>
          <a:xfrm>
            <a:off x="7914502" y="1920083"/>
            <a:ext cx="3861487" cy="3549045"/>
          </a:xfrm>
        </p:spPr>
        <p:txBody>
          <a:bodyPr>
            <a:normAutofit/>
          </a:bodyPr>
          <a:lstStyle/>
          <a:p>
            <a:pPr fontAlgn="base"/>
            <a:r>
              <a:rPr b="1" lang="en-US">
                <a:solidFill>
                  <a:srgbClr val="000000"/>
                </a:solidFill>
              </a:rPr>
              <a:t>The Law of Large Numbers</a:t>
            </a:r>
            <a:r>
              <a:rPr lang="en-US">
                <a:solidFill>
                  <a:srgbClr val="000000"/>
                </a:solidFill>
              </a:rPr>
              <a:t>: </a:t>
            </a:r>
            <a:br>
              <a:rPr lang="en-US"/>
            </a:br>
            <a:r>
              <a:rPr lang="en-US"/>
              <a:t>As a probability experiment is repeated, the </a:t>
            </a:r>
            <a:r>
              <a:rPr i="1" lang="en-US">
                <a:solidFill>
                  <a:srgbClr val="666666"/>
                </a:solidFill>
              </a:rPr>
              <a:t>proportion</a:t>
            </a:r>
            <a:r>
              <a:rPr lang="en-US"/>
              <a:t> of times that an event occurs approaches the </a:t>
            </a:r>
            <a:r>
              <a:rPr i="1" lang="en-US">
                <a:solidFill>
                  <a:srgbClr val="666666"/>
                </a:solidFill>
              </a:rPr>
              <a:t>probability</a:t>
            </a:r>
            <a:r>
              <a:rPr lang="en-US"/>
              <a:t> of said event.   </a:t>
            </a:r>
          </a:p>
          <a:p>
            <a:pPr fontAlgn="base"/>
            <a:r>
              <a:rPr lang="en-US"/>
              <a:t> </a:t>
            </a:r>
          </a:p>
          <a:p>
            <a:pPr fontAlgn="base"/>
            <a:r>
              <a:rPr i="1" lang="en-US">
                <a:solidFill>
                  <a:srgbClr val="000000"/>
                </a:solidFill>
              </a:rPr>
              <a:t>Activity</a:t>
            </a:r>
            <a:r>
              <a:rPr lang="en-US"/>
              <a:t>:  </a:t>
            </a:r>
            <a:r>
              <a:rPr lang="en-US" u="sng">
                <a:hlinkClick r:id="rId4"/>
              </a:rPr>
              <a:t>Adjustable Spinner</a:t>
            </a:r>
            <a:r>
              <a:rPr lang="en-US"/>
              <a:t> </a:t>
            </a:r>
          </a:p>
          <a:p>
            <a:endParaRPr lang="en-US"/>
          </a:p>
        </p:txBody>
      </p:sp>
      <p:sp>
        <p:nvSpPr>
          <p:cNvPr id="4" name="Footer Placeholder 3">
            <a:extLst>
              <a:ext uri="{FF2B5EF4-FFF2-40B4-BE49-F238E27FC236}">
                <a16:creationId xmlns:a16="http://schemas.microsoft.com/office/drawing/2014/main" id="{A8E8B8AF-9926-17BC-ED31-4A46EACD0176}"/>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4A930CDD-A4AA-D3E6-7729-CB9D92D6EF1F}"/>
              </a:ext>
              <a:ext uri="{C183D7F6-B498-43B3-948B-1728B52AA6E4}">
                <adec:decorative xmlns:adec="http://schemas.microsoft.com/office/drawing/2017/decorative" val="1"/>
              </a:ext>
            </a:extLst>
          </p:cNvPr>
          <p:cNvSpPr>
            <a:spLocks noGrp="1"/>
          </p:cNvSpPr>
          <p:nvPr>
            <p:ph idx="12" sz="quarter" type="sldNum"/>
          </p:nvPr>
        </p:nvSpPr>
        <p:spPr/>
        <p:txBody>
          <a:bodyPr/>
          <a:lstStyle/>
          <a:p>
            <a:fld id="{E1076ED0-0DB3-4879-AAE5-5C20D22C1DF4}" type="slidenum">
              <a:rPr lang="en-US" smtClean="0"/>
              <a:t>4</a:t>
            </a:fld>
            <a:endParaRPr lang="en-US"/>
          </a:p>
        </p:txBody>
      </p:sp>
    </p:spTree>
    <p:extLst>
      <p:ext uri="{BB962C8B-B14F-4D97-AF65-F5344CB8AC3E}">
        <p14:creationId xmlns:p14="http://schemas.microsoft.com/office/powerpoint/2010/main" val="3601631730"/>
      </p:ext>
    </p:extLst>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08660B7-B4EB-4E5D-32AE-2D2CB37B1B16}"/>
              </a:ext>
              <a:ext uri="{C183D7F6-B498-43B3-948B-1728B52AA6E4}">
                <adec:decorative xmlns:adec="http://schemas.microsoft.com/office/drawing/2017/decorative" val="1"/>
              </a:ext>
            </a:extLst>
          </p:cNvPr>
          <p:cNvSpPr/>
          <p:nvPr/>
        </p:nvSpPr>
        <p:spPr>
          <a:xfrm>
            <a:off x="284205" y="2051222"/>
            <a:ext cx="1304520" cy="47573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lang="en-US"/>
          </a:p>
        </p:txBody>
      </p:sp>
      <p:sp>
        <p:nvSpPr>
          <p:cNvPr id="2" name="Title 1">
            <a:extLst>
              <a:ext uri="{FF2B5EF4-FFF2-40B4-BE49-F238E27FC236}">
                <a16:creationId xmlns:a16="http://schemas.microsoft.com/office/drawing/2014/main" id="{7A019F5B-B634-992B-6A3A-A78CA0145D33}"/>
              </a:ext>
            </a:extLst>
          </p:cNvPr>
          <p:cNvSpPr>
            <a:spLocks noGrp="1"/>
          </p:cNvSpPr>
          <p:nvPr>
            <p:ph type="title"/>
          </p:nvPr>
        </p:nvSpPr>
        <p:spPr>
          <a:xfrm>
            <a:off x="1057221" y="327465"/>
            <a:ext cx="10077557" cy="623642"/>
          </a:xfrm>
        </p:spPr>
        <p:txBody>
          <a:bodyPr>
            <a:normAutofit fontScale="90000"/>
          </a:bodyPr>
          <a:lstStyle/>
          <a:p>
            <a:pPr algn="ctr"/>
            <a:r>
              <a:rPr lang="en-US"/>
              <a:t>Review: Relative Frequency </a:t>
            </a:r>
          </a:p>
        </p:txBody>
      </p:sp>
      <p:sp>
        <p:nvSpPr>
          <p:cNvPr id="4" name="Footer Placeholder 3">
            <a:extLst>
              <a:ext uri="{FF2B5EF4-FFF2-40B4-BE49-F238E27FC236}">
                <a16:creationId xmlns:a16="http://schemas.microsoft.com/office/drawing/2014/main" id="{43003BA8-CE21-5CEB-A6B7-0492BD997232}"/>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graphicFrame>
        <p:nvGraphicFramePr>
          <p:cNvPr id="12" name="Content Placeholder 11">
            <a:extLst>
              <a:ext uri="{FF2B5EF4-FFF2-40B4-BE49-F238E27FC236}">
                <a16:creationId xmlns:a16="http://schemas.microsoft.com/office/drawing/2014/main" id="{B74A7A39-BEF0-E154-E4C0-7E62F54C768D}"/>
              </a:ext>
            </a:extLst>
          </p:cNvPr>
          <p:cNvGraphicFramePr>
            <a:graphicFrameLocks noGrp="1"/>
          </p:cNvGraphicFramePr>
          <p:nvPr>
            <p:ph idx="1"/>
            <p:extLst>
              <p:ext uri="{D42A27DB-BD31-4B8C-83A1-F6EECF244321}">
                <p14:modId xmlns:p14="http://schemas.microsoft.com/office/powerpoint/2010/main" val="2605711303"/>
              </p:ext>
            </p:extLst>
          </p:nvPr>
        </p:nvGraphicFramePr>
        <p:xfrm>
          <a:off x="447675" y="1235635"/>
          <a:ext cx="5648325" cy="2748474"/>
        </p:xfrm>
        <a:graphic>
          <a:graphicData uri="http://schemas.openxmlformats.org/drawingml/2006/table">
            <a:tbl>
              <a:tblPr firstRow="1"/>
              <a:tblGrid>
                <a:gridCol w="1028700">
                  <a:extLst>
                    <a:ext uri="{9D8B030D-6E8A-4147-A177-3AD203B41FA5}">
                      <a16:colId xmlns:a16="http://schemas.microsoft.com/office/drawing/2014/main" val="3173239759"/>
                    </a:ext>
                  </a:extLst>
                </a:gridCol>
                <a:gridCol w="971550">
                  <a:extLst>
                    <a:ext uri="{9D8B030D-6E8A-4147-A177-3AD203B41FA5}">
                      <a16:colId xmlns:a16="http://schemas.microsoft.com/office/drawing/2014/main" val="3348400916"/>
                    </a:ext>
                  </a:extLst>
                </a:gridCol>
                <a:gridCol w="1876425">
                  <a:extLst>
                    <a:ext uri="{9D8B030D-6E8A-4147-A177-3AD203B41FA5}">
                      <a16:colId xmlns:a16="http://schemas.microsoft.com/office/drawing/2014/main" val="2651530735"/>
                    </a:ext>
                  </a:extLst>
                </a:gridCol>
                <a:gridCol w="1771650">
                  <a:extLst>
                    <a:ext uri="{9D8B030D-6E8A-4147-A177-3AD203B41FA5}">
                      <a16:colId xmlns:a16="http://schemas.microsoft.com/office/drawing/2014/main" val="1695475211"/>
                    </a:ext>
                  </a:extLst>
                </a:gridCol>
              </a:tblGrid>
              <a:tr h="190500">
                <a:tc gridSpan="4">
                  <a:txBody>
                    <a:bodyPr/>
                    <a:lstStyle/>
                    <a:p>
                      <a:pPr algn="ctr" fontAlgn="base" rtl="0">
                        <a:lnSpc>
                          <a:spcPts val="1725"/>
                        </a:lnSpc>
                        <a:buNone/>
                      </a:pPr>
                      <a:r>
                        <a:rPr b="0" i="0" lang="en-US" sz="1100">
                          <a:effectLst/>
                          <a:latin typeface="WordVisiCarriageReturn_MSFontService"/>
                        </a:rPr>
                        <a:t> </a:t>
                      </a:r>
                      <a:br>
                        <a:rPr b="0" i="0" lang="en-US" sz="1100">
                          <a:effectLst/>
                          <a:latin typeface="WordVisiCarriageReturn_MSFontService"/>
                        </a:rPr>
                      </a:br>
                      <a:r>
                        <a:rPr b="1" i="0" lang="en-US" sz="1400">
                          <a:effectLst/>
                          <a:latin charset="0" panose="020F0502020204030204" pitchFamily="34" typeface="Calibri"/>
                        </a:rPr>
                        <a:t>Florida Sanctuary for Reptiles &amp; Amphibians</a:t>
                      </a:r>
                      <a:r>
                        <a:rPr b="0" i="0" lang="en-US" sz="1400">
                          <a:effectLst/>
                          <a:latin charset="0" panose="020F0502020204030204" pitchFamily="34" typeface="Calibri"/>
                        </a:rPr>
                        <a:t> </a:t>
                      </a:r>
                      <a:endParaRPr b="0" i="0" lang="en-US" sz="1100">
                        <a:effectLst/>
                        <a:latin charset="0" panose="020F0502020204030204" pitchFamily="34" typeface="Calibri"/>
                      </a:endParaRPr>
                    </a:p>
                    <a:p>
                      <a:pPr algn="ctr" fontAlgn="base" rtl="0">
                        <a:lnSpc>
                          <a:spcPts val="1725"/>
                        </a:lnSpc>
                        <a:buNone/>
                      </a:pPr>
                      <a:r>
                        <a:rPr b="0" i="0" lang="en-US" sz="1400">
                          <a:effectLst/>
                          <a:latin charset="0" panose="020F0502020204030204" pitchFamily="34" typeface="Calibri"/>
                        </a:rPr>
                        <a:t> </a:t>
                      </a:r>
                      <a:endParaRPr b="0" i="0" lang="en-US">
                        <a:effectLst/>
                      </a:endParaRPr>
                    </a:p>
                  </a:txBody>
                  <a:tcPr anchor="ctr">
                    <a:lnL algn="ctr" cap="flat" cmpd="sng" w="9525">
                      <a:solidFill>
                        <a:srgbClr val="D06439"/>
                      </a:solidFill>
                      <a:prstDash val="solid"/>
                      <a:round/>
                      <a:headEnd len="med" type="none" w="med"/>
                      <a:tailEnd len="med" type="none" w="med"/>
                    </a:lnL>
                    <a:lnR algn="ctr" cap="flat" cmpd="sng" w="9525">
                      <a:solidFill>
                        <a:srgbClr val="306039"/>
                      </a:solidFill>
                      <a:prstDash val="solid"/>
                      <a:round/>
                      <a:headEnd len="med" type="none" w="med"/>
                      <a:tailEnd len="med" type="none" w="med"/>
                    </a:lnR>
                    <a:lnT algn="ctr" cap="flat" cmpd="sng" w="9525">
                      <a:solidFill>
                        <a:srgbClr val="105E39"/>
                      </a:solidFill>
                      <a:prstDash val="solid"/>
                      <a:round/>
                      <a:headEnd len="med" type="none" w="med"/>
                      <a:tailEnd len="med" type="none" w="med"/>
                    </a:lnT>
                    <a:lnB algn="ctr" cap="flat" cmpd="sng" w="9525">
                      <a:solidFill>
                        <a:srgbClr val="000000"/>
                      </a:solidFill>
                      <a:prstDash val="solid"/>
                      <a:round/>
                      <a:headEnd len="med" type="none" w="med"/>
                      <a:tailEnd len="med" type="none" w="me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49947669"/>
                  </a:ext>
                </a:extLst>
              </a:tr>
              <a:tr h="190500">
                <a:tc>
                  <a:txBody>
                    <a:bodyPr/>
                    <a:lstStyle/>
                    <a:p>
                      <a:pPr algn="ctr" fontAlgn="base" rtl="0">
                        <a:lnSpc>
                          <a:spcPts val="1725"/>
                        </a:lnSpc>
                        <a:buNone/>
                      </a:pPr>
                      <a:r>
                        <a:rPr b="1" i="0" lang="en-US" sz="1400">
                          <a:effectLst/>
                          <a:latin charset="0" panose="020F0502020204030204" pitchFamily="34" typeface="Calibri"/>
                        </a:rPr>
                        <a:t>Animal</a:t>
                      </a:r>
                      <a:r>
                        <a:rPr b="0" i="0" lang="en-US" sz="1400">
                          <a:effectLst/>
                          <a:latin charset="0" panose="020F0502020204030204" pitchFamily="34" typeface="Calibri"/>
                        </a:rPr>
                        <a:t> </a:t>
                      </a:r>
                      <a:endParaRPr b="0" i="0" lang="en-US">
                        <a:effectLst/>
                      </a:endParaRPr>
                    </a:p>
                  </a:txBody>
                  <a:tcPr anchor="ctr">
                    <a:lnL algn="ctr" cap="flat" cmpd="sng" w="9525">
                      <a:solidFill>
                        <a:srgbClr val="90311B"/>
                      </a:solidFill>
                      <a:prstDash val="solid"/>
                      <a:round/>
                      <a:headEnd len="med" type="none" w="med"/>
                      <a:tailEnd len="med" type="none" w="med"/>
                    </a:lnL>
                    <a:lnR algn="ctr" cap="flat" cmpd="sng" w="9525">
                      <a:solidFill>
                        <a:srgbClr val="000000"/>
                      </a:solidFill>
                      <a:prstDash val="solid"/>
                      <a:round/>
                      <a:headEnd len="med" type="none" w="med"/>
                      <a:tailEnd len="med" type="none" w="med"/>
                    </a:lnR>
                    <a:lnT algn="ctr" cap="flat" cmpd="sng" w="9525">
                      <a:solidFill>
                        <a:srgbClr val="000000"/>
                      </a:solidFill>
                      <a:prstDash val="solid"/>
                      <a:round/>
                      <a:headEnd len="med" type="none" w="med"/>
                      <a:tailEnd len="med" type="none" w="med"/>
                    </a:lnT>
                    <a:lnB algn="ctr" cap="flat" cmpd="sng" w="9525">
                      <a:solidFill>
                        <a:srgbClr val="000000"/>
                      </a:solidFill>
                      <a:prstDash val="solid"/>
                      <a:round/>
                      <a:headEnd len="med" type="none" w="med"/>
                      <a:tailEnd len="med" type="none" w="med"/>
                    </a:lnB>
                    <a:noFill/>
                  </a:tcPr>
                </a:tc>
                <a:tc>
                  <a:txBody>
                    <a:bodyPr/>
                    <a:lstStyle/>
                    <a:p>
                      <a:pPr algn="ctr" fontAlgn="base" rtl="0">
                        <a:lnSpc>
                          <a:spcPts val="1725"/>
                        </a:lnSpc>
                        <a:buNone/>
                      </a:pPr>
                      <a:r>
                        <a:rPr b="1" i="0" lang="en-US" sz="1400">
                          <a:effectLst/>
                          <a:latin charset="0" panose="020F0502020204030204" pitchFamily="34" typeface="Calibri"/>
                        </a:rPr>
                        <a:t>Frequency</a:t>
                      </a:r>
                      <a:r>
                        <a:rPr b="0" i="0" lang="en-US" sz="1400">
                          <a:effectLst/>
                          <a:latin charset="0" panose="020F0502020204030204" pitchFamily="34" typeface="Calibri"/>
                        </a:rPr>
                        <a:t> </a:t>
                      </a:r>
                      <a:endParaRPr b="0" i="0" lang="en-US">
                        <a:effectLst/>
                      </a:endParaRPr>
                    </a:p>
                  </a:txBody>
                  <a:tcPr anchor="ctr">
                    <a:lnL algn="ctr" cap="flat" cmpd="sng" w="9525">
                      <a:solidFill>
                        <a:srgbClr val="000000"/>
                      </a:solidFill>
                      <a:prstDash val="solid"/>
                      <a:round/>
                      <a:headEnd len="med" type="none" w="med"/>
                      <a:tailEnd len="med" type="none" w="med"/>
                    </a:lnL>
                    <a:lnR algn="ctr" cap="flat" cmpd="sng" w="9525">
                      <a:solidFill>
                        <a:srgbClr val="000000"/>
                      </a:solidFill>
                      <a:prstDash val="solid"/>
                      <a:round/>
                      <a:headEnd len="med" type="none" w="med"/>
                      <a:tailEnd len="med" type="none" w="med"/>
                    </a:lnR>
                    <a:lnT algn="ctr" cap="flat" cmpd="sng" w="9525">
                      <a:solidFill>
                        <a:srgbClr val="000000"/>
                      </a:solidFill>
                      <a:prstDash val="solid"/>
                      <a:round/>
                      <a:headEnd len="med" type="none" w="med"/>
                      <a:tailEnd len="med" type="none" w="med"/>
                    </a:lnT>
                    <a:lnB algn="ctr" cap="flat" cmpd="sng" w="9525">
                      <a:solidFill>
                        <a:srgbClr val="000000"/>
                      </a:solidFill>
                      <a:prstDash val="solid"/>
                      <a:round/>
                      <a:headEnd len="med" type="none" w="med"/>
                      <a:tailEnd len="med" type="none" w="med"/>
                    </a:lnB>
                    <a:noFill/>
                  </a:tcPr>
                </a:tc>
                <a:tc>
                  <a:txBody>
                    <a:bodyPr/>
                    <a:lstStyle/>
                    <a:p>
                      <a:pPr algn="ctr" fontAlgn="base" rtl="0">
                        <a:lnSpc>
                          <a:spcPts val="1725"/>
                        </a:lnSpc>
                        <a:buNone/>
                      </a:pPr>
                      <a:r>
                        <a:rPr b="1" i="0" lang="en-US" sz="1400">
                          <a:effectLst/>
                          <a:latin charset="0" panose="020F0502020204030204" pitchFamily="34" typeface="Calibri"/>
                        </a:rPr>
                        <a:t>Relative Frequency (decimal)</a:t>
                      </a:r>
                      <a:r>
                        <a:rPr b="0" i="0" lang="en-US" sz="1400">
                          <a:effectLst/>
                          <a:latin charset="0" panose="020F0502020204030204" pitchFamily="34" typeface="Calibri"/>
                        </a:rPr>
                        <a:t> </a:t>
                      </a:r>
                      <a:endParaRPr b="0" i="0" lang="en-US">
                        <a:effectLst/>
                      </a:endParaRPr>
                    </a:p>
                  </a:txBody>
                  <a:tcPr anchor="ctr">
                    <a:lnL algn="ctr" cap="flat" cmpd="sng" w="9525">
                      <a:solidFill>
                        <a:srgbClr val="000000"/>
                      </a:solidFill>
                      <a:prstDash val="solid"/>
                      <a:round/>
                      <a:headEnd len="med" type="none" w="med"/>
                      <a:tailEnd len="med" type="none" w="med"/>
                    </a:lnL>
                    <a:lnR algn="ctr" cap="flat" cmpd="sng" w="9525">
                      <a:solidFill>
                        <a:srgbClr val="000000"/>
                      </a:solidFill>
                      <a:prstDash val="solid"/>
                      <a:round/>
                      <a:headEnd len="med" type="none" w="med"/>
                      <a:tailEnd len="med" type="none" w="med"/>
                    </a:lnR>
                    <a:lnT algn="ctr" cap="flat" cmpd="sng" w="9525">
                      <a:solidFill>
                        <a:srgbClr val="000000"/>
                      </a:solidFill>
                      <a:prstDash val="solid"/>
                      <a:round/>
                      <a:headEnd len="med" type="none" w="med"/>
                      <a:tailEnd len="med" type="none" w="med"/>
                    </a:lnT>
                    <a:lnB algn="ctr" cap="flat" cmpd="sng" w="9525">
                      <a:solidFill>
                        <a:srgbClr val="000000"/>
                      </a:solidFill>
                      <a:prstDash val="solid"/>
                      <a:round/>
                      <a:headEnd len="med" type="none" w="med"/>
                      <a:tailEnd len="med" type="none" w="med"/>
                    </a:lnB>
                    <a:noFill/>
                  </a:tcPr>
                </a:tc>
                <a:tc>
                  <a:txBody>
                    <a:bodyPr/>
                    <a:lstStyle/>
                    <a:p>
                      <a:pPr algn="ctr" fontAlgn="base" rtl="0">
                        <a:lnSpc>
                          <a:spcPts val="1725"/>
                        </a:lnSpc>
                        <a:buNone/>
                      </a:pPr>
                      <a:r>
                        <a:rPr b="1" i="0" lang="en-US" sz="1400">
                          <a:effectLst/>
                          <a:latin charset="0" panose="020F0502020204030204" pitchFamily="34" typeface="Calibri"/>
                        </a:rPr>
                        <a:t>Relative Frequency (percentage)</a:t>
                      </a:r>
                      <a:r>
                        <a:rPr b="0" i="0" lang="en-US" sz="1400">
                          <a:effectLst/>
                          <a:latin charset="0" panose="020F0502020204030204" pitchFamily="34" typeface="Calibri"/>
                        </a:rPr>
                        <a:t> </a:t>
                      </a:r>
                      <a:endParaRPr b="0" i="0" lang="en-US">
                        <a:effectLst/>
                      </a:endParaRPr>
                    </a:p>
                  </a:txBody>
                  <a:tcPr anchor="ctr">
                    <a:lnL algn="ctr" cap="flat" cmpd="sng" w="9525">
                      <a:solidFill>
                        <a:srgbClr val="000000"/>
                      </a:solidFill>
                      <a:prstDash val="solid"/>
                      <a:round/>
                      <a:headEnd len="med" type="none" w="med"/>
                      <a:tailEnd len="med" type="none" w="med"/>
                    </a:lnL>
                    <a:lnR algn="ctr" cap="flat" cmpd="sng" w="9525">
                      <a:solidFill>
                        <a:srgbClr val="A0A601"/>
                      </a:solidFill>
                      <a:prstDash val="solid"/>
                      <a:round/>
                      <a:headEnd len="med" type="none" w="med"/>
                      <a:tailEnd len="med" type="none" w="med"/>
                    </a:lnR>
                    <a:lnT algn="ctr" cap="flat" cmpd="sng" w="9525">
                      <a:solidFill>
                        <a:srgbClr val="000000"/>
                      </a:solidFill>
                      <a:prstDash val="solid"/>
                      <a:round/>
                      <a:headEnd len="med" type="none" w="med"/>
                      <a:tailEnd len="med" type="none" w="med"/>
                    </a:lnT>
                    <a:lnB algn="ctr" cap="flat" cmpd="sng" w="9525">
                      <a:solidFill>
                        <a:srgbClr val="000000"/>
                      </a:solidFill>
                      <a:prstDash val="solid"/>
                      <a:round/>
                      <a:headEnd len="med" type="none" w="med"/>
                      <a:tailEnd len="med" type="none" w="med"/>
                    </a:lnB>
                    <a:noFill/>
                  </a:tcPr>
                </a:tc>
                <a:extLst>
                  <a:ext uri="{0D108BD9-81ED-4DB2-BD59-A6C34878D82A}">
                    <a16:rowId xmlns:a16="http://schemas.microsoft.com/office/drawing/2014/main" val="3394454521"/>
                  </a:ext>
                </a:extLst>
              </a:tr>
              <a:tr h="190500">
                <a:tc>
                  <a:txBody>
                    <a:bodyPr/>
                    <a:lstStyle/>
                    <a:p>
                      <a:pPr algn="ctr" fontAlgn="base" rtl="0">
                        <a:lnSpc>
                          <a:spcPts val="1725"/>
                        </a:lnSpc>
                        <a:buNone/>
                      </a:pPr>
                      <a:r>
                        <a:rPr b="0" i="0" lang="en-US" sz="1400">
                          <a:effectLst/>
                          <a:latin charset="0" panose="020F0502020204030204" pitchFamily="34" typeface="Calibri"/>
                        </a:rPr>
                        <a:t>Alligator </a:t>
                      </a:r>
                      <a:endParaRPr b="0" i="0" lang="en-US">
                        <a:effectLst/>
                      </a:endParaRPr>
                    </a:p>
                  </a:txBody>
                  <a:tcPr anchor="ctr">
                    <a:lnL algn="ctr" cap="flat" cmpd="sng" w="9525">
                      <a:solidFill>
                        <a:srgbClr val="807ACE"/>
                      </a:solidFill>
                      <a:prstDash val="solid"/>
                      <a:round/>
                      <a:headEnd len="med" type="none" w="med"/>
                      <a:tailEnd len="med" type="none" w="med"/>
                    </a:lnL>
                    <a:lnR algn="ctr" cap="flat" cmpd="sng" w="9525">
                      <a:solidFill>
                        <a:srgbClr val="000000"/>
                      </a:solidFill>
                      <a:prstDash val="solid"/>
                      <a:round/>
                      <a:headEnd len="med" type="none" w="med"/>
                      <a:tailEnd len="med" type="none" w="med"/>
                    </a:lnR>
                    <a:lnT algn="ctr" cap="flat" cmpd="sng" w="9525">
                      <a:solidFill>
                        <a:srgbClr val="000000"/>
                      </a:solidFill>
                      <a:prstDash val="solid"/>
                      <a:round/>
                      <a:headEnd len="med" type="none" w="med"/>
                      <a:tailEnd len="med" type="none" w="med"/>
                    </a:lnT>
                    <a:lnB algn="ctr" cap="flat" cmpd="sng" w="9525">
                      <a:solidFill>
                        <a:srgbClr val="000000"/>
                      </a:solidFill>
                      <a:prstDash val="solid"/>
                      <a:round/>
                      <a:headEnd len="med" type="none" w="med"/>
                      <a:tailEnd len="med" type="none" w="med"/>
                    </a:lnB>
                    <a:noFill/>
                  </a:tcPr>
                </a:tc>
                <a:tc>
                  <a:txBody>
                    <a:bodyPr/>
                    <a:lstStyle/>
                    <a:p>
                      <a:pPr algn="ctr" fontAlgn="base" rtl="0">
                        <a:lnSpc>
                          <a:spcPts val="1725"/>
                        </a:lnSpc>
                        <a:buNone/>
                      </a:pPr>
                      <a:r>
                        <a:rPr b="1" i="0" lang="en-US" sz="1400">
                          <a:solidFill>
                            <a:srgbClr val="C00000"/>
                          </a:solidFill>
                          <a:effectLst/>
                          <a:latin charset="0" panose="020F0502020204030204" pitchFamily="34" typeface="Calibri"/>
                        </a:rPr>
                        <a:t>  4 </a:t>
                      </a:r>
                    </a:p>
                  </a:txBody>
                  <a:tcPr anchor="ctr">
                    <a:lnL algn="ctr" cap="flat" cmpd="sng" w="9525">
                      <a:solidFill>
                        <a:srgbClr val="000000"/>
                      </a:solidFill>
                      <a:prstDash val="solid"/>
                      <a:round/>
                      <a:headEnd len="med" type="none" w="med"/>
                      <a:tailEnd len="med" type="none" w="med"/>
                    </a:lnL>
                    <a:lnR algn="ctr" cap="flat" cmpd="sng" w="9525">
                      <a:solidFill>
                        <a:srgbClr val="000000"/>
                      </a:solidFill>
                      <a:prstDash val="solid"/>
                      <a:round/>
                      <a:headEnd len="med" type="none" w="med"/>
                      <a:tailEnd len="med" type="none" w="med"/>
                    </a:lnR>
                    <a:lnT algn="ctr" cap="flat" cmpd="sng" w="9525">
                      <a:solidFill>
                        <a:srgbClr val="000000"/>
                      </a:solidFill>
                      <a:prstDash val="solid"/>
                      <a:round/>
                      <a:headEnd len="med" type="none" w="med"/>
                      <a:tailEnd len="med" type="none" w="med"/>
                    </a:lnT>
                    <a:lnB algn="ctr" cap="flat" cmpd="sng" w="9525">
                      <a:solidFill>
                        <a:srgbClr val="000000"/>
                      </a:solidFill>
                      <a:prstDash val="solid"/>
                      <a:round/>
                      <a:headEnd len="med" type="none" w="med"/>
                      <a:tailEnd len="med" type="none" w="med"/>
                    </a:lnB>
                    <a:noFill/>
                  </a:tcPr>
                </a:tc>
                <a:tc>
                  <a:txBody>
                    <a:bodyPr/>
                    <a:lstStyle/>
                    <a:p>
                      <a:pPr algn="ctr" fontAlgn="base" rtl="0">
                        <a:lnSpc>
                          <a:spcPts val="1725"/>
                        </a:lnSpc>
                        <a:buNone/>
                      </a:pPr>
                      <a:r>
                        <a:rPr b="1" i="0" lang="en-US" sz="1400">
                          <a:solidFill>
                            <a:srgbClr val="C00000"/>
                          </a:solidFill>
                          <a:effectLst/>
                          <a:latin charset="0" panose="020F0502020204030204" pitchFamily="34" typeface="Calibri"/>
                        </a:rPr>
                        <a:t>  0.16 </a:t>
                      </a:r>
                    </a:p>
                  </a:txBody>
                  <a:tcPr anchor="ctr">
                    <a:lnL algn="ctr" cap="flat" cmpd="sng" w="9525">
                      <a:solidFill>
                        <a:srgbClr val="000000"/>
                      </a:solidFill>
                      <a:prstDash val="solid"/>
                      <a:round/>
                      <a:headEnd len="med" type="none" w="med"/>
                      <a:tailEnd len="med" type="none" w="med"/>
                    </a:lnL>
                    <a:lnR algn="ctr" cap="flat" cmpd="sng" w="9525">
                      <a:solidFill>
                        <a:srgbClr val="000000"/>
                      </a:solidFill>
                      <a:prstDash val="solid"/>
                      <a:round/>
                      <a:headEnd len="med" type="none" w="med"/>
                      <a:tailEnd len="med" type="none" w="med"/>
                    </a:lnR>
                    <a:lnT algn="ctr" cap="flat" cmpd="sng" w="9525">
                      <a:solidFill>
                        <a:srgbClr val="000000"/>
                      </a:solidFill>
                      <a:prstDash val="solid"/>
                      <a:round/>
                      <a:headEnd len="med" type="none" w="med"/>
                      <a:tailEnd len="med" type="none" w="med"/>
                    </a:lnT>
                    <a:lnB algn="ctr" cap="flat" cmpd="sng" w="9525">
                      <a:solidFill>
                        <a:srgbClr val="000000"/>
                      </a:solidFill>
                      <a:prstDash val="solid"/>
                      <a:round/>
                      <a:headEnd len="med" type="none" w="med"/>
                      <a:tailEnd len="med" type="none" w="med"/>
                    </a:lnB>
                    <a:noFill/>
                  </a:tcPr>
                </a:tc>
                <a:tc>
                  <a:txBody>
                    <a:bodyPr/>
                    <a:lstStyle/>
                    <a:p>
                      <a:pPr algn="ctr" fontAlgn="base" rtl="0">
                        <a:lnSpc>
                          <a:spcPts val="1725"/>
                        </a:lnSpc>
                        <a:buNone/>
                      </a:pPr>
                      <a:r>
                        <a:rPr b="1" i="0" lang="en-US" sz="1400">
                          <a:solidFill>
                            <a:srgbClr val="C00000"/>
                          </a:solidFill>
                          <a:effectLst/>
                          <a:latin charset="0" panose="020F0502020204030204" pitchFamily="34" typeface="Calibri"/>
                        </a:rPr>
                        <a:t> 16%</a:t>
                      </a:r>
                    </a:p>
                  </a:txBody>
                  <a:tcPr anchor="ctr">
                    <a:lnL algn="ctr" cap="flat" cmpd="sng" w="9525">
                      <a:solidFill>
                        <a:srgbClr val="000000"/>
                      </a:solidFill>
                      <a:prstDash val="solid"/>
                      <a:round/>
                      <a:headEnd len="med" type="none" w="med"/>
                      <a:tailEnd len="med" type="none" w="med"/>
                    </a:lnL>
                    <a:lnR algn="ctr" cap="flat" cmpd="sng" w="9525">
                      <a:solidFill>
                        <a:srgbClr val="800935"/>
                      </a:solidFill>
                      <a:prstDash val="solid"/>
                      <a:round/>
                      <a:headEnd len="med" type="none" w="med"/>
                      <a:tailEnd len="med" type="none" w="med"/>
                    </a:lnR>
                    <a:lnT algn="ctr" cap="flat" cmpd="sng" w="9525">
                      <a:solidFill>
                        <a:srgbClr val="000000"/>
                      </a:solidFill>
                      <a:prstDash val="solid"/>
                      <a:round/>
                      <a:headEnd len="med" type="none" w="med"/>
                      <a:tailEnd len="med" type="none" w="med"/>
                    </a:lnT>
                    <a:lnB algn="ctr" cap="flat" cmpd="sng" w="9525">
                      <a:solidFill>
                        <a:srgbClr val="000000"/>
                      </a:solidFill>
                      <a:prstDash val="solid"/>
                      <a:round/>
                      <a:headEnd len="med" type="none" w="med"/>
                      <a:tailEnd len="med" type="none" w="med"/>
                    </a:lnB>
                    <a:noFill/>
                  </a:tcPr>
                </a:tc>
                <a:extLst>
                  <a:ext uri="{0D108BD9-81ED-4DB2-BD59-A6C34878D82A}">
                    <a16:rowId xmlns:a16="http://schemas.microsoft.com/office/drawing/2014/main" val="1298400244"/>
                  </a:ext>
                </a:extLst>
              </a:tr>
              <a:tr h="190500">
                <a:tc>
                  <a:txBody>
                    <a:bodyPr/>
                    <a:lstStyle/>
                    <a:p>
                      <a:pPr algn="ctr" fontAlgn="base" rtl="0">
                        <a:lnSpc>
                          <a:spcPts val="1725"/>
                        </a:lnSpc>
                        <a:buNone/>
                      </a:pPr>
                      <a:r>
                        <a:rPr b="0" i="0" lang="en-US" sz="1400">
                          <a:effectLst/>
                          <a:latin charset="0" panose="020F0502020204030204" pitchFamily="34" typeface="Calibri"/>
                        </a:rPr>
                        <a:t>Frog </a:t>
                      </a:r>
                      <a:endParaRPr b="0" i="0" lang="en-US">
                        <a:effectLst/>
                      </a:endParaRPr>
                    </a:p>
                  </a:txBody>
                  <a:tcPr anchor="ctr">
                    <a:lnL algn="ctr" cap="flat" cmpd="sng" w="9525">
                      <a:solidFill>
                        <a:srgbClr val="9075C0"/>
                      </a:solidFill>
                      <a:prstDash val="solid"/>
                      <a:round/>
                      <a:headEnd len="med" type="none" w="med"/>
                      <a:tailEnd len="med" type="none" w="med"/>
                    </a:lnL>
                    <a:lnR algn="ctr" cap="flat" cmpd="sng" w="9525">
                      <a:solidFill>
                        <a:srgbClr val="000000"/>
                      </a:solidFill>
                      <a:prstDash val="solid"/>
                      <a:round/>
                      <a:headEnd len="med" type="none" w="med"/>
                      <a:tailEnd len="med" type="none" w="med"/>
                    </a:lnR>
                    <a:lnT algn="ctr" cap="flat" cmpd="sng" w="9525">
                      <a:solidFill>
                        <a:srgbClr val="000000"/>
                      </a:solidFill>
                      <a:prstDash val="solid"/>
                      <a:round/>
                      <a:headEnd len="med" type="none" w="med"/>
                      <a:tailEnd len="med" type="none" w="med"/>
                    </a:lnT>
                    <a:lnB algn="ctr" cap="flat" cmpd="sng" w="9525">
                      <a:solidFill>
                        <a:srgbClr val="000000"/>
                      </a:solidFill>
                      <a:prstDash val="solid"/>
                      <a:round/>
                      <a:headEnd len="med" type="none" w="med"/>
                      <a:tailEnd len="med" type="none" w="med"/>
                    </a:lnB>
                    <a:noFill/>
                  </a:tcPr>
                </a:tc>
                <a:tc>
                  <a:txBody>
                    <a:bodyPr/>
                    <a:lstStyle/>
                    <a:p>
                      <a:pPr algn="ctr" fontAlgn="base" rtl="0">
                        <a:lnSpc>
                          <a:spcPts val="1725"/>
                        </a:lnSpc>
                        <a:buNone/>
                      </a:pPr>
                      <a:r>
                        <a:rPr b="1" i="0" lang="en-US" sz="1400">
                          <a:solidFill>
                            <a:srgbClr val="C00000"/>
                          </a:solidFill>
                          <a:effectLst/>
                          <a:latin charset="0" panose="020F0502020204030204" pitchFamily="34" typeface="Calibri"/>
                        </a:rPr>
                        <a:t> 6</a:t>
                      </a:r>
                    </a:p>
                  </a:txBody>
                  <a:tcPr anchor="ctr">
                    <a:lnL algn="ctr" cap="flat" cmpd="sng" w="9525">
                      <a:solidFill>
                        <a:srgbClr val="000000"/>
                      </a:solidFill>
                      <a:prstDash val="solid"/>
                      <a:round/>
                      <a:headEnd len="med" type="none" w="med"/>
                      <a:tailEnd len="med" type="none" w="med"/>
                    </a:lnL>
                    <a:lnR algn="ctr" cap="flat" cmpd="sng" w="9525">
                      <a:solidFill>
                        <a:srgbClr val="000000"/>
                      </a:solidFill>
                      <a:prstDash val="solid"/>
                      <a:round/>
                      <a:headEnd len="med" type="none" w="med"/>
                      <a:tailEnd len="med" type="none" w="med"/>
                    </a:lnR>
                    <a:lnT algn="ctr" cap="flat" cmpd="sng" w="9525">
                      <a:solidFill>
                        <a:srgbClr val="000000"/>
                      </a:solidFill>
                      <a:prstDash val="solid"/>
                      <a:round/>
                      <a:headEnd len="med" type="none" w="med"/>
                      <a:tailEnd len="med" type="none" w="med"/>
                    </a:lnT>
                    <a:lnB algn="ctr" cap="flat" cmpd="sng" w="9525">
                      <a:solidFill>
                        <a:srgbClr val="000000"/>
                      </a:solidFill>
                      <a:prstDash val="solid"/>
                      <a:round/>
                      <a:headEnd len="med" type="none" w="med"/>
                      <a:tailEnd len="med" type="none" w="med"/>
                    </a:lnB>
                    <a:noFill/>
                  </a:tcPr>
                </a:tc>
                <a:tc>
                  <a:txBody>
                    <a:bodyPr/>
                    <a:lstStyle/>
                    <a:p>
                      <a:pPr algn="ctr" fontAlgn="base" rtl="0">
                        <a:lnSpc>
                          <a:spcPts val="1725"/>
                        </a:lnSpc>
                        <a:buNone/>
                      </a:pPr>
                      <a:r>
                        <a:rPr b="1" i="0" lang="en-US" sz="1400">
                          <a:solidFill>
                            <a:srgbClr val="C00000"/>
                          </a:solidFill>
                          <a:effectLst/>
                          <a:latin charset="0" panose="020F0502020204030204" pitchFamily="34" typeface="Calibri"/>
                        </a:rPr>
                        <a:t> 0.24</a:t>
                      </a:r>
                    </a:p>
                  </a:txBody>
                  <a:tcPr anchor="ctr">
                    <a:lnL algn="ctr" cap="flat" cmpd="sng" w="9525">
                      <a:solidFill>
                        <a:srgbClr val="000000"/>
                      </a:solidFill>
                      <a:prstDash val="solid"/>
                      <a:round/>
                      <a:headEnd len="med" type="none" w="med"/>
                      <a:tailEnd len="med" type="none" w="med"/>
                    </a:lnL>
                    <a:lnR algn="ctr" cap="flat" cmpd="sng" w="9525">
                      <a:solidFill>
                        <a:srgbClr val="000000"/>
                      </a:solidFill>
                      <a:prstDash val="solid"/>
                      <a:round/>
                      <a:headEnd len="med" type="none" w="med"/>
                      <a:tailEnd len="med" type="none" w="med"/>
                    </a:lnR>
                    <a:lnT algn="ctr" cap="flat" cmpd="sng" w="9525">
                      <a:solidFill>
                        <a:srgbClr val="000000"/>
                      </a:solidFill>
                      <a:prstDash val="solid"/>
                      <a:round/>
                      <a:headEnd len="med" type="none" w="med"/>
                      <a:tailEnd len="med" type="none" w="med"/>
                    </a:lnT>
                    <a:lnB algn="ctr" cap="flat" cmpd="sng" w="9525">
                      <a:solidFill>
                        <a:srgbClr val="000000"/>
                      </a:solidFill>
                      <a:prstDash val="solid"/>
                      <a:round/>
                      <a:headEnd len="med" type="none" w="med"/>
                      <a:tailEnd len="med" type="none" w="med"/>
                    </a:lnB>
                    <a:noFill/>
                  </a:tcPr>
                </a:tc>
                <a:tc>
                  <a:txBody>
                    <a:bodyPr/>
                    <a:lstStyle/>
                    <a:p>
                      <a:pPr algn="ctr" fontAlgn="base" rtl="0">
                        <a:lnSpc>
                          <a:spcPts val="1725"/>
                        </a:lnSpc>
                        <a:buNone/>
                      </a:pPr>
                      <a:r>
                        <a:rPr b="1" i="0" lang="en-US" sz="1400">
                          <a:solidFill>
                            <a:srgbClr val="C00000"/>
                          </a:solidFill>
                          <a:effectLst/>
                          <a:latin charset="0" panose="020F0502020204030204" pitchFamily="34" typeface="Calibri"/>
                        </a:rPr>
                        <a:t> 24%</a:t>
                      </a:r>
                    </a:p>
                  </a:txBody>
                  <a:tcPr anchor="ctr">
                    <a:lnL algn="ctr" cap="flat" cmpd="sng" w="9525">
                      <a:solidFill>
                        <a:srgbClr val="000000"/>
                      </a:solidFill>
                      <a:prstDash val="solid"/>
                      <a:round/>
                      <a:headEnd len="med" type="none" w="med"/>
                      <a:tailEnd len="med" type="none" w="med"/>
                    </a:lnL>
                    <a:lnR algn="ctr" cap="flat" cmpd="sng" w="9525">
                      <a:solidFill>
                        <a:srgbClr val="806065"/>
                      </a:solidFill>
                      <a:prstDash val="solid"/>
                      <a:round/>
                      <a:headEnd len="med" type="none" w="med"/>
                      <a:tailEnd len="med" type="none" w="med"/>
                    </a:lnR>
                    <a:lnT algn="ctr" cap="flat" cmpd="sng" w="9525">
                      <a:solidFill>
                        <a:srgbClr val="000000"/>
                      </a:solidFill>
                      <a:prstDash val="solid"/>
                      <a:round/>
                      <a:headEnd len="med" type="none" w="med"/>
                      <a:tailEnd len="med" type="none" w="med"/>
                    </a:lnT>
                    <a:lnB algn="ctr" cap="flat" cmpd="sng" w="9525">
                      <a:solidFill>
                        <a:srgbClr val="000000"/>
                      </a:solidFill>
                      <a:prstDash val="solid"/>
                      <a:round/>
                      <a:headEnd len="med" type="none" w="med"/>
                      <a:tailEnd len="med" type="none" w="med"/>
                    </a:lnB>
                    <a:noFill/>
                  </a:tcPr>
                </a:tc>
                <a:extLst>
                  <a:ext uri="{0D108BD9-81ED-4DB2-BD59-A6C34878D82A}">
                    <a16:rowId xmlns:a16="http://schemas.microsoft.com/office/drawing/2014/main" val="3039664874"/>
                  </a:ext>
                </a:extLst>
              </a:tr>
              <a:tr h="190500">
                <a:tc>
                  <a:txBody>
                    <a:bodyPr/>
                    <a:lstStyle/>
                    <a:p>
                      <a:pPr algn="ctr" fontAlgn="base" rtl="0">
                        <a:lnSpc>
                          <a:spcPts val="1725"/>
                        </a:lnSpc>
                        <a:buNone/>
                      </a:pPr>
                      <a:r>
                        <a:rPr b="0" i="0" lang="en-US" sz="1400">
                          <a:effectLst/>
                          <a:latin charset="0" panose="020F0502020204030204" pitchFamily="34" typeface="Calibri"/>
                        </a:rPr>
                        <a:t>Snake </a:t>
                      </a:r>
                      <a:endParaRPr b="0" i="0" lang="en-US">
                        <a:effectLst/>
                      </a:endParaRPr>
                    </a:p>
                  </a:txBody>
                  <a:tcPr anchor="ctr">
                    <a:lnL algn="ctr" cap="flat" cmpd="sng" w="9525">
                      <a:solidFill>
                        <a:srgbClr val="406065"/>
                      </a:solidFill>
                      <a:prstDash val="solid"/>
                      <a:round/>
                      <a:headEnd len="med" type="none" w="med"/>
                      <a:tailEnd len="med" type="none" w="med"/>
                    </a:lnL>
                    <a:lnR algn="ctr" cap="flat" cmpd="sng" w="9525">
                      <a:solidFill>
                        <a:srgbClr val="000000"/>
                      </a:solidFill>
                      <a:prstDash val="solid"/>
                      <a:round/>
                      <a:headEnd len="med" type="none" w="med"/>
                      <a:tailEnd len="med" type="none" w="med"/>
                    </a:lnR>
                    <a:lnT algn="ctr" cap="flat" cmpd="sng" w="9525">
                      <a:solidFill>
                        <a:srgbClr val="000000"/>
                      </a:solidFill>
                      <a:prstDash val="solid"/>
                      <a:round/>
                      <a:headEnd len="med" type="none" w="med"/>
                      <a:tailEnd len="med" type="none" w="med"/>
                    </a:lnT>
                    <a:lnB algn="ctr" cap="flat" cmpd="sng" w="9525">
                      <a:solidFill>
                        <a:srgbClr val="000000"/>
                      </a:solidFill>
                      <a:prstDash val="solid"/>
                      <a:round/>
                      <a:headEnd len="med" type="none" w="med"/>
                      <a:tailEnd len="med" type="none" w="med"/>
                    </a:lnB>
                    <a:noFill/>
                  </a:tcPr>
                </a:tc>
                <a:tc>
                  <a:txBody>
                    <a:bodyPr/>
                    <a:lstStyle/>
                    <a:p>
                      <a:pPr algn="ctr" fontAlgn="base" rtl="0">
                        <a:lnSpc>
                          <a:spcPts val="1725"/>
                        </a:lnSpc>
                        <a:buNone/>
                      </a:pPr>
                      <a:r>
                        <a:rPr b="1" i="0" lang="en-US" sz="1400">
                          <a:solidFill>
                            <a:srgbClr val="C00000"/>
                          </a:solidFill>
                          <a:effectLst/>
                          <a:latin charset="0" panose="020F0502020204030204" pitchFamily="34" typeface="Calibri"/>
                        </a:rPr>
                        <a:t> 4</a:t>
                      </a:r>
                    </a:p>
                  </a:txBody>
                  <a:tcPr anchor="ctr">
                    <a:lnL algn="ctr" cap="flat" cmpd="sng" w="9525">
                      <a:solidFill>
                        <a:srgbClr val="000000"/>
                      </a:solidFill>
                      <a:prstDash val="solid"/>
                      <a:round/>
                      <a:headEnd len="med" type="none" w="med"/>
                      <a:tailEnd len="med" type="none" w="med"/>
                    </a:lnL>
                    <a:lnR algn="ctr" cap="flat" cmpd="sng" w="9525">
                      <a:solidFill>
                        <a:srgbClr val="000000"/>
                      </a:solidFill>
                      <a:prstDash val="solid"/>
                      <a:round/>
                      <a:headEnd len="med" type="none" w="med"/>
                      <a:tailEnd len="med" type="none" w="med"/>
                    </a:lnR>
                    <a:lnT algn="ctr" cap="flat" cmpd="sng" w="9525">
                      <a:solidFill>
                        <a:srgbClr val="000000"/>
                      </a:solidFill>
                      <a:prstDash val="solid"/>
                      <a:round/>
                      <a:headEnd len="med" type="none" w="med"/>
                      <a:tailEnd len="med" type="none" w="med"/>
                    </a:lnT>
                    <a:lnB algn="ctr" cap="flat" cmpd="sng" w="9525">
                      <a:solidFill>
                        <a:srgbClr val="000000"/>
                      </a:solidFill>
                      <a:prstDash val="solid"/>
                      <a:round/>
                      <a:headEnd len="med" type="none" w="med"/>
                      <a:tailEnd len="med" type="none" w="med"/>
                    </a:lnB>
                    <a:noFill/>
                  </a:tcPr>
                </a:tc>
                <a:tc>
                  <a:txBody>
                    <a:bodyPr/>
                    <a:lstStyle/>
                    <a:p>
                      <a:pPr algn="ctr" fontAlgn="base" rtl="0">
                        <a:lnSpc>
                          <a:spcPts val="1725"/>
                        </a:lnSpc>
                        <a:buNone/>
                      </a:pPr>
                      <a:r>
                        <a:rPr b="1" i="0" lang="en-US" sz="1400">
                          <a:solidFill>
                            <a:srgbClr val="C00000"/>
                          </a:solidFill>
                          <a:effectLst/>
                          <a:latin charset="0" panose="020F0502020204030204" pitchFamily="34" typeface="Calibri"/>
                        </a:rPr>
                        <a:t> 0.16</a:t>
                      </a:r>
                    </a:p>
                  </a:txBody>
                  <a:tcPr anchor="ctr">
                    <a:lnL algn="ctr" cap="flat" cmpd="sng" w="9525">
                      <a:solidFill>
                        <a:srgbClr val="000000"/>
                      </a:solidFill>
                      <a:prstDash val="solid"/>
                      <a:round/>
                      <a:headEnd len="med" type="none" w="med"/>
                      <a:tailEnd len="med" type="none" w="med"/>
                    </a:lnL>
                    <a:lnR algn="ctr" cap="flat" cmpd="sng" w="9525">
                      <a:solidFill>
                        <a:srgbClr val="000000"/>
                      </a:solidFill>
                      <a:prstDash val="solid"/>
                      <a:round/>
                      <a:headEnd len="med" type="none" w="med"/>
                      <a:tailEnd len="med" type="none" w="med"/>
                    </a:lnR>
                    <a:lnT algn="ctr" cap="flat" cmpd="sng" w="9525">
                      <a:solidFill>
                        <a:srgbClr val="000000"/>
                      </a:solidFill>
                      <a:prstDash val="solid"/>
                      <a:round/>
                      <a:headEnd len="med" type="none" w="med"/>
                      <a:tailEnd len="med" type="none" w="med"/>
                    </a:lnT>
                    <a:lnB algn="ctr" cap="flat" cmpd="sng" w="9525">
                      <a:solidFill>
                        <a:srgbClr val="000000"/>
                      </a:solidFill>
                      <a:prstDash val="solid"/>
                      <a:round/>
                      <a:headEnd len="med" type="none" w="med"/>
                      <a:tailEnd len="med" type="none" w="med"/>
                    </a:lnB>
                    <a:noFill/>
                  </a:tcPr>
                </a:tc>
                <a:tc>
                  <a:txBody>
                    <a:bodyPr/>
                    <a:lstStyle/>
                    <a:p>
                      <a:pPr algn="ctr" fontAlgn="base" rtl="0">
                        <a:lnSpc>
                          <a:spcPts val="1725"/>
                        </a:lnSpc>
                        <a:buNone/>
                      </a:pPr>
                      <a:r>
                        <a:rPr b="1" i="0" lang="en-US" sz="1400">
                          <a:solidFill>
                            <a:srgbClr val="C00000"/>
                          </a:solidFill>
                          <a:effectLst/>
                          <a:latin charset="0" panose="020F0502020204030204" pitchFamily="34" typeface="Calibri"/>
                        </a:rPr>
                        <a:t> 16%</a:t>
                      </a:r>
                    </a:p>
                  </a:txBody>
                  <a:tcPr anchor="ctr">
                    <a:lnL algn="ctr" cap="flat" cmpd="sng" w="9525">
                      <a:solidFill>
                        <a:srgbClr val="000000"/>
                      </a:solidFill>
                      <a:prstDash val="solid"/>
                      <a:round/>
                      <a:headEnd len="med" type="none" w="med"/>
                      <a:tailEnd len="med" type="none" w="med"/>
                    </a:lnL>
                    <a:lnR algn="ctr" cap="flat" cmpd="sng" w="9525">
                      <a:solidFill>
                        <a:srgbClr val="70F110"/>
                      </a:solidFill>
                      <a:prstDash val="solid"/>
                      <a:round/>
                      <a:headEnd len="med" type="none" w="med"/>
                      <a:tailEnd len="med" type="none" w="med"/>
                    </a:lnR>
                    <a:lnT algn="ctr" cap="flat" cmpd="sng" w="9525">
                      <a:solidFill>
                        <a:srgbClr val="000000"/>
                      </a:solidFill>
                      <a:prstDash val="solid"/>
                      <a:round/>
                      <a:headEnd len="med" type="none" w="med"/>
                      <a:tailEnd len="med" type="none" w="med"/>
                    </a:lnT>
                    <a:lnB algn="ctr" cap="flat" cmpd="sng" w="9525">
                      <a:solidFill>
                        <a:srgbClr val="000000"/>
                      </a:solidFill>
                      <a:prstDash val="solid"/>
                      <a:round/>
                      <a:headEnd len="med" type="none" w="med"/>
                      <a:tailEnd len="med" type="none" w="med"/>
                    </a:lnB>
                    <a:noFill/>
                  </a:tcPr>
                </a:tc>
                <a:extLst>
                  <a:ext uri="{0D108BD9-81ED-4DB2-BD59-A6C34878D82A}">
                    <a16:rowId xmlns:a16="http://schemas.microsoft.com/office/drawing/2014/main" val="355894869"/>
                  </a:ext>
                </a:extLst>
              </a:tr>
              <a:tr h="190500">
                <a:tc>
                  <a:txBody>
                    <a:bodyPr/>
                    <a:lstStyle/>
                    <a:p>
                      <a:pPr algn="ctr" fontAlgn="base" rtl="0">
                        <a:lnSpc>
                          <a:spcPts val="1725"/>
                        </a:lnSpc>
                        <a:buNone/>
                      </a:pPr>
                      <a:r>
                        <a:rPr b="0" i="0" lang="en-US" sz="1400">
                          <a:effectLst/>
                          <a:latin charset="0" panose="020F0502020204030204" pitchFamily="34" typeface="Calibri"/>
                        </a:rPr>
                        <a:t>Turtle </a:t>
                      </a:r>
                      <a:endParaRPr b="0" i="0" lang="en-US">
                        <a:effectLst/>
                      </a:endParaRPr>
                    </a:p>
                  </a:txBody>
                  <a:tcPr anchor="ctr">
                    <a:lnL algn="ctr" cap="flat" cmpd="sng" w="9525">
                      <a:solidFill>
                        <a:srgbClr val="709367"/>
                      </a:solidFill>
                      <a:prstDash val="solid"/>
                      <a:round/>
                      <a:headEnd len="med" type="none" w="med"/>
                      <a:tailEnd len="med" type="none" w="med"/>
                    </a:lnL>
                    <a:lnR algn="ctr" cap="flat" cmpd="sng" w="9525">
                      <a:solidFill>
                        <a:srgbClr val="000000"/>
                      </a:solidFill>
                      <a:prstDash val="solid"/>
                      <a:round/>
                      <a:headEnd len="med" type="none" w="med"/>
                      <a:tailEnd len="med" type="none" w="med"/>
                    </a:lnR>
                    <a:lnT algn="ctr" cap="flat" cmpd="sng" w="9525">
                      <a:solidFill>
                        <a:srgbClr val="000000"/>
                      </a:solidFill>
                      <a:prstDash val="solid"/>
                      <a:round/>
                      <a:headEnd len="med" type="none" w="med"/>
                      <a:tailEnd len="med" type="none" w="med"/>
                    </a:lnT>
                    <a:lnB algn="ctr" cap="flat" cmpd="sng" w="9525">
                      <a:solidFill>
                        <a:srgbClr val="000000"/>
                      </a:solidFill>
                      <a:prstDash val="solid"/>
                      <a:round/>
                      <a:headEnd len="med" type="none" w="med"/>
                      <a:tailEnd len="med" type="none" w="med"/>
                    </a:lnB>
                    <a:noFill/>
                  </a:tcPr>
                </a:tc>
                <a:tc>
                  <a:txBody>
                    <a:bodyPr/>
                    <a:lstStyle/>
                    <a:p>
                      <a:pPr algn="ctr" fontAlgn="base" rtl="0">
                        <a:lnSpc>
                          <a:spcPts val="1725"/>
                        </a:lnSpc>
                        <a:buNone/>
                      </a:pPr>
                      <a:r>
                        <a:rPr b="1" i="0" lang="en-US" sz="1400">
                          <a:solidFill>
                            <a:srgbClr val="C00000"/>
                          </a:solidFill>
                          <a:effectLst/>
                          <a:latin charset="0" panose="020F0502020204030204" pitchFamily="34" typeface="Calibri"/>
                        </a:rPr>
                        <a:t> 11</a:t>
                      </a:r>
                    </a:p>
                  </a:txBody>
                  <a:tcPr anchor="ctr">
                    <a:lnL algn="ctr" cap="flat" cmpd="sng" w="9525">
                      <a:solidFill>
                        <a:srgbClr val="000000"/>
                      </a:solidFill>
                      <a:prstDash val="solid"/>
                      <a:round/>
                      <a:headEnd len="med" type="none" w="med"/>
                      <a:tailEnd len="med" type="none" w="med"/>
                    </a:lnL>
                    <a:lnR algn="ctr" cap="flat" cmpd="sng" w="9525">
                      <a:solidFill>
                        <a:srgbClr val="000000"/>
                      </a:solidFill>
                      <a:prstDash val="solid"/>
                      <a:round/>
                      <a:headEnd len="med" type="none" w="med"/>
                      <a:tailEnd len="med" type="none" w="med"/>
                    </a:lnR>
                    <a:lnT algn="ctr" cap="flat" cmpd="sng" w="9525">
                      <a:solidFill>
                        <a:srgbClr val="000000"/>
                      </a:solidFill>
                      <a:prstDash val="solid"/>
                      <a:round/>
                      <a:headEnd len="med" type="none" w="med"/>
                      <a:tailEnd len="med" type="none" w="med"/>
                    </a:lnT>
                    <a:lnB algn="ctr" cap="flat" cmpd="sng" w="9525">
                      <a:solidFill>
                        <a:srgbClr val="000000"/>
                      </a:solidFill>
                      <a:prstDash val="solid"/>
                      <a:round/>
                      <a:headEnd len="med" type="none" w="med"/>
                      <a:tailEnd len="med" type="none" w="med"/>
                    </a:lnB>
                    <a:noFill/>
                  </a:tcPr>
                </a:tc>
                <a:tc>
                  <a:txBody>
                    <a:bodyPr/>
                    <a:lstStyle/>
                    <a:p>
                      <a:pPr algn="ctr" fontAlgn="base" rtl="0">
                        <a:lnSpc>
                          <a:spcPts val="1725"/>
                        </a:lnSpc>
                        <a:buNone/>
                      </a:pPr>
                      <a:r>
                        <a:rPr b="1" i="0" lang="en-US" sz="1400">
                          <a:solidFill>
                            <a:srgbClr val="C00000"/>
                          </a:solidFill>
                          <a:effectLst/>
                          <a:latin charset="0" panose="020F0502020204030204" pitchFamily="34" typeface="Calibri"/>
                        </a:rPr>
                        <a:t> 0.44</a:t>
                      </a:r>
                    </a:p>
                  </a:txBody>
                  <a:tcPr anchor="ctr">
                    <a:lnL algn="ctr" cap="flat" cmpd="sng" w="9525">
                      <a:solidFill>
                        <a:srgbClr val="000000"/>
                      </a:solidFill>
                      <a:prstDash val="solid"/>
                      <a:round/>
                      <a:headEnd len="med" type="none" w="med"/>
                      <a:tailEnd len="med" type="none" w="med"/>
                    </a:lnL>
                    <a:lnR algn="ctr" cap="flat" cmpd="sng" w="9525">
                      <a:solidFill>
                        <a:srgbClr val="000000"/>
                      </a:solidFill>
                      <a:prstDash val="solid"/>
                      <a:round/>
                      <a:headEnd len="med" type="none" w="med"/>
                      <a:tailEnd len="med" type="none" w="med"/>
                    </a:lnR>
                    <a:lnT algn="ctr" cap="flat" cmpd="sng" w="9525">
                      <a:solidFill>
                        <a:srgbClr val="000000"/>
                      </a:solidFill>
                      <a:prstDash val="solid"/>
                      <a:round/>
                      <a:headEnd len="med" type="none" w="med"/>
                      <a:tailEnd len="med" type="none" w="med"/>
                    </a:lnT>
                    <a:lnB algn="ctr" cap="flat" cmpd="sng" w="9525">
                      <a:solidFill>
                        <a:srgbClr val="000000"/>
                      </a:solidFill>
                      <a:prstDash val="solid"/>
                      <a:round/>
                      <a:headEnd len="med" type="none" w="med"/>
                      <a:tailEnd len="med" type="none" w="med"/>
                    </a:lnB>
                    <a:noFill/>
                  </a:tcPr>
                </a:tc>
                <a:tc>
                  <a:txBody>
                    <a:bodyPr/>
                    <a:lstStyle/>
                    <a:p>
                      <a:pPr algn="ctr" fontAlgn="base" rtl="0">
                        <a:lnSpc>
                          <a:spcPts val="1725"/>
                        </a:lnSpc>
                        <a:buNone/>
                      </a:pPr>
                      <a:r>
                        <a:rPr b="1" i="0" lang="en-US" sz="1400">
                          <a:solidFill>
                            <a:srgbClr val="C00000"/>
                          </a:solidFill>
                          <a:effectLst/>
                          <a:latin charset="0" panose="020F0502020204030204" pitchFamily="34" typeface="Calibri"/>
                        </a:rPr>
                        <a:t> 44%</a:t>
                      </a:r>
                    </a:p>
                  </a:txBody>
                  <a:tcPr anchor="ctr">
                    <a:lnL algn="ctr" cap="flat" cmpd="sng" w="9525">
                      <a:solidFill>
                        <a:srgbClr val="000000"/>
                      </a:solidFill>
                      <a:prstDash val="solid"/>
                      <a:round/>
                      <a:headEnd len="med" type="none" w="med"/>
                      <a:tailEnd len="med" type="none" w="med"/>
                    </a:lnL>
                    <a:lnR algn="ctr" cap="flat" cmpd="sng" w="9525">
                      <a:solidFill>
                        <a:srgbClr val="40144A"/>
                      </a:solidFill>
                      <a:prstDash val="solid"/>
                      <a:round/>
                      <a:headEnd len="med" type="none" w="med"/>
                      <a:tailEnd len="med" type="none" w="med"/>
                    </a:lnR>
                    <a:lnT algn="ctr" cap="flat" cmpd="sng" w="9525">
                      <a:solidFill>
                        <a:srgbClr val="000000"/>
                      </a:solidFill>
                      <a:prstDash val="solid"/>
                      <a:round/>
                      <a:headEnd len="med" type="none" w="med"/>
                      <a:tailEnd len="med" type="none" w="med"/>
                    </a:lnT>
                    <a:lnB algn="ctr" cap="flat" cmpd="sng" w="9525">
                      <a:solidFill>
                        <a:srgbClr val="000000"/>
                      </a:solidFill>
                      <a:prstDash val="solid"/>
                      <a:round/>
                      <a:headEnd len="med" type="none" w="med"/>
                      <a:tailEnd len="med" type="none" w="med"/>
                    </a:lnB>
                    <a:noFill/>
                  </a:tcPr>
                </a:tc>
                <a:extLst>
                  <a:ext uri="{0D108BD9-81ED-4DB2-BD59-A6C34878D82A}">
                    <a16:rowId xmlns:a16="http://schemas.microsoft.com/office/drawing/2014/main" val="3893048107"/>
                  </a:ext>
                </a:extLst>
              </a:tr>
              <a:tr h="219075">
                <a:tc>
                  <a:txBody>
                    <a:bodyPr/>
                    <a:lstStyle/>
                    <a:p>
                      <a:pPr algn="ctr" fontAlgn="base" rtl="0">
                        <a:lnSpc>
                          <a:spcPts val="1725"/>
                        </a:lnSpc>
                        <a:buNone/>
                      </a:pPr>
                      <a:r>
                        <a:rPr b="1" i="0" lang="en-US" sz="1400">
                          <a:effectLst/>
                          <a:latin charset="0" panose="020F0502020204030204" pitchFamily="34" typeface="Calibri"/>
                        </a:rPr>
                        <a:t>TOTAL </a:t>
                      </a:r>
                      <a:r>
                        <a:rPr b="0" i="0" lang="en-US" sz="1400">
                          <a:effectLst/>
                          <a:latin charset="0" panose="020F0502020204030204" pitchFamily="34" typeface="Calibri"/>
                        </a:rPr>
                        <a:t> </a:t>
                      </a:r>
                      <a:endParaRPr b="0" i="0" lang="en-US">
                        <a:effectLst/>
                      </a:endParaRPr>
                    </a:p>
                  </a:txBody>
                  <a:tcPr anchor="ctr">
                    <a:lnL algn="ctr" cap="flat" cmpd="sng" w="9525">
                      <a:solidFill>
                        <a:srgbClr val="B089DB"/>
                      </a:solidFill>
                      <a:prstDash val="solid"/>
                      <a:round/>
                      <a:headEnd len="med" type="none" w="med"/>
                      <a:tailEnd len="med" type="none" w="med"/>
                    </a:lnL>
                    <a:lnR algn="ctr" cap="flat" cmpd="sng" w="9525">
                      <a:solidFill>
                        <a:srgbClr val="000000"/>
                      </a:solidFill>
                      <a:prstDash val="solid"/>
                      <a:round/>
                      <a:headEnd len="med" type="none" w="med"/>
                      <a:tailEnd len="med" type="none" w="med"/>
                    </a:lnR>
                    <a:lnT algn="ctr" cap="flat" cmpd="sng" w="9525">
                      <a:solidFill>
                        <a:srgbClr val="000000"/>
                      </a:solidFill>
                      <a:prstDash val="solid"/>
                      <a:round/>
                      <a:headEnd len="med" type="none" w="med"/>
                      <a:tailEnd len="med" type="none" w="med"/>
                    </a:lnT>
                    <a:lnB algn="ctr" cap="flat" cmpd="sng" w="9525">
                      <a:solidFill>
                        <a:srgbClr val="9089DB"/>
                      </a:solidFill>
                      <a:prstDash val="solid"/>
                      <a:round/>
                      <a:headEnd len="med" type="none" w="med"/>
                      <a:tailEnd len="med" type="none" w="med"/>
                    </a:lnB>
                    <a:noFill/>
                  </a:tcPr>
                </a:tc>
                <a:tc>
                  <a:txBody>
                    <a:bodyPr/>
                    <a:lstStyle/>
                    <a:p>
                      <a:pPr algn="ctr" fontAlgn="base" rtl="0">
                        <a:lnSpc>
                          <a:spcPts val="1725"/>
                        </a:lnSpc>
                        <a:buNone/>
                      </a:pPr>
                      <a:r>
                        <a:rPr b="1" i="0" lang="en-US" sz="1400">
                          <a:solidFill>
                            <a:srgbClr val="C00000"/>
                          </a:solidFill>
                          <a:effectLst/>
                          <a:latin charset="0" panose="020F0502020204030204" pitchFamily="34" typeface="Calibri"/>
                        </a:rPr>
                        <a:t> 25</a:t>
                      </a:r>
                    </a:p>
                  </a:txBody>
                  <a:tcPr anchor="ctr">
                    <a:lnL algn="ctr" cap="flat" cmpd="sng" w="9525">
                      <a:solidFill>
                        <a:srgbClr val="000000"/>
                      </a:solidFill>
                      <a:prstDash val="solid"/>
                      <a:round/>
                      <a:headEnd len="med" type="none" w="med"/>
                      <a:tailEnd len="med" type="none" w="med"/>
                    </a:lnL>
                    <a:lnR algn="ctr" cap="flat" cmpd="sng" w="9525">
                      <a:solidFill>
                        <a:srgbClr val="000000"/>
                      </a:solidFill>
                      <a:prstDash val="solid"/>
                      <a:round/>
                      <a:headEnd len="med" type="none" w="med"/>
                      <a:tailEnd len="med" type="none" w="med"/>
                    </a:lnR>
                    <a:lnT algn="ctr" cap="flat" cmpd="sng" w="9525">
                      <a:solidFill>
                        <a:srgbClr val="000000"/>
                      </a:solidFill>
                      <a:prstDash val="solid"/>
                      <a:round/>
                      <a:headEnd len="med" type="none" w="med"/>
                      <a:tailEnd len="med" type="none" w="med"/>
                    </a:lnT>
                    <a:lnB algn="ctr" cap="flat" cmpd="sng" w="9525">
                      <a:solidFill>
                        <a:srgbClr val="B083DB"/>
                      </a:solidFill>
                      <a:prstDash val="solid"/>
                      <a:round/>
                      <a:headEnd len="med" type="none" w="med"/>
                      <a:tailEnd len="med" type="none" w="med"/>
                    </a:lnB>
                    <a:noFill/>
                  </a:tcPr>
                </a:tc>
                <a:tc>
                  <a:txBody>
                    <a:bodyPr/>
                    <a:lstStyle/>
                    <a:p>
                      <a:pPr algn="ctr" fontAlgn="base" rtl="0">
                        <a:lnSpc>
                          <a:spcPts val="1725"/>
                        </a:lnSpc>
                        <a:buNone/>
                      </a:pPr>
                      <a:r>
                        <a:rPr b="1" i="0" lang="en-US" sz="1400">
                          <a:solidFill>
                            <a:srgbClr val="C00000"/>
                          </a:solidFill>
                          <a:effectLst/>
                          <a:latin charset="0" panose="020F0502020204030204" pitchFamily="34" typeface="Calibri"/>
                        </a:rPr>
                        <a:t> 1.00</a:t>
                      </a:r>
                    </a:p>
                  </a:txBody>
                  <a:tcPr anchor="ctr">
                    <a:lnL algn="ctr" cap="flat" cmpd="sng" w="9525">
                      <a:solidFill>
                        <a:srgbClr val="000000"/>
                      </a:solidFill>
                      <a:prstDash val="solid"/>
                      <a:round/>
                      <a:headEnd len="med" type="none" w="med"/>
                      <a:tailEnd len="med" type="none" w="med"/>
                    </a:lnL>
                    <a:lnR algn="ctr" cap="flat" cmpd="sng" w="9525">
                      <a:solidFill>
                        <a:srgbClr val="000000"/>
                      </a:solidFill>
                      <a:prstDash val="solid"/>
                      <a:round/>
                      <a:headEnd len="med" type="none" w="med"/>
                      <a:tailEnd len="med" type="none" w="med"/>
                    </a:lnR>
                    <a:lnT algn="ctr" cap="flat" cmpd="sng" w="9525">
                      <a:solidFill>
                        <a:srgbClr val="000000"/>
                      </a:solidFill>
                      <a:prstDash val="solid"/>
                      <a:round/>
                      <a:headEnd len="med" type="none" w="med"/>
                      <a:tailEnd len="med" type="none" w="med"/>
                    </a:lnT>
                    <a:lnB algn="ctr" cap="flat" cmpd="sng" w="9525">
                      <a:solidFill>
                        <a:srgbClr val="F083DB"/>
                      </a:solidFill>
                      <a:prstDash val="solid"/>
                      <a:round/>
                      <a:headEnd len="med" type="none" w="med"/>
                      <a:tailEnd len="med" type="none" w="med"/>
                    </a:lnB>
                    <a:noFill/>
                  </a:tcPr>
                </a:tc>
                <a:tc>
                  <a:txBody>
                    <a:bodyPr/>
                    <a:lstStyle/>
                    <a:p>
                      <a:pPr algn="ctr" fontAlgn="base" rtl="0">
                        <a:lnSpc>
                          <a:spcPts val="1725"/>
                        </a:lnSpc>
                        <a:buNone/>
                      </a:pPr>
                      <a:r>
                        <a:rPr b="1" i="0" lang="en-US" sz="1400">
                          <a:solidFill>
                            <a:srgbClr val="C00000"/>
                          </a:solidFill>
                          <a:effectLst/>
                          <a:latin charset="0" panose="020F0502020204030204" pitchFamily="34" typeface="Calibri"/>
                        </a:rPr>
                        <a:t> 100%</a:t>
                      </a:r>
                    </a:p>
                  </a:txBody>
                  <a:tcPr anchor="ctr">
                    <a:lnL algn="ctr" cap="flat" cmpd="sng" w="9525">
                      <a:solidFill>
                        <a:srgbClr val="000000"/>
                      </a:solidFill>
                      <a:prstDash val="solid"/>
                      <a:round/>
                      <a:headEnd len="med" type="none" w="med"/>
                      <a:tailEnd len="med" type="none" w="med"/>
                    </a:lnL>
                    <a:lnR algn="ctr" cap="flat" cmpd="sng" w="9525">
                      <a:solidFill>
                        <a:srgbClr val="60D3AF"/>
                      </a:solidFill>
                      <a:prstDash val="solid"/>
                      <a:round/>
                      <a:headEnd len="med" type="none" w="med"/>
                      <a:tailEnd len="med" type="none" w="med"/>
                    </a:lnR>
                    <a:lnT algn="ctr" cap="flat" cmpd="sng" w="9525">
                      <a:solidFill>
                        <a:srgbClr val="000000"/>
                      </a:solidFill>
                      <a:prstDash val="solid"/>
                      <a:round/>
                      <a:headEnd len="med" type="none" w="med"/>
                      <a:tailEnd len="med" type="none" w="med"/>
                    </a:lnT>
                    <a:lnB algn="ctr" cap="flat" cmpd="sng" w="9525">
                      <a:solidFill>
                        <a:srgbClr val="20D4AF"/>
                      </a:solidFill>
                      <a:prstDash val="solid"/>
                      <a:round/>
                      <a:headEnd len="med" type="none" w="med"/>
                      <a:tailEnd len="med" type="none" w="med"/>
                    </a:lnB>
                    <a:noFill/>
                  </a:tcPr>
                </a:tc>
                <a:extLst>
                  <a:ext uri="{0D108BD9-81ED-4DB2-BD59-A6C34878D82A}">
                    <a16:rowId xmlns:a16="http://schemas.microsoft.com/office/drawing/2014/main" val="1510055533"/>
                  </a:ext>
                </a:extLst>
              </a:tr>
            </a:tbl>
          </a:graphicData>
        </a:graphic>
      </p:graphicFrame>
      <p:sp>
        <p:nvSpPr>
          <p:cNvPr id="14" name="TextBox 13">
            <a:extLst>
              <a:ext uri="{FF2B5EF4-FFF2-40B4-BE49-F238E27FC236}">
                <a16:creationId xmlns:a16="http://schemas.microsoft.com/office/drawing/2014/main" id="{52F1AB2D-1E50-AFB8-FA83-A0BC70CA3BF3}"/>
              </a:ext>
            </a:extLst>
          </p:cNvPr>
          <p:cNvSpPr txBox="1"/>
          <p:nvPr/>
        </p:nvSpPr>
        <p:spPr>
          <a:xfrm>
            <a:off x="447675" y="4250714"/>
            <a:ext cx="11673532" cy="1621021"/>
          </a:xfrm>
          <a:prstGeom prst="rect">
            <a:avLst/>
          </a:prstGeom>
          <a:noFill/>
        </p:spPr>
        <p:txBody>
          <a:bodyPr wrap="square">
            <a:spAutoFit/>
          </a:bodyPr>
          <a:lstStyle/>
          <a:p>
            <a:pPr algn="l" fontAlgn="base" rtl="0">
              <a:lnSpc>
                <a:spcPts val="1725"/>
              </a:lnSpc>
              <a:buNone/>
            </a:pPr>
            <a:r>
              <a:rPr b="0" i="0" lang="en-US" sz="1800">
                <a:solidFill>
                  <a:srgbClr val="000000"/>
                </a:solidFill>
                <a:effectLst/>
              </a:rPr>
              <a:t>Numerically, </a:t>
            </a:r>
            <a:r>
              <a:rPr b="1" i="0" lang="en-US" sz="1800">
                <a:solidFill>
                  <a:srgbClr val="000000"/>
                </a:solidFill>
                <a:effectLst/>
              </a:rPr>
              <a:t>relative frequency = proportion = probability</a:t>
            </a:r>
            <a:r>
              <a:rPr b="0" i="0" lang="en-US" sz="1800">
                <a:solidFill>
                  <a:srgbClr val="000000"/>
                </a:solidFill>
                <a:effectLst/>
              </a:rPr>
              <a:t>.  </a:t>
            </a:r>
            <a:endParaRPr b="0" i="0" lang="en-US">
              <a:solidFill>
                <a:srgbClr val="000000"/>
              </a:solidFill>
              <a:effectLst/>
            </a:endParaRPr>
          </a:p>
          <a:p>
            <a:pPr algn="l" fontAlgn="base" rtl="0">
              <a:lnSpc>
                <a:spcPts val="1725"/>
              </a:lnSpc>
              <a:buNone/>
            </a:pPr>
            <a:r>
              <a:rPr b="0" i="0" lang="en-US" sz="1800">
                <a:solidFill>
                  <a:srgbClr val="000000"/>
                </a:solidFill>
                <a:effectLst/>
              </a:rPr>
              <a:t> </a:t>
            </a:r>
            <a:endParaRPr b="0" i="0" lang="en-US">
              <a:solidFill>
                <a:srgbClr val="000000"/>
              </a:solidFill>
              <a:effectLst/>
            </a:endParaRPr>
          </a:p>
          <a:p>
            <a:pPr algn="l" fontAlgn="base" rtl="0">
              <a:lnSpc>
                <a:spcPts val="1725"/>
              </a:lnSpc>
              <a:buNone/>
            </a:pPr>
            <a:r>
              <a:rPr b="0" i="0" lang="en-US" sz="1800">
                <a:solidFill>
                  <a:srgbClr val="000000"/>
                </a:solidFill>
                <a:effectLst/>
              </a:rPr>
              <a:t>We state probabilities as a decimal (round to four places). </a:t>
            </a:r>
          </a:p>
          <a:p>
            <a:pPr algn="l" fontAlgn="base" rtl="0">
              <a:lnSpc>
                <a:spcPts val="1725"/>
              </a:lnSpc>
              <a:buNone/>
            </a:pPr>
            <a:endParaRPr lang="en-US">
              <a:solidFill>
                <a:srgbClr val="000000"/>
              </a:solidFill>
            </a:endParaRPr>
          </a:p>
          <a:p>
            <a:pPr algn="l" fontAlgn="base" rtl="0">
              <a:lnSpc>
                <a:spcPts val="1725"/>
              </a:lnSpc>
              <a:buNone/>
            </a:pPr>
            <a:r>
              <a:rPr b="0" i="0" lang="en-US" sz="1800">
                <a:solidFill>
                  <a:srgbClr val="000000"/>
                </a:solidFill>
                <a:effectLst/>
              </a:rPr>
              <a:t>We state chances as a percentage. </a:t>
            </a:r>
          </a:p>
          <a:p>
            <a:pPr algn="l" fontAlgn="base" rtl="0">
              <a:lnSpc>
                <a:spcPts val="1725"/>
              </a:lnSpc>
              <a:buNone/>
            </a:pPr>
            <a:endParaRPr lang="en-US">
              <a:solidFill>
                <a:srgbClr val="000000"/>
              </a:solidFill>
            </a:endParaRPr>
          </a:p>
          <a:p>
            <a:pPr algn="l" fontAlgn="base" rtl="0">
              <a:lnSpc>
                <a:spcPts val="1725"/>
              </a:lnSpc>
              <a:buNone/>
            </a:pPr>
            <a:r>
              <a:rPr b="0" i="0" lang="en-US" sz="1800">
                <a:solidFill>
                  <a:srgbClr val="000000"/>
                </a:solidFill>
                <a:effectLst/>
              </a:rPr>
              <a:t>For example, “There is a 65% chance of rain today” = “The probability that it will rain today is 0.65.”  </a:t>
            </a:r>
            <a:endParaRPr b="0" i="0" lang="en-US">
              <a:solidFill>
                <a:srgbClr val="000000"/>
              </a:solidFill>
              <a:effectLst/>
            </a:endParaRPr>
          </a:p>
        </p:txBody>
      </p:sp>
      <p:sp>
        <p:nvSpPr>
          <p:cNvPr id="5" name="Slide Number Placeholder 4">
            <a:extLst>
              <a:ext uri="{FF2B5EF4-FFF2-40B4-BE49-F238E27FC236}">
                <a16:creationId xmlns:a16="http://schemas.microsoft.com/office/drawing/2014/main" id="{2CBC735C-C738-742E-E405-967E1C4B32D4}"/>
              </a:ext>
            </a:extLst>
          </p:cNvPr>
          <p:cNvSpPr>
            <a:spLocks noGrp="1"/>
          </p:cNvSpPr>
          <p:nvPr>
            <p:ph idx="12" sz="quarter" type="sldNum"/>
          </p:nvPr>
        </p:nvSpPr>
        <p:spPr/>
        <p:txBody>
          <a:bodyPr/>
          <a:lstStyle/>
          <a:p>
            <a:fld id="{E1076ED0-0DB3-4879-AAE5-5C20D22C1DF4}" type="slidenum">
              <a:rPr lang="en-US" smtClean="0"/>
              <a:t>5</a:t>
            </a:fld>
            <a:endParaRPr lang="en-US"/>
          </a:p>
        </p:txBody>
      </p:sp>
    </p:spTree>
    <p:extLst>
      <p:ext uri="{BB962C8B-B14F-4D97-AF65-F5344CB8AC3E}">
        <p14:creationId xmlns:p14="http://schemas.microsoft.com/office/powerpoint/2010/main" val="4148589169"/>
      </p:ext>
    </p:extLst>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21BFC-5011-29A4-FC92-044889D12081}"/>
              </a:ext>
            </a:extLst>
          </p:cNvPr>
          <p:cNvSpPr>
            <a:spLocks noGrp="1"/>
          </p:cNvSpPr>
          <p:nvPr>
            <p:ph type="title"/>
          </p:nvPr>
        </p:nvSpPr>
        <p:spPr>
          <a:xfrm>
            <a:off x="1057221" y="385742"/>
            <a:ext cx="10077557" cy="654534"/>
          </a:xfrm>
        </p:spPr>
        <p:txBody>
          <a:bodyPr/>
          <a:lstStyle/>
          <a:p>
            <a:pPr algn="ctr"/>
            <a:r>
              <a:rPr lang="en-US">
                <a:solidFill>
                  <a:srgbClr val="000000"/>
                </a:solidFill>
              </a:rPr>
              <a:t>Sample Space</a:t>
            </a:r>
          </a:p>
        </p:txBody>
      </p:sp>
      <p:sp>
        <p:nvSpPr>
          <p:cNvPr id="3" name="Content Placeholder 2">
            <a:extLst>
              <a:ext uri="{FF2B5EF4-FFF2-40B4-BE49-F238E27FC236}">
                <a16:creationId xmlns:a16="http://schemas.microsoft.com/office/drawing/2014/main" id="{B340240F-8E5C-7686-0AFE-ADAD96DFB895}"/>
              </a:ext>
            </a:extLst>
          </p:cNvPr>
          <p:cNvSpPr>
            <a:spLocks noGrp="1"/>
          </p:cNvSpPr>
          <p:nvPr>
            <p:ph idx="1"/>
          </p:nvPr>
        </p:nvSpPr>
        <p:spPr>
          <a:xfrm>
            <a:off x="408328" y="1193534"/>
            <a:ext cx="10077557" cy="5009558"/>
          </a:xfrm>
          <a:solidFill>
            <a:schemeClr val="bg2"/>
          </a:solidFill>
        </p:spPr>
        <p:txBody>
          <a:bodyPr>
            <a:noAutofit/>
          </a:bodyPr>
          <a:lstStyle/>
          <a:p>
            <a:pPr fontAlgn="base"/>
            <a:r>
              <a:rPr lang="en-US" sz="1800"/>
              <a:t>A </a:t>
            </a:r>
            <a:r>
              <a:rPr lang="en-US" sz="1800" u="sng"/>
              <a:t>sample space </a:t>
            </a:r>
            <a:r>
              <a:rPr lang="en-US" sz="1800"/>
              <a:t>contains all the possible outcomes of a probability experiment.  </a:t>
            </a:r>
          </a:p>
          <a:p>
            <a:pPr fontAlgn="base"/>
            <a:r>
              <a:rPr lang="en-US" sz="1800"/>
              <a:t> </a:t>
            </a:r>
          </a:p>
          <a:p>
            <a:pPr fontAlgn="base"/>
            <a:r>
              <a:rPr b="1" i="1" lang="en-US" sz="1800">
                <a:solidFill>
                  <a:srgbClr val="000000"/>
                </a:solidFill>
              </a:rPr>
              <a:t>					S = { … }</a:t>
            </a:r>
            <a:r>
              <a:rPr lang="en-US" sz="1800"/>
              <a:t> </a:t>
            </a:r>
            <a:br>
              <a:rPr lang="en-US" sz="1800"/>
            </a:br>
            <a:r>
              <a:rPr lang="en-US" sz="1800"/>
              <a:t> </a:t>
            </a:r>
          </a:p>
          <a:p>
            <a:pPr fontAlgn="base"/>
            <a:r>
              <a:rPr lang="en-US" sz="1800"/>
              <a:t>Define the sample space for each scenario.  </a:t>
            </a:r>
            <a:br>
              <a:rPr lang="en-US" sz="1800"/>
            </a:br>
            <a:r>
              <a:rPr lang="en-US" sz="1800"/>
              <a:t> </a:t>
            </a:r>
          </a:p>
          <a:p>
            <a:pPr fontAlgn="base"/>
            <a:r>
              <a:rPr lang="en-US" sz="1800"/>
              <a:t>1. We randomly select a single digit from 0 through 9.  </a:t>
            </a:r>
            <a:r>
              <a:rPr b="1" lang="en-US" sz="1800">
                <a:solidFill>
                  <a:srgbClr val="000000"/>
                </a:solidFill>
              </a:rPr>
              <a:t>S = {0, 1, 2, 3, 4, 5, 6, 7, 8, 9}</a:t>
            </a:r>
            <a:br>
              <a:rPr lang="en-US" sz="1800"/>
            </a:br>
            <a:r>
              <a:rPr lang="en-US" sz="1800"/>
              <a:t> </a:t>
            </a:r>
          </a:p>
          <a:p>
            <a:pPr fontAlgn="base"/>
            <a:r>
              <a:rPr lang="en-US" sz="1800"/>
              <a:t>2. We flip a fair coin once.   </a:t>
            </a:r>
            <a:br>
              <a:rPr lang="en-US" sz="1800"/>
            </a:br>
            <a:r>
              <a:rPr lang="en-US" sz="1800"/>
              <a:t>  </a:t>
            </a:r>
          </a:p>
          <a:p>
            <a:pPr fontAlgn="base"/>
            <a:r>
              <a:rPr lang="en-US" sz="1800"/>
              <a:t>3. We roll a fair 6-sided die once.  </a:t>
            </a:r>
            <a:br>
              <a:rPr lang="en-US" sz="1800"/>
            </a:br>
            <a:r>
              <a:rPr lang="en-US" sz="1800"/>
              <a:t> </a:t>
            </a:r>
          </a:p>
          <a:p>
            <a:pPr fontAlgn="base"/>
            <a:r>
              <a:rPr lang="en-US" sz="1800"/>
              <a:t>4. We randomly select one season of the year.</a:t>
            </a:r>
          </a:p>
          <a:p>
            <a:endParaRPr lang="en-US" sz="1800"/>
          </a:p>
        </p:txBody>
      </p:sp>
      <p:sp>
        <p:nvSpPr>
          <p:cNvPr id="4" name="Footer Placeholder 3">
            <a:extLst>
              <a:ext uri="{FF2B5EF4-FFF2-40B4-BE49-F238E27FC236}">
                <a16:creationId xmlns:a16="http://schemas.microsoft.com/office/drawing/2014/main" id="{8062610E-3048-D449-7963-F24FA71DBBAF}"/>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B2D2C29C-6211-83C2-D252-19AEB6E6513C}"/>
              </a:ext>
              <a:ext uri="{C183D7F6-B498-43B3-948B-1728B52AA6E4}">
                <adec:decorative xmlns:adec="http://schemas.microsoft.com/office/drawing/2017/decorative" val="1"/>
              </a:ext>
            </a:extLst>
          </p:cNvPr>
          <p:cNvSpPr>
            <a:spLocks noGrp="1"/>
          </p:cNvSpPr>
          <p:nvPr>
            <p:ph idx="12" sz="quarter" type="sldNum"/>
          </p:nvPr>
        </p:nvSpPr>
        <p:spPr/>
        <p:txBody>
          <a:bodyPr/>
          <a:lstStyle/>
          <a:p>
            <a:fld id="{E1076ED0-0DB3-4879-AAE5-5C20D22C1DF4}" type="slidenum">
              <a:rPr lang="en-US" smtClean="0"/>
              <a:t>6</a:t>
            </a:fld>
            <a:endParaRPr lang="en-US"/>
          </a:p>
        </p:txBody>
      </p:sp>
    </p:spTree>
    <p:extLst>
      <p:ext uri="{BB962C8B-B14F-4D97-AF65-F5344CB8AC3E}">
        <p14:creationId xmlns:p14="http://schemas.microsoft.com/office/powerpoint/2010/main" val="2835710247"/>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23388-9359-6719-CC90-A6D50F55CBE6}"/>
              </a:ext>
            </a:extLst>
          </p:cNvPr>
          <p:cNvSpPr>
            <a:spLocks noGrp="1"/>
          </p:cNvSpPr>
          <p:nvPr>
            <p:ph type="title"/>
          </p:nvPr>
        </p:nvSpPr>
        <p:spPr>
          <a:xfrm>
            <a:off x="830957" y="241644"/>
            <a:ext cx="10077557" cy="827528"/>
          </a:xfrm>
        </p:spPr>
        <p:txBody>
          <a:bodyPr/>
          <a:lstStyle/>
          <a:p>
            <a:pPr algn="ctr"/>
            <a:r>
              <a:rPr lang="en-US"/>
              <a:t>Event</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578EE81E-E00C-C1CA-421E-F67B2E1FE874}"/>
                  </a:ext>
                </a:extLst>
              </p:cNvPr>
              <p:cNvSpPr>
                <a:spLocks noGrp="1"/>
              </p:cNvSpPr>
              <p:nvPr>
                <p:ph idx="1"/>
              </p:nvPr>
            </p:nvSpPr>
            <p:spPr>
              <a:xfrm>
                <a:off x="482468" y="1261496"/>
                <a:ext cx="10774537" cy="5028093"/>
              </a:xfrm>
              <a:solidFill>
                <a:schemeClr val="bg2"/>
              </a:solidFill>
            </p:spPr>
            <p:txBody>
              <a:bodyPr>
                <a:normAutofit/>
              </a:bodyPr>
              <a:lstStyle/>
              <a:p>
                <a:pPr fontAlgn="base"/>
                <a:r>
                  <a:rPr lang="en-US"/>
                  <a:t>An </a:t>
                </a:r>
                <a:r>
                  <a:rPr lang="en-US" u="sng"/>
                  <a:t>event</a:t>
                </a:r>
                <a:r>
                  <a:rPr lang="en-US"/>
                  <a:t> is one outcome from a sample space. For ease of notation, we will name an event as a capital letter, so we don’t have to write out the entire event repeatedly.  </a:t>
                </a:r>
                <a:br>
                  <a:rPr lang="en-US"/>
                </a:br>
                <a:r>
                  <a:rPr lang="en-US"/>
                  <a:t> </a:t>
                </a:r>
              </a:p>
              <a:p>
                <a:pPr fontAlgn="base"/>
                <a:r>
                  <a:rPr lang="en-US"/>
                  <a:t>For example, let Event A = We roll a fair, 6-sided die, and it lands on 4. </a:t>
                </a:r>
              </a:p>
              <a:p>
                <a:pPr fontAlgn="base"/>
                <a:endParaRPr lang="en-US"/>
              </a:p>
              <a:p>
                <a:pPr fontAlgn="base"/>
                <a:r>
                  <a:rPr lang="en-US"/>
                  <a:t>The probability of A is denoted:   </a:t>
                </a:r>
              </a:p>
              <a:p>
                <a:pPr fontAlgn="base"/>
                <a:r>
                  <a:rPr lang="en-US"/>
                  <a:t> </a:t>
                </a:r>
              </a:p>
              <a:p>
                <a:pPr fontAlgn="base"/>
                <a:r>
                  <a:rPr lang="en-US"/>
                  <a:t>P(A) = 1/6 = 0.1667 </a:t>
                </a:r>
              </a:p>
              <a:p>
                <a:pPr fontAlgn="base"/>
                <a:endParaRPr lang="en-US"/>
              </a:p>
              <a:p>
                <a:pPr fontAlgn="base"/>
                <a:r>
                  <a:rPr lang="en-US"/>
                  <a:t>If a sample space has n </a:t>
                </a:r>
                <a:r>
                  <a:rPr lang="en-US" u="sng"/>
                  <a:t>equally</a:t>
                </a:r>
                <a:r>
                  <a:rPr lang="en-US"/>
                  <a:t> likely outcomes, and some event A has k outcomes, then </a:t>
                </a:r>
              </a:p>
              <a:p>
                <a:pPr fontAlgn="base"/>
                <a14:m>
                  <m:oMathPara xmlns:m="http://schemas.openxmlformats.org/officeDocument/2006/math">
                    <m:oMathParaPr>
                      <m:jc m:val="centerGroup"/>
                    </m:oMathParaPr>
                    <m:oMath>
                      <m:r>
                        <a:rPr b="0" i="1" lang="en-US" smtClean="0" sz="2100">
                          <a:latin charset="0" panose="02040503050406030204" pitchFamily="18" typeface="Cambria Math"/>
                        </a:rPr>
                        <m:t>𝑃</m:t>
                      </m:r>
                      <m:d>
                        <m:dPr>
                          <m:ctrlPr>
                            <a:rPr b="0" i="1" lang="en-US" smtClean="0" sz="2100">
                              <a:latin charset="0" panose="02040503050406030204" pitchFamily="18" typeface="Cambria Math"/>
                            </a:rPr>
                          </m:ctrlPr>
                        </m:dPr>
                        <m:e>
                          <m:r>
                            <a:rPr b="0" i="1" lang="en-US" smtClean="0" sz="2100">
                              <a:latin charset="0" panose="02040503050406030204" pitchFamily="18" typeface="Cambria Math"/>
                            </a:rPr>
                            <m:t>𝐴</m:t>
                          </m:r>
                        </m:e>
                      </m:d>
                      <m:r>
                        <a:rPr b="0" i="1" lang="en-US" smtClean="0" sz="2100">
                          <a:latin charset="0" panose="02040503050406030204" pitchFamily="18" typeface="Cambria Math"/>
                        </a:rPr>
                        <m:t>=</m:t>
                      </m:r>
                      <m:f>
                        <m:fPr>
                          <m:ctrlPr>
                            <a:rPr b="0" i="1" lang="en-US" smtClean="0" sz="2100">
                              <a:latin charset="0" panose="02040503050406030204" pitchFamily="18" typeface="Cambria Math"/>
                            </a:rPr>
                          </m:ctrlPr>
                        </m:fPr>
                        <m:num>
                          <m:r>
                            <a:rPr b="0" i="1" lang="en-US" smtClean="0" sz="2100">
                              <a:latin charset="0" panose="02040503050406030204" pitchFamily="18" typeface="Cambria Math"/>
                            </a:rPr>
                            <m:t>𝑘</m:t>
                          </m:r>
                        </m:num>
                        <m:den>
                          <m:r>
                            <a:rPr b="0" i="1" lang="en-US" smtClean="0" sz="2100">
                              <a:latin charset="0" panose="02040503050406030204" pitchFamily="18" typeface="Cambria Math"/>
                            </a:rPr>
                            <m:t>𝑛</m:t>
                          </m:r>
                        </m:den>
                      </m:f>
                    </m:oMath>
                  </m:oMathPara>
                </a14:m>
                <a:endParaRPr i="1" lang="en-US" sz="2100">
                  <a:latin charset="0" panose="02040503050406030204" pitchFamily="18" typeface="Cambria Math"/>
                </a:endParaRPr>
              </a:p>
              <a:p>
                <a:pPr fontAlgn="base"/>
                <a:endParaRPr lang="en-US"/>
              </a:p>
              <a:p>
                <a:pPr fontAlgn="base"/>
                <a:endParaRPr lang="en-US"/>
              </a:p>
            </p:txBody>
          </p:sp>
        </mc:Choice>
        <mc:Fallback>
          <p:sp>
            <p:nvSpPr>
              <p:cNvPr id="3" name="Content Placeholder 2">
                <a:extLst>
                  <a:ext uri="{FF2B5EF4-FFF2-40B4-BE49-F238E27FC236}">
                    <a16:creationId xmlns:a16="http://schemas.microsoft.com/office/drawing/2014/main" id="{578EE81E-E00C-C1CA-421E-F67B2E1FE874}"/>
                  </a:ext>
                </a:extLst>
              </p:cNvPr>
              <p:cNvSpPr>
                <a:spLocks noAdjustHandles="1" noChangeArrowheads="1" noChangeAspect="1" noChangeShapeType="1" noEditPoints="1" noGrp="1" noMove="1" noResize="1" noRot="1" noTextEdit="1"/>
              </p:cNvSpPr>
              <p:nvPr>
                <p:ph idx="1"/>
              </p:nvPr>
            </p:nvSpPr>
            <p:spPr>
              <a:xfrm>
                <a:off x="482468" y="1261496"/>
                <a:ext cx="10774537" cy="5028093"/>
              </a:xfrm>
              <a:blipFill>
                <a:blip r:embed="rId2"/>
                <a:stretch>
                  <a:fillRect l="-566" t="-485"/>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38CBC56D-E097-1149-89DD-CF388E320AAF}"/>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9BA787CD-18AE-334A-B4E2-37E8C4A715E6}"/>
              </a:ext>
              <a:ext uri="{C183D7F6-B498-43B3-948B-1728B52AA6E4}">
                <adec:decorative xmlns:adec="http://schemas.microsoft.com/office/drawing/2017/decorative" val="1"/>
              </a:ext>
            </a:extLst>
          </p:cNvPr>
          <p:cNvSpPr>
            <a:spLocks noGrp="1"/>
          </p:cNvSpPr>
          <p:nvPr>
            <p:ph idx="12" sz="quarter" type="sldNum"/>
          </p:nvPr>
        </p:nvSpPr>
        <p:spPr/>
        <p:txBody>
          <a:bodyPr/>
          <a:lstStyle/>
          <a:p>
            <a:fld id="{E1076ED0-0DB3-4879-AAE5-5C20D22C1DF4}" type="slidenum">
              <a:rPr lang="en-US" smtClean="0"/>
              <a:t>7</a:t>
            </a:fld>
            <a:endParaRPr lang="en-US"/>
          </a:p>
        </p:txBody>
      </p:sp>
    </p:spTree>
    <p:extLst>
      <p:ext uri="{BB962C8B-B14F-4D97-AF65-F5344CB8AC3E}">
        <p14:creationId xmlns:p14="http://schemas.microsoft.com/office/powerpoint/2010/main" val="3642759923"/>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A6868-AF05-0674-5681-4911E3FC61CD}"/>
              </a:ext>
            </a:extLst>
          </p:cNvPr>
          <p:cNvSpPr>
            <a:spLocks noGrp="1"/>
          </p:cNvSpPr>
          <p:nvPr>
            <p:ph type="title"/>
          </p:nvPr>
        </p:nvSpPr>
        <p:spPr>
          <a:xfrm>
            <a:off x="1057221" y="256975"/>
            <a:ext cx="10077557" cy="697782"/>
          </a:xfrm>
        </p:spPr>
        <p:txBody>
          <a:bodyPr/>
          <a:lstStyle/>
          <a:p>
            <a:pPr algn="ctr"/>
            <a:r>
              <a:rPr lang="en-US">
                <a:solidFill>
                  <a:srgbClr val="000000"/>
                </a:solidFill>
              </a:rPr>
              <a:t>Probability Models</a:t>
            </a:r>
          </a:p>
        </p:txBody>
      </p:sp>
      <p:sp>
        <p:nvSpPr>
          <p:cNvPr id="3" name="Content Placeholder 2">
            <a:extLst>
              <a:ext uri="{FF2B5EF4-FFF2-40B4-BE49-F238E27FC236}">
                <a16:creationId xmlns:a16="http://schemas.microsoft.com/office/drawing/2014/main" id="{954CF50C-2DFA-1F23-D219-1A17953E3F52}"/>
              </a:ext>
            </a:extLst>
          </p:cNvPr>
          <p:cNvSpPr>
            <a:spLocks noGrp="1"/>
          </p:cNvSpPr>
          <p:nvPr>
            <p:ph idx="1"/>
          </p:nvPr>
        </p:nvSpPr>
        <p:spPr>
          <a:xfrm>
            <a:off x="365079" y="1199712"/>
            <a:ext cx="11039521" cy="5057155"/>
          </a:xfrm>
          <a:solidFill>
            <a:schemeClr val="bg2"/>
          </a:solidFill>
        </p:spPr>
        <p:txBody>
          <a:bodyPr/>
          <a:lstStyle/>
          <a:p>
            <a:r>
              <a:rPr lang="en-US"/>
              <a:t>A </a:t>
            </a:r>
            <a:r>
              <a:rPr lang="en-US" u="sng"/>
              <a:t>probability model </a:t>
            </a:r>
            <a:r>
              <a:rPr lang="en-US"/>
              <a:t>is a table that shows every event in a sample space and their respective probabilities. Example Probability Model: The marital status of a sample of people.  </a:t>
            </a:r>
          </a:p>
        </p:txBody>
      </p:sp>
      <p:sp>
        <p:nvSpPr>
          <p:cNvPr id="4" name="Footer Placeholder 3">
            <a:extLst>
              <a:ext uri="{FF2B5EF4-FFF2-40B4-BE49-F238E27FC236}">
                <a16:creationId xmlns:a16="http://schemas.microsoft.com/office/drawing/2014/main" id="{912617B0-D669-D096-609E-F851F4464234}"/>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graphicFrame>
        <p:nvGraphicFramePr>
          <p:cNvPr id="7" name="Table 6">
            <a:extLst>
              <a:ext uri="{FF2B5EF4-FFF2-40B4-BE49-F238E27FC236}">
                <a16:creationId xmlns:a16="http://schemas.microsoft.com/office/drawing/2014/main" id="{F5B4E642-9891-2879-617B-92E0C5D51573}"/>
              </a:ext>
            </a:extLst>
          </p:cNvPr>
          <p:cNvGraphicFramePr>
            <a:graphicFrameLocks noGrp="1"/>
          </p:cNvGraphicFramePr>
          <p:nvPr>
            <p:extLst>
              <p:ext uri="{D42A27DB-BD31-4B8C-83A1-F6EECF244321}">
                <p14:modId xmlns:p14="http://schemas.microsoft.com/office/powerpoint/2010/main" val="3318061687"/>
              </p:ext>
            </p:extLst>
          </p:nvPr>
        </p:nvGraphicFramePr>
        <p:xfrm>
          <a:off x="454343" y="2250857"/>
          <a:ext cx="6328675" cy="1031114"/>
        </p:xfrm>
        <a:graphic>
          <a:graphicData uri="http://schemas.openxmlformats.org/drawingml/2006/table">
            <a:tbl>
              <a:tblPr firstCol="1"/>
              <a:tblGrid>
                <a:gridCol w="1265735">
                  <a:extLst>
                    <a:ext uri="{9D8B030D-6E8A-4147-A177-3AD203B41FA5}">
                      <a16:colId xmlns:a16="http://schemas.microsoft.com/office/drawing/2014/main" val="415759378"/>
                    </a:ext>
                  </a:extLst>
                </a:gridCol>
                <a:gridCol w="1265735">
                  <a:extLst>
                    <a:ext uri="{9D8B030D-6E8A-4147-A177-3AD203B41FA5}">
                      <a16:colId xmlns:a16="http://schemas.microsoft.com/office/drawing/2014/main" val="4207249559"/>
                    </a:ext>
                  </a:extLst>
                </a:gridCol>
                <a:gridCol w="1265735">
                  <a:extLst>
                    <a:ext uri="{9D8B030D-6E8A-4147-A177-3AD203B41FA5}">
                      <a16:colId xmlns:a16="http://schemas.microsoft.com/office/drawing/2014/main" val="2309268982"/>
                    </a:ext>
                  </a:extLst>
                </a:gridCol>
                <a:gridCol w="1265735">
                  <a:extLst>
                    <a:ext uri="{9D8B030D-6E8A-4147-A177-3AD203B41FA5}">
                      <a16:colId xmlns:a16="http://schemas.microsoft.com/office/drawing/2014/main" val="182079304"/>
                    </a:ext>
                  </a:extLst>
                </a:gridCol>
                <a:gridCol w="1265735">
                  <a:extLst>
                    <a:ext uri="{9D8B030D-6E8A-4147-A177-3AD203B41FA5}">
                      <a16:colId xmlns:a16="http://schemas.microsoft.com/office/drawing/2014/main" val="3970278739"/>
                    </a:ext>
                  </a:extLst>
                </a:gridCol>
              </a:tblGrid>
              <a:tr h="190500">
                <a:tc>
                  <a:txBody>
                    <a:bodyPr/>
                    <a:lstStyle/>
                    <a:p>
                      <a:pPr algn="ctr" fontAlgn="base" rtl="0">
                        <a:lnSpc>
                          <a:spcPts val="1725"/>
                        </a:lnSpc>
                        <a:buNone/>
                      </a:pPr>
                      <a:r>
                        <a:rPr b="1" i="0" lang="en-US" sz="1400">
                          <a:effectLst/>
                          <a:latin charset="0" panose="020F0502020204030204" pitchFamily="34" typeface="Calibri"/>
                        </a:rPr>
                        <a:t>Marital Status</a:t>
                      </a:r>
                      <a:r>
                        <a:rPr b="0" i="0" lang="en-US" sz="1400">
                          <a:effectLst/>
                          <a:latin charset="0" panose="020F0502020204030204" pitchFamily="34" typeface="Calibri"/>
                        </a:rPr>
                        <a:t> </a:t>
                      </a:r>
                      <a:endParaRPr b="0" i="0" lang="en-US">
                        <a:effectLst/>
                      </a:endParaRPr>
                    </a:p>
                  </a:txBody>
                  <a:tcPr anchor="ctr">
                    <a:lnL algn="ctr" cap="flat" cmpd="sng" w="9525">
                      <a:solidFill>
                        <a:srgbClr val="A057A5"/>
                      </a:solidFill>
                      <a:prstDash val="solid"/>
                      <a:round/>
                      <a:headEnd len="med" type="none" w="med"/>
                      <a:tailEnd len="med" type="none" w="med"/>
                    </a:lnL>
                    <a:lnR algn="ctr" cap="flat" cmpd="sng" w="9525">
                      <a:solidFill>
                        <a:srgbClr val="000000"/>
                      </a:solidFill>
                      <a:prstDash val="solid"/>
                      <a:round/>
                      <a:headEnd len="med" type="none" w="med"/>
                      <a:tailEnd len="med" type="none" w="med"/>
                    </a:lnR>
                    <a:lnT algn="ctr" cap="flat" cmpd="sng" w="9525">
                      <a:solidFill>
                        <a:srgbClr val="0054A5"/>
                      </a:solidFill>
                      <a:prstDash val="solid"/>
                      <a:round/>
                      <a:headEnd len="med" type="none" w="med"/>
                      <a:tailEnd len="med" type="none" w="med"/>
                    </a:lnT>
                    <a:lnB algn="ctr" cap="flat" cmpd="sng" w="9525">
                      <a:solidFill>
                        <a:srgbClr val="000000"/>
                      </a:solidFill>
                      <a:prstDash val="solid"/>
                      <a:round/>
                      <a:headEnd len="med" type="none" w="med"/>
                      <a:tailEnd len="med" type="none" w="med"/>
                    </a:lnB>
                    <a:noFill/>
                  </a:tcPr>
                </a:tc>
                <a:tc>
                  <a:txBody>
                    <a:bodyPr/>
                    <a:lstStyle/>
                    <a:p>
                      <a:pPr algn="ctr" fontAlgn="base" rtl="0">
                        <a:lnSpc>
                          <a:spcPts val="1725"/>
                        </a:lnSpc>
                        <a:buNone/>
                      </a:pPr>
                      <a:endParaRPr b="0" i="0" lang="en-US" sz="1400">
                        <a:effectLst/>
                        <a:latin charset="0" panose="020F0502020204030204" pitchFamily="34" typeface="Calibri"/>
                      </a:endParaRPr>
                    </a:p>
                    <a:p>
                      <a:pPr algn="ctr" fontAlgn="base" rtl="0">
                        <a:lnSpc>
                          <a:spcPts val="1725"/>
                        </a:lnSpc>
                        <a:buNone/>
                      </a:pPr>
                      <a:r>
                        <a:rPr b="0" i="0" lang="en-US" sz="1400">
                          <a:effectLst/>
                          <a:latin charset="0" panose="020F0502020204030204" pitchFamily="34" typeface="Calibri"/>
                        </a:rPr>
                        <a:t>Never Married </a:t>
                      </a:r>
                      <a:endParaRPr b="0" i="0" lang="en-US">
                        <a:effectLst/>
                      </a:endParaRPr>
                    </a:p>
                  </a:txBody>
                  <a:tcPr anchor="ctr">
                    <a:lnL algn="ctr" cap="flat" cmpd="sng" w="9525">
                      <a:solidFill>
                        <a:srgbClr val="000000"/>
                      </a:solidFill>
                      <a:prstDash val="solid"/>
                      <a:round/>
                      <a:headEnd len="med" type="none" w="med"/>
                      <a:tailEnd len="med" type="none" w="med"/>
                    </a:lnL>
                    <a:lnR algn="ctr" cap="flat" cmpd="sng" w="9525">
                      <a:solidFill>
                        <a:srgbClr val="000000"/>
                      </a:solidFill>
                      <a:prstDash val="solid"/>
                      <a:round/>
                      <a:headEnd len="med" type="none" w="med"/>
                      <a:tailEnd len="med" type="none" w="med"/>
                    </a:lnR>
                    <a:lnT algn="ctr" cap="flat" cmpd="sng" w="9525">
                      <a:solidFill>
                        <a:srgbClr val="E055A5"/>
                      </a:solidFill>
                      <a:prstDash val="solid"/>
                      <a:round/>
                      <a:headEnd len="med" type="none" w="med"/>
                      <a:tailEnd len="med" type="none" w="med"/>
                    </a:lnT>
                    <a:lnB algn="ctr" cap="flat" cmpd="sng" w="9525">
                      <a:solidFill>
                        <a:srgbClr val="000000"/>
                      </a:solidFill>
                      <a:prstDash val="solid"/>
                      <a:round/>
                      <a:headEnd len="med" type="none" w="med"/>
                      <a:tailEnd len="med" type="none" w="med"/>
                    </a:lnB>
                    <a:noFill/>
                  </a:tcPr>
                </a:tc>
                <a:tc>
                  <a:txBody>
                    <a:bodyPr/>
                    <a:lstStyle/>
                    <a:p>
                      <a:pPr algn="ctr" fontAlgn="base" rtl="0">
                        <a:lnSpc>
                          <a:spcPts val="1725"/>
                        </a:lnSpc>
                        <a:buNone/>
                      </a:pPr>
                      <a:r>
                        <a:rPr b="0" i="0" lang="en-US" sz="1400">
                          <a:effectLst/>
                          <a:latin charset="0" panose="020F0502020204030204" pitchFamily="34" typeface="Calibri"/>
                        </a:rPr>
                        <a:t>Married  </a:t>
                      </a:r>
                      <a:endParaRPr b="0" i="0" lang="en-US">
                        <a:effectLst/>
                      </a:endParaRPr>
                    </a:p>
                  </a:txBody>
                  <a:tcPr anchor="ctr">
                    <a:lnL algn="ctr" cap="flat" cmpd="sng" w="9525">
                      <a:solidFill>
                        <a:srgbClr val="000000"/>
                      </a:solidFill>
                      <a:prstDash val="solid"/>
                      <a:round/>
                      <a:headEnd len="med" type="none" w="med"/>
                      <a:tailEnd len="med" type="none" w="med"/>
                    </a:lnL>
                    <a:lnR algn="ctr" cap="flat" cmpd="sng" w="9525">
                      <a:solidFill>
                        <a:srgbClr val="000000"/>
                      </a:solidFill>
                      <a:prstDash val="solid"/>
                      <a:round/>
                      <a:headEnd len="med" type="none" w="med"/>
                      <a:tailEnd len="med" type="none" w="med"/>
                    </a:lnR>
                    <a:lnT algn="ctr" cap="flat" cmpd="sng" w="9525">
                      <a:solidFill>
                        <a:srgbClr val="8059A5"/>
                      </a:solidFill>
                      <a:prstDash val="solid"/>
                      <a:round/>
                      <a:headEnd len="med" type="none" w="med"/>
                      <a:tailEnd len="med" type="none" w="med"/>
                    </a:lnT>
                    <a:lnB algn="ctr" cap="flat" cmpd="sng" w="9525">
                      <a:solidFill>
                        <a:srgbClr val="000000"/>
                      </a:solidFill>
                      <a:prstDash val="solid"/>
                      <a:round/>
                      <a:headEnd len="med" type="none" w="med"/>
                      <a:tailEnd len="med" type="none" w="med"/>
                    </a:lnB>
                    <a:noFill/>
                  </a:tcPr>
                </a:tc>
                <a:tc>
                  <a:txBody>
                    <a:bodyPr/>
                    <a:lstStyle/>
                    <a:p>
                      <a:pPr algn="ctr" fontAlgn="base" rtl="0">
                        <a:lnSpc>
                          <a:spcPts val="1725"/>
                        </a:lnSpc>
                        <a:buNone/>
                      </a:pPr>
                      <a:r>
                        <a:rPr b="0" i="0" lang="en-US" sz="1400">
                          <a:effectLst/>
                          <a:latin charset="0" panose="020F0502020204030204" pitchFamily="34" typeface="Calibri"/>
                        </a:rPr>
                        <a:t>Widowed  </a:t>
                      </a:r>
                      <a:endParaRPr b="0" i="0" lang="en-US">
                        <a:effectLst/>
                      </a:endParaRPr>
                    </a:p>
                  </a:txBody>
                  <a:tcPr anchor="ctr">
                    <a:lnL algn="ctr" cap="flat" cmpd="sng" w="9525">
                      <a:solidFill>
                        <a:srgbClr val="000000"/>
                      </a:solidFill>
                      <a:prstDash val="solid"/>
                      <a:round/>
                      <a:headEnd len="med" type="none" w="med"/>
                      <a:tailEnd len="med" type="none" w="med"/>
                    </a:lnL>
                    <a:lnR algn="ctr" cap="flat" cmpd="sng" w="9525">
                      <a:solidFill>
                        <a:srgbClr val="000000"/>
                      </a:solidFill>
                      <a:prstDash val="solid"/>
                      <a:round/>
                      <a:headEnd len="med" type="none" w="med"/>
                      <a:tailEnd len="med" type="none" w="med"/>
                    </a:lnR>
                    <a:lnT algn="ctr" cap="flat" cmpd="sng" w="9525">
                      <a:solidFill>
                        <a:srgbClr val="A05BA5"/>
                      </a:solidFill>
                      <a:prstDash val="solid"/>
                      <a:round/>
                      <a:headEnd len="med" type="none" w="med"/>
                      <a:tailEnd len="med" type="none" w="med"/>
                    </a:lnT>
                    <a:lnB algn="ctr" cap="flat" cmpd="sng" w="9525">
                      <a:solidFill>
                        <a:srgbClr val="000000"/>
                      </a:solidFill>
                      <a:prstDash val="solid"/>
                      <a:round/>
                      <a:headEnd len="med" type="none" w="med"/>
                      <a:tailEnd len="med" type="none" w="med"/>
                    </a:lnB>
                    <a:noFill/>
                  </a:tcPr>
                </a:tc>
                <a:tc>
                  <a:txBody>
                    <a:bodyPr/>
                    <a:lstStyle/>
                    <a:p>
                      <a:pPr algn="ctr" fontAlgn="base" rtl="0">
                        <a:lnSpc>
                          <a:spcPts val="1725"/>
                        </a:lnSpc>
                        <a:buNone/>
                      </a:pPr>
                      <a:r>
                        <a:rPr b="0" i="0" lang="en-US" sz="1400">
                          <a:effectLst/>
                          <a:latin charset="0" panose="020F0502020204030204" pitchFamily="34" typeface="Calibri"/>
                        </a:rPr>
                        <a:t>Divorced  </a:t>
                      </a:r>
                      <a:endParaRPr b="0" i="0" lang="en-US">
                        <a:effectLst/>
                      </a:endParaRPr>
                    </a:p>
                  </a:txBody>
                  <a:tcPr anchor="ctr">
                    <a:lnL algn="ctr" cap="flat" cmpd="sng" w="9525">
                      <a:solidFill>
                        <a:srgbClr val="000000"/>
                      </a:solidFill>
                      <a:prstDash val="solid"/>
                      <a:round/>
                      <a:headEnd len="med" type="none" w="med"/>
                      <a:tailEnd len="med" type="none" w="med"/>
                    </a:lnL>
                    <a:lnR algn="ctr" cap="flat" cmpd="sng" w="9525">
                      <a:solidFill>
                        <a:srgbClr val="8062A5"/>
                      </a:solidFill>
                      <a:prstDash val="solid"/>
                      <a:round/>
                      <a:headEnd len="med" type="none" w="med"/>
                      <a:tailEnd len="med" type="none" w="med"/>
                    </a:lnR>
                    <a:lnT algn="ctr" cap="flat" cmpd="sng" w="9525">
                      <a:solidFill>
                        <a:srgbClr val="2060A5"/>
                      </a:solidFill>
                      <a:prstDash val="solid"/>
                      <a:round/>
                      <a:headEnd len="med" type="none" w="med"/>
                      <a:tailEnd len="med" type="none" w="med"/>
                    </a:lnT>
                    <a:lnB algn="ctr" cap="flat" cmpd="sng" w="9525">
                      <a:solidFill>
                        <a:srgbClr val="000000"/>
                      </a:solidFill>
                      <a:prstDash val="solid"/>
                      <a:round/>
                      <a:headEnd len="med" type="none" w="med"/>
                      <a:tailEnd len="med" type="none" w="med"/>
                    </a:lnB>
                    <a:noFill/>
                  </a:tcPr>
                </a:tc>
                <a:extLst>
                  <a:ext uri="{0D108BD9-81ED-4DB2-BD59-A6C34878D82A}">
                    <a16:rowId xmlns:a16="http://schemas.microsoft.com/office/drawing/2014/main" val="1726008195"/>
                  </a:ext>
                </a:extLst>
              </a:tr>
              <a:tr h="190500">
                <a:tc>
                  <a:txBody>
                    <a:bodyPr/>
                    <a:lstStyle/>
                    <a:p>
                      <a:pPr algn="ctr" fontAlgn="base" rtl="0">
                        <a:lnSpc>
                          <a:spcPts val="1725"/>
                        </a:lnSpc>
                        <a:buNone/>
                      </a:pPr>
                      <a:r>
                        <a:rPr b="1" i="0" lang="en-US" sz="1400">
                          <a:effectLst/>
                          <a:latin charset="0" panose="020F0502020204030204" pitchFamily="34" typeface="Calibri"/>
                        </a:rPr>
                        <a:t>Probability </a:t>
                      </a:r>
                      <a:r>
                        <a:rPr b="0" i="0" lang="en-US" sz="1400">
                          <a:effectLst/>
                          <a:latin charset="0" panose="020F0502020204030204" pitchFamily="34" typeface="Calibri"/>
                        </a:rPr>
                        <a:t> </a:t>
                      </a:r>
                      <a:endParaRPr b="0" i="0" lang="en-US">
                        <a:effectLst/>
                      </a:endParaRPr>
                    </a:p>
                  </a:txBody>
                  <a:tcPr anchor="ctr">
                    <a:lnL algn="ctr" cap="flat" cmpd="sng" w="9525">
                      <a:solidFill>
                        <a:srgbClr val="605FA5"/>
                      </a:solidFill>
                      <a:prstDash val="solid"/>
                      <a:round/>
                      <a:headEnd len="med" type="none" w="med"/>
                      <a:tailEnd len="med" type="none" w="med"/>
                    </a:lnL>
                    <a:lnR algn="ctr" cap="flat" cmpd="sng" w="9525">
                      <a:solidFill>
                        <a:srgbClr val="000000"/>
                      </a:solidFill>
                      <a:prstDash val="solid"/>
                      <a:round/>
                      <a:headEnd len="med" type="none" w="med"/>
                      <a:tailEnd len="med" type="none" w="med"/>
                    </a:lnR>
                    <a:lnT algn="ctr" cap="flat" cmpd="sng" w="9525">
                      <a:solidFill>
                        <a:srgbClr val="000000"/>
                      </a:solidFill>
                      <a:prstDash val="solid"/>
                      <a:round/>
                      <a:headEnd len="med" type="none" w="med"/>
                      <a:tailEnd len="med" type="none" w="med"/>
                    </a:lnT>
                    <a:lnB algn="ctr" cap="flat" cmpd="sng" w="9525">
                      <a:solidFill>
                        <a:srgbClr val="C05DA5"/>
                      </a:solidFill>
                      <a:prstDash val="solid"/>
                      <a:round/>
                      <a:headEnd len="med" type="none" w="med"/>
                      <a:tailEnd len="med" type="none" w="med"/>
                    </a:lnB>
                    <a:noFill/>
                  </a:tcPr>
                </a:tc>
                <a:tc>
                  <a:txBody>
                    <a:bodyPr/>
                    <a:lstStyle/>
                    <a:p>
                      <a:pPr algn="ctr" fontAlgn="base" rtl="0">
                        <a:lnSpc>
                          <a:spcPts val="1725"/>
                        </a:lnSpc>
                        <a:buNone/>
                      </a:pPr>
                      <a:r>
                        <a:rPr b="0" i="0" lang="en-US" sz="1400">
                          <a:effectLst/>
                          <a:latin charset="0" panose="020F0502020204030204" pitchFamily="34" typeface="Calibri"/>
                        </a:rPr>
                        <a:t>0.386 </a:t>
                      </a:r>
                      <a:endParaRPr b="0" i="0" lang="en-US">
                        <a:effectLst/>
                      </a:endParaRPr>
                    </a:p>
                  </a:txBody>
                  <a:tcPr anchor="ctr">
                    <a:lnL algn="ctr" cap="flat" cmpd="sng" w="9525">
                      <a:solidFill>
                        <a:srgbClr val="000000"/>
                      </a:solidFill>
                      <a:prstDash val="solid"/>
                      <a:round/>
                      <a:headEnd len="med" type="none" w="med"/>
                      <a:tailEnd len="med" type="none" w="med"/>
                    </a:lnL>
                    <a:lnR algn="ctr" cap="flat" cmpd="sng" w="9525">
                      <a:solidFill>
                        <a:srgbClr val="000000"/>
                      </a:solidFill>
                      <a:prstDash val="solid"/>
                      <a:round/>
                      <a:headEnd len="med" type="none" w="med"/>
                      <a:tailEnd len="med" type="none" w="med"/>
                    </a:lnR>
                    <a:lnT algn="ctr" cap="flat" cmpd="sng" w="9525">
                      <a:solidFill>
                        <a:srgbClr val="000000"/>
                      </a:solidFill>
                      <a:prstDash val="solid"/>
                      <a:round/>
                      <a:headEnd len="med" type="none" w="med"/>
                      <a:tailEnd len="med" type="none" w="med"/>
                    </a:lnT>
                    <a:lnB algn="ctr" cap="flat" cmpd="sng" w="9525">
                      <a:solidFill>
                        <a:srgbClr val="E05FA5"/>
                      </a:solidFill>
                      <a:prstDash val="solid"/>
                      <a:round/>
                      <a:headEnd len="med" type="none" w="med"/>
                      <a:tailEnd len="med" type="none" w="med"/>
                    </a:lnB>
                    <a:noFill/>
                  </a:tcPr>
                </a:tc>
                <a:tc>
                  <a:txBody>
                    <a:bodyPr/>
                    <a:lstStyle/>
                    <a:p>
                      <a:pPr algn="ctr" fontAlgn="base" rtl="0">
                        <a:lnSpc>
                          <a:spcPts val="1725"/>
                        </a:lnSpc>
                        <a:buNone/>
                      </a:pPr>
                      <a:r>
                        <a:rPr b="0" i="0" lang="en-US" sz="1400">
                          <a:effectLst/>
                          <a:latin charset="0" panose="020F0502020204030204" pitchFamily="34" typeface="Calibri"/>
                        </a:rPr>
                        <a:t>0.555 </a:t>
                      </a:r>
                      <a:endParaRPr b="0" i="0" lang="en-US">
                        <a:effectLst/>
                      </a:endParaRPr>
                    </a:p>
                  </a:txBody>
                  <a:tcPr anchor="ctr">
                    <a:lnL algn="ctr" cap="flat" cmpd="sng" w="9525">
                      <a:solidFill>
                        <a:srgbClr val="000000"/>
                      </a:solidFill>
                      <a:prstDash val="solid"/>
                      <a:round/>
                      <a:headEnd len="med" type="none" w="med"/>
                      <a:tailEnd len="med" type="none" w="med"/>
                    </a:lnL>
                    <a:lnR algn="ctr" cap="flat" cmpd="sng" w="9525">
                      <a:solidFill>
                        <a:srgbClr val="000000"/>
                      </a:solidFill>
                      <a:prstDash val="solid"/>
                      <a:round/>
                      <a:headEnd len="med" type="none" w="med"/>
                      <a:tailEnd len="med" type="none" w="med"/>
                    </a:lnR>
                    <a:lnT algn="ctr" cap="flat" cmpd="sng" w="9525">
                      <a:solidFill>
                        <a:srgbClr val="000000"/>
                      </a:solidFill>
                      <a:prstDash val="solid"/>
                      <a:round/>
                      <a:headEnd len="med" type="none" w="med"/>
                      <a:tailEnd len="med" type="none" w="med"/>
                    </a:lnT>
                    <a:lnB algn="ctr" cap="flat" cmpd="sng" w="9525">
                      <a:solidFill>
                        <a:srgbClr val="6061A5"/>
                      </a:solidFill>
                      <a:prstDash val="solid"/>
                      <a:round/>
                      <a:headEnd len="med" type="none" w="med"/>
                      <a:tailEnd len="med" type="none" w="med"/>
                    </a:lnB>
                    <a:noFill/>
                  </a:tcPr>
                </a:tc>
                <a:tc>
                  <a:txBody>
                    <a:bodyPr/>
                    <a:lstStyle/>
                    <a:p>
                      <a:pPr algn="ctr" fontAlgn="base" rtl="0">
                        <a:lnSpc>
                          <a:spcPts val="1725"/>
                        </a:lnSpc>
                        <a:buNone/>
                      </a:pPr>
                      <a:r>
                        <a:rPr b="0" i="0" lang="en-US" sz="1400">
                          <a:effectLst/>
                          <a:latin charset="0" panose="020F0502020204030204" pitchFamily="34" typeface="Calibri"/>
                        </a:rPr>
                        <a:t>0.004 </a:t>
                      </a:r>
                      <a:endParaRPr b="0" i="0" lang="en-US">
                        <a:effectLst/>
                      </a:endParaRPr>
                    </a:p>
                  </a:txBody>
                  <a:tcPr anchor="ctr">
                    <a:lnL algn="ctr" cap="flat" cmpd="sng" w="9525">
                      <a:solidFill>
                        <a:srgbClr val="000000"/>
                      </a:solidFill>
                      <a:prstDash val="solid"/>
                      <a:round/>
                      <a:headEnd len="med" type="none" w="med"/>
                      <a:tailEnd len="med" type="none" w="med"/>
                    </a:lnL>
                    <a:lnR algn="ctr" cap="flat" cmpd="sng" w="9525">
                      <a:solidFill>
                        <a:srgbClr val="000000"/>
                      </a:solidFill>
                      <a:prstDash val="solid"/>
                      <a:round/>
                      <a:headEnd len="med" type="none" w="med"/>
                      <a:tailEnd len="med" type="none" w="med"/>
                    </a:lnR>
                    <a:lnT algn="ctr" cap="flat" cmpd="sng" w="9525">
                      <a:solidFill>
                        <a:srgbClr val="000000"/>
                      </a:solidFill>
                      <a:prstDash val="solid"/>
                      <a:round/>
                      <a:headEnd len="med" type="none" w="med"/>
                      <a:tailEnd len="med" type="none" w="med"/>
                    </a:lnT>
                    <a:lnB algn="ctr" cap="flat" cmpd="sng" w="9525">
                      <a:solidFill>
                        <a:srgbClr val="E06AA5"/>
                      </a:solidFill>
                      <a:prstDash val="solid"/>
                      <a:round/>
                      <a:headEnd len="med" type="none" w="med"/>
                      <a:tailEnd len="med" type="none" w="med"/>
                    </a:lnB>
                    <a:noFill/>
                  </a:tcPr>
                </a:tc>
                <a:tc>
                  <a:txBody>
                    <a:bodyPr/>
                    <a:lstStyle/>
                    <a:p>
                      <a:pPr algn="ctr" fontAlgn="base" rtl="0">
                        <a:lnSpc>
                          <a:spcPts val="1725"/>
                        </a:lnSpc>
                        <a:buNone/>
                      </a:pPr>
                      <a:r>
                        <a:rPr b="0" i="0" lang="en-US" sz="1400">
                          <a:effectLst/>
                          <a:latin charset="0" panose="020F0502020204030204" pitchFamily="34" typeface="Calibri"/>
                        </a:rPr>
                        <a:t>0.055 </a:t>
                      </a:r>
                      <a:endParaRPr b="0" i="0" lang="en-US">
                        <a:effectLst/>
                      </a:endParaRPr>
                    </a:p>
                  </a:txBody>
                  <a:tcPr anchor="ctr">
                    <a:lnL algn="ctr" cap="flat" cmpd="sng" w="9525">
                      <a:solidFill>
                        <a:srgbClr val="000000"/>
                      </a:solidFill>
                      <a:prstDash val="solid"/>
                      <a:round/>
                      <a:headEnd len="med" type="none" w="med"/>
                      <a:tailEnd len="med" type="none" w="med"/>
                    </a:lnL>
                    <a:lnR algn="ctr" cap="flat" cmpd="sng" w="9525">
                      <a:solidFill>
                        <a:srgbClr val="8064A5"/>
                      </a:solidFill>
                      <a:prstDash val="solid"/>
                      <a:round/>
                      <a:headEnd len="med" type="none" w="med"/>
                      <a:tailEnd len="med" type="none" w="med"/>
                    </a:lnR>
                    <a:lnT algn="ctr" cap="flat" cmpd="sng" w="9525">
                      <a:solidFill>
                        <a:srgbClr val="000000"/>
                      </a:solidFill>
                      <a:prstDash val="solid"/>
                      <a:round/>
                      <a:headEnd len="med" type="none" w="med"/>
                      <a:tailEnd len="med" type="none" w="med"/>
                    </a:lnT>
                    <a:lnB algn="ctr" cap="flat" cmpd="sng" w="9525">
                      <a:solidFill>
                        <a:srgbClr val="A067A5"/>
                      </a:solidFill>
                      <a:prstDash val="solid"/>
                      <a:round/>
                      <a:headEnd len="med" type="none" w="med"/>
                      <a:tailEnd len="med" type="none" w="med"/>
                    </a:lnB>
                    <a:noFill/>
                  </a:tcPr>
                </a:tc>
                <a:extLst>
                  <a:ext uri="{0D108BD9-81ED-4DB2-BD59-A6C34878D82A}">
                    <a16:rowId xmlns:a16="http://schemas.microsoft.com/office/drawing/2014/main" val="360074572"/>
                  </a:ext>
                </a:extLst>
              </a:tr>
            </a:tbl>
          </a:graphicData>
        </a:graphic>
      </p:graphicFrame>
      <p:sp>
        <p:nvSpPr>
          <p:cNvPr descr="Arrow pointing to probability model with simplified row labels. " id="9" name="Arrow: Down 8">
            <a:extLst>
              <a:ext uri="{FF2B5EF4-FFF2-40B4-BE49-F238E27FC236}">
                <a16:creationId xmlns:a16="http://schemas.microsoft.com/office/drawing/2014/main" id="{21F51E32-D69D-4BC2-7F00-E2041635838B}"/>
              </a:ext>
            </a:extLst>
          </p:cNvPr>
          <p:cNvSpPr/>
          <p:nvPr/>
        </p:nvSpPr>
        <p:spPr>
          <a:xfrm>
            <a:off x="992888" y="3281971"/>
            <a:ext cx="172995" cy="396189"/>
          </a:xfrm>
          <a:prstGeom prst="downArrow">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lang="en-US"/>
          </a:p>
        </p:txBody>
      </p:sp>
      <p:graphicFrame>
        <p:nvGraphicFramePr>
          <p:cNvPr id="8" name="Table 7">
            <a:extLst>
              <a:ext uri="{FF2B5EF4-FFF2-40B4-BE49-F238E27FC236}">
                <a16:creationId xmlns:a16="http://schemas.microsoft.com/office/drawing/2014/main" id="{F6F98CAF-0362-E556-EE80-BB673E939088}"/>
              </a:ext>
            </a:extLst>
          </p:cNvPr>
          <p:cNvGraphicFramePr>
            <a:graphicFrameLocks noGrp="1"/>
          </p:cNvGraphicFramePr>
          <p:nvPr>
            <p:extLst>
              <p:ext uri="{D42A27DB-BD31-4B8C-83A1-F6EECF244321}">
                <p14:modId xmlns:p14="http://schemas.microsoft.com/office/powerpoint/2010/main" val="433265503"/>
              </p:ext>
            </p:extLst>
          </p:nvPr>
        </p:nvGraphicFramePr>
        <p:xfrm>
          <a:off x="454344" y="3678160"/>
          <a:ext cx="6328675" cy="1031114"/>
        </p:xfrm>
        <a:graphic>
          <a:graphicData uri="http://schemas.openxmlformats.org/drawingml/2006/table">
            <a:tbl>
              <a:tblPr/>
              <a:tblGrid>
                <a:gridCol w="1265735">
                  <a:extLst>
                    <a:ext uri="{9D8B030D-6E8A-4147-A177-3AD203B41FA5}">
                      <a16:colId xmlns:a16="http://schemas.microsoft.com/office/drawing/2014/main" val="1549049582"/>
                    </a:ext>
                  </a:extLst>
                </a:gridCol>
                <a:gridCol w="1265735">
                  <a:extLst>
                    <a:ext uri="{9D8B030D-6E8A-4147-A177-3AD203B41FA5}">
                      <a16:colId xmlns:a16="http://schemas.microsoft.com/office/drawing/2014/main" val="1400280778"/>
                    </a:ext>
                  </a:extLst>
                </a:gridCol>
                <a:gridCol w="1265735">
                  <a:extLst>
                    <a:ext uri="{9D8B030D-6E8A-4147-A177-3AD203B41FA5}">
                      <a16:colId xmlns:a16="http://schemas.microsoft.com/office/drawing/2014/main" val="2151283668"/>
                    </a:ext>
                  </a:extLst>
                </a:gridCol>
                <a:gridCol w="1265735">
                  <a:extLst>
                    <a:ext uri="{9D8B030D-6E8A-4147-A177-3AD203B41FA5}">
                      <a16:colId xmlns:a16="http://schemas.microsoft.com/office/drawing/2014/main" val="1795060321"/>
                    </a:ext>
                  </a:extLst>
                </a:gridCol>
                <a:gridCol w="1265735">
                  <a:extLst>
                    <a:ext uri="{9D8B030D-6E8A-4147-A177-3AD203B41FA5}">
                      <a16:colId xmlns:a16="http://schemas.microsoft.com/office/drawing/2014/main" val="164884059"/>
                    </a:ext>
                  </a:extLst>
                </a:gridCol>
              </a:tblGrid>
              <a:tr h="190500">
                <a:tc>
                  <a:txBody>
                    <a:bodyPr/>
                    <a:lstStyle/>
                    <a:p>
                      <a:pPr algn="ctr" fontAlgn="base" rtl="0">
                        <a:lnSpc>
                          <a:spcPts val="1725"/>
                        </a:lnSpc>
                        <a:buNone/>
                      </a:pPr>
                      <a:r>
                        <a:rPr b="1" i="0" lang="en-US" sz="1400">
                          <a:effectLst/>
                          <a:latin charset="0" panose="020F0502020204030204" pitchFamily="34" typeface="Calibri"/>
                        </a:rPr>
                        <a:t>X</a:t>
                      </a:r>
                      <a:r>
                        <a:rPr b="0" i="0" lang="en-US" sz="1400">
                          <a:effectLst/>
                          <a:latin charset="0" panose="020F0502020204030204" pitchFamily="34" typeface="Calibri"/>
                        </a:rPr>
                        <a:t> </a:t>
                      </a:r>
                      <a:endParaRPr b="0" i="0" lang="en-US">
                        <a:effectLst/>
                      </a:endParaRPr>
                    </a:p>
                  </a:txBody>
                  <a:tcPr anchor="ctr">
                    <a:lnL algn="ctr" cap="flat" cmpd="sng" w="9525">
                      <a:solidFill>
                        <a:srgbClr val="F0CF6B"/>
                      </a:solidFill>
                      <a:prstDash val="solid"/>
                      <a:round/>
                      <a:headEnd len="med" type="none" w="med"/>
                      <a:tailEnd len="med" type="none" w="med"/>
                    </a:lnL>
                    <a:lnR algn="ctr" cap="flat" cmpd="sng" w="9525">
                      <a:solidFill>
                        <a:srgbClr val="000000"/>
                      </a:solidFill>
                      <a:prstDash val="solid"/>
                      <a:round/>
                      <a:headEnd len="med" type="none" w="med"/>
                      <a:tailEnd len="med" type="none" w="med"/>
                    </a:lnR>
                    <a:lnT algn="ctr" cap="flat" cmpd="sng" w="9525">
                      <a:solidFill>
                        <a:srgbClr val="10CC6B"/>
                      </a:solidFill>
                      <a:prstDash val="solid"/>
                      <a:round/>
                      <a:headEnd len="med" type="none" w="med"/>
                      <a:tailEnd len="med" type="none" w="med"/>
                    </a:lnT>
                    <a:lnB algn="ctr" cap="flat" cmpd="sng" w="9525">
                      <a:solidFill>
                        <a:srgbClr val="000000"/>
                      </a:solidFill>
                      <a:prstDash val="solid"/>
                      <a:round/>
                      <a:headEnd len="med" type="none" w="med"/>
                      <a:tailEnd len="med" type="none" w="med"/>
                    </a:lnB>
                    <a:noFill/>
                  </a:tcPr>
                </a:tc>
                <a:tc>
                  <a:txBody>
                    <a:bodyPr/>
                    <a:lstStyle/>
                    <a:p>
                      <a:pPr algn="ctr" fontAlgn="base" rtl="0">
                        <a:lnSpc>
                          <a:spcPts val="1725"/>
                        </a:lnSpc>
                        <a:buNone/>
                      </a:pPr>
                      <a:endParaRPr b="0" i="0" lang="en-US" sz="1400">
                        <a:effectLst/>
                        <a:latin charset="0" panose="020F0502020204030204" pitchFamily="34" typeface="Calibri"/>
                      </a:endParaRPr>
                    </a:p>
                    <a:p>
                      <a:pPr algn="ctr" fontAlgn="base" rtl="0">
                        <a:lnSpc>
                          <a:spcPts val="1725"/>
                        </a:lnSpc>
                        <a:buNone/>
                      </a:pPr>
                      <a:r>
                        <a:rPr b="0" i="0" lang="en-US" sz="1400">
                          <a:effectLst/>
                          <a:latin charset="0" panose="020F0502020204030204" pitchFamily="34" typeface="Calibri"/>
                        </a:rPr>
                        <a:t>Never Married </a:t>
                      </a:r>
                      <a:endParaRPr b="0" i="0" lang="en-US">
                        <a:effectLst/>
                      </a:endParaRPr>
                    </a:p>
                  </a:txBody>
                  <a:tcPr anchor="ctr">
                    <a:lnL algn="ctr" cap="flat" cmpd="sng" w="9525">
                      <a:solidFill>
                        <a:srgbClr val="000000"/>
                      </a:solidFill>
                      <a:prstDash val="solid"/>
                      <a:round/>
                      <a:headEnd len="med" type="none" w="med"/>
                      <a:tailEnd len="med" type="none" w="med"/>
                    </a:lnL>
                    <a:lnR algn="ctr" cap="flat" cmpd="sng" w="9525">
                      <a:solidFill>
                        <a:srgbClr val="000000"/>
                      </a:solidFill>
                      <a:prstDash val="solid"/>
                      <a:round/>
                      <a:headEnd len="med" type="none" w="med"/>
                      <a:tailEnd len="med" type="none" w="med"/>
                    </a:lnR>
                    <a:lnT algn="ctr" cap="flat" cmpd="sng" w="9525">
                      <a:solidFill>
                        <a:srgbClr val="10D26B"/>
                      </a:solidFill>
                      <a:prstDash val="solid"/>
                      <a:round/>
                      <a:headEnd len="med" type="none" w="med"/>
                      <a:tailEnd len="med" type="none" w="med"/>
                    </a:lnT>
                    <a:lnB algn="ctr" cap="flat" cmpd="sng" w="9525">
                      <a:solidFill>
                        <a:srgbClr val="000000"/>
                      </a:solidFill>
                      <a:prstDash val="solid"/>
                      <a:round/>
                      <a:headEnd len="med" type="none" w="med"/>
                      <a:tailEnd len="med" type="none" w="med"/>
                    </a:lnB>
                    <a:noFill/>
                  </a:tcPr>
                </a:tc>
                <a:tc>
                  <a:txBody>
                    <a:bodyPr/>
                    <a:lstStyle/>
                    <a:p>
                      <a:pPr algn="ctr" fontAlgn="base" rtl="0">
                        <a:lnSpc>
                          <a:spcPts val="1725"/>
                        </a:lnSpc>
                        <a:buNone/>
                      </a:pPr>
                      <a:r>
                        <a:rPr b="0" i="0" lang="en-US" sz="1400">
                          <a:effectLst/>
                          <a:latin charset="0" panose="020F0502020204030204" pitchFamily="34" typeface="Calibri"/>
                        </a:rPr>
                        <a:t>Married  </a:t>
                      </a:r>
                      <a:endParaRPr b="0" i="0" lang="en-US">
                        <a:effectLst/>
                      </a:endParaRPr>
                    </a:p>
                  </a:txBody>
                  <a:tcPr anchor="ctr">
                    <a:lnL algn="ctr" cap="flat" cmpd="sng" w="9525">
                      <a:solidFill>
                        <a:srgbClr val="000000"/>
                      </a:solidFill>
                      <a:prstDash val="solid"/>
                      <a:round/>
                      <a:headEnd len="med" type="none" w="med"/>
                      <a:tailEnd len="med" type="none" w="med"/>
                    </a:lnL>
                    <a:lnR algn="ctr" cap="flat" cmpd="sng" w="9525">
                      <a:solidFill>
                        <a:srgbClr val="000000"/>
                      </a:solidFill>
                      <a:prstDash val="solid"/>
                      <a:round/>
                      <a:headEnd len="med" type="none" w="med"/>
                      <a:tailEnd len="med" type="none" w="med"/>
                    </a:lnR>
                    <a:lnT algn="ctr" cap="flat" cmpd="sng" w="9525">
                      <a:solidFill>
                        <a:srgbClr val="50CD6B"/>
                      </a:solidFill>
                      <a:prstDash val="solid"/>
                      <a:round/>
                      <a:headEnd len="med" type="none" w="med"/>
                      <a:tailEnd len="med" type="none" w="med"/>
                    </a:lnT>
                    <a:lnB algn="ctr" cap="flat" cmpd="sng" w="9525">
                      <a:solidFill>
                        <a:srgbClr val="000000"/>
                      </a:solidFill>
                      <a:prstDash val="solid"/>
                      <a:round/>
                      <a:headEnd len="med" type="none" w="med"/>
                      <a:tailEnd len="med" type="none" w="med"/>
                    </a:lnB>
                    <a:noFill/>
                  </a:tcPr>
                </a:tc>
                <a:tc>
                  <a:txBody>
                    <a:bodyPr/>
                    <a:lstStyle/>
                    <a:p>
                      <a:pPr algn="ctr" fontAlgn="base" rtl="0">
                        <a:lnSpc>
                          <a:spcPts val="1725"/>
                        </a:lnSpc>
                        <a:buNone/>
                      </a:pPr>
                      <a:r>
                        <a:rPr b="0" i="0" lang="en-US" sz="1400">
                          <a:effectLst/>
                          <a:latin charset="0" panose="020F0502020204030204" pitchFamily="34" typeface="Calibri"/>
                        </a:rPr>
                        <a:t>Widowed  </a:t>
                      </a:r>
                      <a:endParaRPr b="0" i="0" lang="en-US">
                        <a:effectLst/>
                      </a:endParaRPr>
                    </a:p>
                  </a:txBody>
                  <a:tcPr anchor="ctr">
                    <a:lnL algn="ctr" cap="flat" cmpd="sng" w="9525">
                      <a:solidFill>
                        <a:srgbClr val="000000"/>
                      </a:solidFill>
                      <a:prstDash val="solid"/>
                      <a:round/>
                      <a:headEnd len="med" type="none" w="med"/>
                      <a:tailEnd len="med" type="none" w="med"/>
                    </a:lnL>
                    <a:lnR algn="ctr" cap="flat" cmpd="sng" w="9525">
                      <a:solidFill>
                        <a:srgbClr val="000000"/>
                      </a:solidFill>
                      <a:prstDash val="solid"/>
                      <a:round/>
                      <a:headEnd len="med" type="none" w="med"/>
                      <a:tailEnd len="med" type="none" w="med"/>
                    </a:lnR>
                    <a:lnT algn="ctr" cap="flat" cmpd="sng" w="9525">
                      <a:solidFill>
                        <a:srgbClr val="D0DE6B"/>
                      </a:solidFill>
                      <a:prstDash val="solid"/>
                      <a:round/>
                      <a:headEnd len="med" type="none" w="med"/>
                      <a:tailEnd len="med" type="none" w="med"/>
                    </a:lnT>
                    <a:lnB algn="ctr" cap="flat" cmpd="sng" w="9525">
                      <a:solidFill>
                        <a:srgbClr val="000000"/>
                      </a:solidFill>
                      <a:prstDash val="solid"/>
                      <a:round/>
                      <a:headEnd len="med" type="none" w="med"/>
                      <a:tailEnd len="med" type="none" w="med"/>
                    </a:lnB>
                    <a:noFill/>
                  </a:tcPr>
                </a:tc>
                <a:tc>
                  <a:txBody>
                    <a:bodyPr/>
                    <a:lstStyle/>
                    <a:p>
                      <a:pPr algn="ctr" fontAlgn="base" rtl="0">
                        <a:lnSpc>
                          <a:spcPts val="1725"/>
                        </a:lnSpc>
                        <a:buNone/>
                      </a:pPr>
                      <a:r>
                        <a:rPr b="0" i="0" lang="en-US" sz="1400">
                          <a:effectLst/>
                          <a:latin charset="0" panose="020F0502020204030204" pitchFamily="34" typeface="Calibri"/>
                        </a:rPr>
                        <a:t>Divorced  </a:t>
                      </a:r>
                      <a:endParaRPr b="0" i="0" lang="en-US">
                        <a:effectLst/>
                      </a:endParaRPr>
                    </a:p>
                  </a:txBody>
                  <a:tcPr anchor="ctr">
                    <a:lnL algn="ctr" cap="flat" cmpd="sng" w="9525">
                      <a:solidFill>
                        <a:srgbClr val="000000"/>
                      </a:solidFill>
                      <a:prstDash val="solid"/>
                      <a:round/>
                      <a:headEnd len="med" type="none" w="med"/>
                      <a:tailEnd len="med" type="none" w="med"/>
                    </a:lnL>
                    <a:lnR algn="ctr" cap="flat" cmpd="sng" w="9525">
                      <a:solidFill>
                        <a:srgbClr val="D0EA6B"/>
                      </a:solidFill>
                      <a:prstDash val="solid"/>
                      <a:round/>
                      <a:headEnd len="med" type="none" w="med"/>
                      <a:tailEnd len="med" type="none" w="med"/>
                    </a:lnR>
                    <a:lnT algn="ctr" cap="flat" cmpd="sng" w="9525">
                      <a:solidFill>
                        <a:srgbClr val="70E36B"/>
                      </a:solidFill>
                      <a:prstDash val="solid"/>
                      <a:round/>
                      <a:headEnd len="med" type="none" w="med"/>
                      <a:tailEnd len="med" type="none" w="med"/>
                    </a:lnT>
                    <a:lnB algn="ctr" cap="flat" cmpd="sng" w="9525">
                      <a:solidFill>
                        <a:srgbClr val="000000"/>
                      </a:solidFill>
                      <a:prstDash val="solid"/>
                      <a:round/>
                      <a:headEnd len="med" type="none" w="med"/>
                      <a:tailEnd len="med" type="none" w="med"/>
                    </a:lnB>
                    <a:noFill/>
                  </a:tcPr>
                </a:tc>
                <a:extLst>
                  <a:ext uri="{0D108BD9-81ED-4DB2-BD59-A6C34878D82A}">
                    <a16:rowId xmlns:a16="http://schemas.microsoft.com/office/drawing/2014/main" val="807957570"/>
                  </a:ext>
                </a:extLst>
              </a:tr>
              <a:tr h="190500">
                <a:tc>
                  <a:txBody>
                    <a:bodyPr/>
                    <a:lstStyle/>
                    <a:p>
                      <a:pPr algn="ctr" fontAlgn="base" rtl="0">
                        <a:lnSpc>
                          <a:spcPts val="1725"/>
                        </a:lnSpc>
                        <a:buNone/>
                      </a:pPr>
                      <a:r>
                        <a:rPr b="1" i="0" lang="en-US" sz="1400">
                          <a:effectLst/>
                          <a:latin charset="0" panose="020F0502020204030204" pitchFamily="34" typeface="Calibri"/>
                        </a:rPr>
                        <a:t>P(X) </a:t>
                      </a:r>
                      <a:r>
                        <a:rPr b="0" i="0" lang="en-US" sz="1400">
                          <a:effectLst/>
                          <a:latin charset="0" panose="020F0502020204030204" pitchFamily="34" typeface="Calibri"/>
                        </a:rPr>
                        <a:t> </a:t>
                      </a:r>
                      <a:endParaRPr b="0" i="0" lang="en-US">
                        <a:effectLst/>
                      </a:endParaRPr>
                    </a:p>
                  </a:txBody>
                  <a:tcPr anchor="ctr">
                    <a:lnL algn="ctr" cap="flat" cmpd="sng" w="9525">
                      <a:solidFill>
                        <a:srgbClr val="50E86B"/>
                      </a:solidFill>
                      <a:prstDash val="solid"/>
                      <a:round/>
                      <a:headEnd len="med" type="none" w="med"/>
                      <a:tailEnd len="med" type="none" w="med"/>
                    </a:lnL>
                    <a:lnR algn="ctr" cap="flat" cmpd="sng" w="9525">
                      <a:solidFill>
                        <a:srgbClr val="000000"/>
                      </a:solidFill>
                      <a:prstDash val="solid"/>
                      <a:round/>
                      <a:headEnd len="med" type="none" w="med"/>
                      <a:tailEnd len="med" type="none" w="med"/>
                    </a:lnR>
                    <a:lnT algn="ctr" cap="flat" cmpd="sng" w="9525">
                      <a:solidFill>
                        <a:srgbClr val="000000"/>
                      </a:solidFill>
                      <a:prstDash val="solid"/>
                      <a:round/>
                      <a:headEnd len="med" type="none" w="med"/>
                      <a:tailEnd len="med" type="none" w="med"/>
                    </a:lnT>
                    <a:lnB algn="ctr" cap="flat" cmpd="sng" w="9525">
                      <a:solidFill>
                        <a:srgbClr val="D0EA6B"/>
                      </a:solidFill>
                      <a:prstDash val="solid"/>
                      <a:round/>
                      <a:headEnd len="med" type="none" w="med"/>
                      <a:tailEnd len="med" type="none" w="med"/>
                    </a:lnB>
                    <a:noFill/>
                  </a:tcPr>
                </a:tc>
                <a:tc>
                  <a:txBody>
                    <a:bodyPr/>
                    <a:lstStyle/>
                    <a:p>
                      <a:pPr algn="ctr" fontAlgn="base" rtl="0">
                        <a:lnSpc>
                          <a:spcPts val="1725"/>
                        </a:lnSpc>
                        <a:buNone/>
                      </a:pPr>
                      <a:r>
                        <a:rPr b="0" i="0" lang="en-US" sz="1400">
                          <a:effectLst/>
                          <a:latin charset="0" panose="020F0502020204030204" pitchFamily="34" typeface="Calibri"/>
                        </a:rPr>
                        <a:t>0.386 </a:t>
                      </a:r>
                      <a:endParaRPr b="0" i="0" lang="en-US">
                        <a:effectLst/>
                      </a:endParaRPr>
                    </a:p>
                  </a:txBody>
                  <a:tcPr anchor="ctr">
                    <a:lnL algn="ctr" cap="flat" cmpd="sng" w="9525">
                      <a:solidFill>
                        <a:srgbClr val="000000"/>
                      </a:solidFill>
                      <a:prstDash val="solid"/>
                      <a:round/>
                      <a:headEnd len="med" type="none" w="med"/>
                      <a:tailEnd len="med" type="none" w="med"/>
                    </a:lnL>
                    <a:lnR algn="ctr" cap="flat" cmpd="sng" w="9525">
                      <a:solidFill>
                        <a:srgbClr val="000000"/>
                      </a:solidFill>
                      <a:prstDash val="solid"/>
                      <a:round/>
                      <a:headEnd len="med" type="none" w="med"/>
                      <a:tailEnd len="med" type="none" w="med"/>
                    </a:lnR>
                    <a:lnT algn="ctr" cap="flat" cmpd="sng" w="9525">
                      <a:solidFill>
                        <a:srgbClr val="000000"/>
                      </a:solidFill>
                      <a:prstDash val="solid"/>
                      <a:round/>
                      <a:headEnd len="med" type="none" w="med"/>
                      <a:tailEnd len="med" type="none" w="med"/>
                    </a:lnT>
                    <a:lnB algn="ctr" cap="flat" cmpd="sng" w="9525">
                      <a:solidFill>
                        <a:srgbClr val="90E36B"/>
                      </a:solidFill>
                      <a:prstDash val="solid"/>
                      <a:round/>
                      <a:headEnd len="med" type="none" w="med"/>
                      <a:tailEnd len="med" type="none" w="med"/>
                    </a:lnB>
                    <a:noFill/>
                  </a:tcPr>
                </a:tc>
                <a:tc>
                  <a:txBody>
                    <a:bodyPr/>
                    <a:lstStyle/>
                    <a:p>
                      <a:pPr algn="ctr" fontAlgn="base" rtl="0">
                        <a:lnSpc>
                          <a:spcPts val="1725"/>
                        </a:lnSpc>
                        <a:buNone/>
                      </a:pPr>
                      <a:r>
                        <a:rPr b="0" i="0" lang="en-US" sz="1400">
                          <a:effectLst/>
                          <a:latin charset="0" panose="020F0502020204030204" pitchFamily="34" typeface="Calibri"/>
                        </a:rPr>
                        <a:t>0.555 </a:t>
                      </a:r>
                      <a:endParaRPr b="0" i="0" lang="en-US">
                        <a:effectLst/>
                      </a:endParaRPr>
                    </a:p>
                  </a:txBody>
                  <a:tcPr anchor="ctr">
                    <a:lnL algn="ctr" cap="flat" cmpd="sng" w="9525">
                      <a:solidFill>
                        <a:srgbClr val="000000"/>
                      </a:solidFill>
                      <a:prstDash val="solid"/>
                      <a:round/>
                      <a:headEnd len="med" type="none" w="med"/>
                      <a:tailEnd len="med" type="none" w="med"/>
                    </a:lnL>
                    <a:lnR algn="ctr" cap="flat" cmpd="sng" w="9525">
                      <a:solidFill>
                        <a:srgbClr val="000000"/>
                      </a:solidFill>
                      <a:prstDash val="solid"/>
                      <a:round/>
                      <a:headEnd len="med" type="none" w="med"/>
                      <a:tailEnd len="med" type="none" w="med"/>
                    </a:lnR>
                    <a:lnT algn="ctr" cap="flat" cmpd="sng" w="9525">
                      <a:solidFill>
                        <a:srgbClr val="000000"/>
                      </a:solidFill>
                      <a:prstDash val="solid"/>
                      <a:round/>
                      <a:headEnd len="med" type="none" w="med"/>
                      <a:tailEnd len="med" type="none" w="med"/>
                    </a:lnT>
                    <a:lnB algn="ctr" cap="flat" cmpd="sng" w="9525">
                      <a:solidFill>
                        <a:srgbClr val="70E86B"/>
                      </a:solidFill>
                      <a:prstDash val="solid"/>
                      <a:round/>
                      <a:headEnd len="med" type="none" w="med"/>
                      <a:tailEnd len="med" type="none" w="med"/>
                    </a:lnB>
                    <a:noFill/>
                  </a:tcPr>
                </a:tc>
                <a:tc>
                  <a:txBody>
                    <a:bodyPr/>
                    <a:lstStyle/>
                    <a:p>
                      <a:pPr algn="ctr" fontAlgn="base" rtl="0">
                        <a:lnSpc>
                          <a:spcPts val="1725"/>
                        </a:lnSpc>
                        <a:buNone/>
                      </a:pPr>
                      <a:r>
                        <a:rPr b="0" i="0" lang="en-US" sz="1400">
                          <a:effectLst/>
                          <a:latin charset="0" panose="020F0502020204030204" pitchFamily="34" typeface="Calibri"/>
                        </a:rPr>
                        <a:t>0.004 </a:t>
                      </a:r>
                      <a:endParaRPr b="0" i="0" lang="en-US">
                        <a:effectLst/>
                      </a:endParaRPr>
                    </a:p>
                  </a:txBody>
                  <a:tcPr anchor="ctr">
                    <a:lnL algn="ctr" cap="flat" cmpd="sng" w="9525">
                      <a:solidFill>
                        <a:srgbClr val="000000"/>
                      </a:solidFill>
                      <a:prstDash val="solid"/>
                      <a:round/>
                      <a:headEnd len="med" type="none" w="med"/>
                      <a:tailEnd len="med" type="none" w="med"/>
                    </a:lnL>
                    <a:lnR algn="ctr" cap="flat" cmpd="sng" w="9525">
                      <a:solidFill>
                        <a:srgbClr val="000000"/>
                      </a:solidFill>
                      <a:prstDash val="solid"/>
                      <a:round/>
                      <a:headEnd len="med" type="none" w="med"/>
                      <a:tailEnd len="med" type="none" w="med"/>
                    </a:lnR>
                    <a:lnT algn="ctr" cap="flat" cmpd="sng" w="9525">
                      <a:solidFill>
                        <a:srgbClr val="000000"/>
                      </a:solidFill>
                      <a:prstDash val="solid"/>
                      <a:round/>
                      <a:headEnd len="med" type="none" w="med"/>
                      <a:tailEnd len="med" type="none" w="med"/>
                    </a:lnT>
                    <a:lnB algn="ctr" cap="flat" cmpd="sng" w="9525">
                      <a:solidFill>
                        <a:srgbClr val="D0ED6B"/>
                      </a:solidFill>
                      <a:prstDash val="solid"/>
                      <a:round/>
                      <a:headEnd len="med" type="none" w="med"/>
                      <a:tailEnd len="med" type="none" w="med"/>
                    </a:lnB>
                    <a:noFill/>
                  </a:tcPr>
                </a:tc>
                <a:tc>
                  <a:txBody>
                    <a:bodyPr/>
                    <a:lstStyle/>
                    <a:p>
                      <a:pPr algn="ctr" fontAlgn="base" rtl="0">
                        <a:lnSpc>
                          <a:spcPts val="1725"/>
                        </a:lnSpc>
                        <a:buNone/>
                      </a:pPr>
                      <a:r>
                        <a:rPr b="0" i="0" lang="en-US" sz="1400">
                          <a:effectLst/>
                          <a:latin charset="0" panose="020F0502020204030204" pitchFamily="34" typeface="Calibri"/>
                        </a:rPr>
                        <a:t>0.055 </a:t>
                      </a:r>
                      <a:endParaRPr b="0" i="0" lang="en-US">
                        <a:effectLst/>
                      </a:endParaRPr>
                    </a:p>
                  </a:txBody>
                  <a:tcPr anchor="ctr">
                    <a:lnL algn="ctr" cap="flat" cmpd="sng" w="9525">
                      <a:solidFill>
                        <a:srgbClr val="000000"/>
                      </a:solidFill>
                      <a:prstDash val="solid"/>
                      <a:round/>
                      <a:headEnd len="med" type="none" w="med"/>
                      <a:tailEnd len="med" type="none" w="med"/>
                    </a:lnL>
                    <a:lnR algn="ctr" cap="flat" cmpd="sng" w="9525">
                      <a:solidFill>
                        <a:srgbClr val="10EE6B"/>
                      </a:solidFill>
                      <a:prstDash val="solid"/>
                      <a:round/>
                      <a:headEnd len="med" type="none" w="med"/>
                      <a:tailEnd len="med" type="none" w="med"/>
                    </a:lnR>
                    <a:lnT algn="ctr" cap="flat" cmpd="sng" w="9525">
                      <a:solidFill>
                        <a:srgbClr val="000000"/>
                      </a:solidFill>
                      <a:prstDash val="solid"/>
                      <a:round/>
                      <a:headEnd len="med" type="none" w="med"/>
                      <a:tailEnd len="med" type="none" w="med"/>
                    </a:lnT>
                    <a:lnB algn="ctr" cap="flat" cmpd="sng" w="9525">
                      <a:solidFill>
                        <a:srgbClr val="B0EF6B"/>
                      </a:solidFill>
                      <a:prstDash val="solid"/>
                      <a:round/>
                      <a:headEnd len="med" type="none" w="med"/>
                      <a:tailEnd len="med" type="none" w="med"/>
                    </a:lnB>
                    <a:noFill/>
                  </a:tcPr>
                </a:tc>
                <a:extLst>
                  <a:ext uri="{0D108BD9-81ED-4DB2-BD59-A6C34878D82A}">
                    <a16:rowId xmlns:a16="http://schemas.microsoft.com/office/drawing/2014/main" val="3910916829"/>
                  </a:ext>
                </a:extLst>
              </a:tr>
            </a:tbl>
          </a:graphicData>
        </a:graphic>
      </p:graphicFrame>
      <p:sp>
        <p:nvSpPr>
          <p:cNvPr id="11" name="TextBox 10">
            <a:extLst>
              <a:ext uri="{FF2B5EF4-FFF2-40B4-BE49-F238E27FC236}">
                <a16:creationId xmlns:a16="http://schemas.microsoft.com/office/drawing/2014/main" id="{BABF2076-ECBF-A0AB-BEC8-FFC96388FF37}"/>
              </a:ext>
            </a:extLst>
          </p:cNvPr>
          <p:cNvSpPr txBox="1"/>
          <p:nvPr/>
        </p:nvSpPr>
        <p:spPr>
          <a:xfrm>
            <a:off x="461361" y="4589906"/>
            <a:ext cx="7842380" cy="1842812"/>
          </a:xfrm>
          <a:prstGeom prst="rect">
            <a:avLst/>
          </a:prstGeom>
          <a:noFill/>
        </p:spPr>
        <p:txBody>
          <a:bodyPr wrap="square">
            <a:spAutoFit/>
          </a:bodyPr>
          <a:lstStyle/>
          <a:p>
            <a:pPr algn="l" fontAlgn="base" rtl="0">
              <a:lnSpc>
                <a:spcPts val="1725"/>
              </a:lnSpc>
              <a:buNone/>
            </a:pPr>
            <a:endParaRPr b="0" i="0" lang="en-US" sz="1800">
              <a:solidFill>
                <a:srgbClr val="000000"/>
              </a:solidFill>
              <a:effectLst/>
            </a:endParaRPr>
          </a:p>
          <a:p>
            <a:pPr algn="l" fontAlgn="base" rtl="0">
              <a:lnSpc>
                <a:spcPts val="1725"/>
              </a:lnSpc>
              <a:buNone/>
            </a:pPr>
            <a:endParaRPr lang="en-US">
              <a:solidFill>
                <a:srgbClr val="000000"/>
              </a:solidFill>
            </a:endParaRPr>
          </a:p>
          <a:p>
            <a:pPr algn="l" fontAlgn="base" rtl="0">
              <a:lnSpc>
                <a:spcPts val="1725"/>
              </a:lnSpc>
              <a:buNone/>
            </a:pPr>
            <a:r>
              <a:rPr b="0" i="0" lang="en-US" sz="1800">
                <a:solidFill>
                  <a:srgbClr val="000000"/>
                </a:solidFill>
                <a:effectLst/>
              </a:rPr>
              <a:t>For a probability model to be </a:t>
            </a:r>
            <a:r>
              <a:rPr i="0" lang="en-US" sz="1800" u="sng">
                <a:solidFill>
                  <a:srgbClr val="000000"/>
                </a:solidFill>
                <a:effectLst/>
              </a:rPr>
              <a:t>legitimate</a:t>
            </a:r>
            <a:r>
              <a:rPr b="0" i="0" lang="en-US" sz="1800">
                <a:solidFill>
                  <a:srgbClr val="000000"/>
                </a:solidFill>
                <a:effectLst/>
              </a:rPr>
              <a:t>,  </a:t>
            </a:r>
            <a:br>
              <a:rPr b="0" i="0" lang="en-US" sz="1800">
                <a:solidFill>
                  <a:srgbClr val="000000"/>
                </a:solidFill>
                <a:effectLst/>
              </a:rPr>
            </a:br>
            <a:r>
              <a:rPr b="0" i="0" lang="en-US" sz="1800">
                <a:solidFill>
                  <a:srgbClr val="000000"/>
                </a:solidFill>
                <a:effectLst/>
              </a:rPr>
              <a:t> </a:t>
            </a:r>
            <a:endParaRPr b="0" i="0" lang="en-US">
              <a:solidFill>
                <a:srgbClr val="000000"/>
              </a:solidFill>
              <a:effectLst/>
            </a:endParaRPr>
          </a:p>
          <a:p>
            <a:pPr algn="l" fontAlgn="base" rtl="0">
              <a:lnSpc>
                <a:spcPts val="1725"/>
              </a:lnSpc>
            </a:pPr>
            <a:r>
              <a:rPr b="0" i="0" lang="en-US" sz="1800">
                <a:solidFill>
                  <a:srgbClr val="000000"/>
                </a:solidFill>
                <a:effectLst/>
              </a:rPr>
              <a:t>1. Each probability must be between 0 and 1.   </a:t>
            </a:r>
            <a:br>
              <a:rPr b="0" i="0" lang="en-US" sz="1800">
                <a:solidFill>
                  <a:srgbClr val="000000"/>
                </a:solidFill>
                <a:effectLst/>
              </a:rPr>
            </a:br>
            <a:r>
              <a:rPr b="0" i="0" lang="en-US" sz="1800">
                <a:solidFill>
                  <a:srgbClr val="000000"/>
                </a:solidFill>
                <a:effectLst/>
              </a:rPr>
              <a:t> </a:t>
            </a:r>
          </a:p>
          <a:p>
            <a:pPr algn="l" fontAlgn="base" rtl="0">
              <a:lnSpc>
                <a:spcPts val="1725"/>
              </a:lnSpc>
            </a:pPr>
            <a:r>
              <a:rPr b="0" i="0" lang="en-US" sz="1800">
                <a:solidFill>
                  <a:srgbClr val="000000"/>
                </a:solidFill>
                <a:effectLst/>
              </a:rPr>
              <a:t>2. The sum of the probabilities must equal 1.   </a:t>
            </a:r>
            <a:br>
              <a:rPr b="0" i="0" lang="en-US" sz="1800">
                <a:solidFill>
                  <a:srgbClr val="000000"/>
                </a:solidFill>
                <a:effectLst/>
                <a:latin typeface="WordVisiCarriageReturn_MSFontService"/>
              </a:rPr>
            </a:br>
            <a:endParaRPr b="0" i="0" lang="en-US" sz="1800">
              <a:solidFill>
                <a:srgbClr val="000000"/>
              </a:solidFill>
              <a:effectLst/>
              <a:latin charset="0" panose="020F0502020204030204" pitchFamily="34" typeface="Calibri"/>
            </a:endParaRPr>
          </a:p>
        </p:txBody>
      </p:sp>
      <mc:AlternateContent xmlns:a14="http://schemas.microsoft.com/office/drawing/2010/main" xmlns:mc="http://schemas.openxmlformats.org/markup-compatibility/2006">
        <mc:Choice Requires="a14">
          <p:sp>
            <p:nvSpPr>
              <p:cNvPr id="12" name="TextBox 11">
                <a:extLst>
                  <a:ext uri="{FF2B5EF4-FFF2-40B4-BE49-F238E27FC236}">
                    <a16:creationId xmlns:a16="http://schemas.microsoft.com/office/drawing/2014/main" id="{74211785-8B54-4BED-91E3-9DA2BE1A67AB}"/>
                  </a:ext>
                </a:extLst>
              </p:cNvPr>
              <p:cNvSpPr txBox="1"/>
              <p:nvPr/>
            </p:nvSpPr>
            <p:spPr>
              <a:xfrm>
                <a:off x="7452997" y="2619333"/>
                <a:ext cx="3659617" cy="1871090"/>
              </a:xfrm>
              <a:prstGeom prst="rect">
                <a:avLst/>
              </a:prstGeom>
              <a:noFill/>
              <a:ln>
                <a:solidFill>
                  <a:schemeClr val="tx2"/>
                </a:solidFill>
              </a:ln>
            </p:spPr>
            <p:txBody>
              <a:bodyPr rtlCol="0" wrap="square">
                <a:spAutoFit/>
              </a:bodyPr>
              <a:lstStyle/>
              <a:p>
                <a:r>
                  <a:rPr lang="en-US"/>
                  <a:t>Both criteria must be true:</a:t>
                </a:r>
              </a:p>
              <a:p>
                <a:endParaRPr lang="en-US"/>
              </a:p>
              <a:p>
                <a:pPr algn="ctr"/>
                <a14:m>
                  <m:oMath xmlns:m="http://schemas.openxmlformats.org/officeDocument/2006/math">
                    <m:r>
                      <a:rPr lang="en-US" smtClean="0">
                        <a:latin charset="0" panose="02040503050406030204" pitchFamily="18" typeface="Cambria Math"/>
                      </a:rPr>
                      <m:t>0</m:t>
                    </m:r>
                    <m:r>
                      <a:rPr i="0" lang="en-US" smtClean="0">
                        <a:latin charset="0" panose="02040503050406030204" pitchFamily="18" typeface="Cambria Math"/>
                      </a:rPr>
                      <m:t>≤</m:t>
                    </m:r>
                    <m:r>
                      <a:rPr b="0" i="1" lang="en-US" smtClean="0">
                        <a:latin charset="0" panose="02040503050406030204" pitchFamily="18" typeface="Cambria Math"/>
                      </a:rPr>
                      <m:t>𝑃</m:t>
                    </m:r>
                    <m:d>
                      <m:dPr>
                        <m:ctrlPr>
                          <a:rPr i="1" lang="en-US" smtClean="0">
                            <a:latin charset="0" panose="02040503050406030204" pitchFamily="18" typeface="Cambria Math"/>
                          </a:rPr>
                        </m:ctrlPr>
                      </m:dPr>
                      <m:e>
                        <m:r>
                          <a:rPr i="1" lang="en-US" smtClean="0">
                            <a:latin charset="0" panose="02040503050406030204" pitchFamily="18" typeface="Cambria Math"/>
                          </a:rPr>
                          <m:t>𝐴</m:t>
                        </m:r>
                      </m:e>
                    </m:d>
                    <m:r>
                      <a:rPr i="0" lang="en-US" smtClean="0">
                        <a:latin charset="0" panose="02040503050406030204" pitchFamily="18" typeface="Cambria Math"/>
                      </a:rPr>
                      <m:t>≤1</m:t>
                    </m:r>
                    <m:r>
                      <a:rPr b="0" i="0" lang="en-US" smtClean="0">
                        <a:latin charset="0" panose="02040503050406030204" pitchFamily="18" typeface="Cambria Math"/>
                      </a:rPr>
                      <m:t> </m:t>
                    </m:r>
                    <m:r>
                      <m:rPr>
                        <m:sty m:val="p"/>
                      </m:rPr>
                      <a:rPr b="0" i="0" lang="en-US" smtClean="0">
                        <a:latin charset="0" panose="02040503050406030204" pitchFamily="18" typeface="Cambria Math"/>
                      </a:rPr>
                      <m:t>for</m:t>
                    </m:r>
                    <m:r>
                      <a:rPr b="0" i="0" lang="en-US" smtClean="0">
                        <a:latin charset="0" panose="02040503050406030204" pitchFamily="18" typeface="Cambria Math"/>
                      </a:rPr>
                      <m:t> </m:t>
                    </m:r>
                    <m:r>
                      <m:rPr>
                        <m:sty m:val="p"/>
                      </m:rPr>
                      <a:rPr b="0" i="0" lang="en-US" smtClean="0">
                        <a:latin charset="0" panose="02040503050406030204" pitchFamily="18" typeface="Cambria Math"/>
                      </a:rPr>
                      <m:t>all</m:t>
                    </m:r>
                    <m:r>
                      <a:rPr b="0" i="0" lang="en-US" smtClean="0">
                        <a:latin charset="0" panose="02040503050406030204" pitchFamily="18" typeface="Cambria Math"/>
                      </a:rPr>
                      <m:t> </m:t>
                    </m:r>
                    <m:r>
                      <m:rPr>
                        <m:sty m:val="p"/>
                      </m:rPr>
                      <a:rPr b="0" i="0" lang="en-US" smtClean="0">
                        <a:latin charset="0" panose="02040503050406030204" pitchFamily="18" typeface="Cambria Math"/>
                      </a:rPr>
                      <m:t>P</m:t>
                    </m:r>
                    <m:r>
                      <a:rPr b="0" i="0" lang="en-US" smtClean="0">
                        <a:latin charset="0" panose="02040503050406030204" pitchFamily="18" typeface="Cambria Math"/>
                      </a:rPr>
                      <m:t>(</m:t>
                    </m:r>
                    <m:r>
                      <m:rPr>
                        <m:sty m:val="p"/>
                      </m:rPr>
                      <a:rPr b="0" i="0" lang="en-US" smtClean="0">
                        <a:latin charset="0" panose="02040503050406030204" pitchFamily="18" typeface="Cambria Math"/>
                      </a:rPr>
                      <m:t>A</m:t>
                    </m:r>
                    <m:r>
                      <a:rPr b="0" i="0" lang="en-US" smtClean="0">
                        <a:latin charset="0" panose="02040503050406030204" pitchFamily="18" typeface="Cambria Math"/>
                      </a:rPr>
                      <m:t>)</m:t>
                    </m:r>
                  </m:oMath>
                </a14:m>
                <a:r>
                  <a:rPr lang="en-US"/>
                  <a:t> </a:t>
                </a:r>
              </a:p>
              <a:p>
                <a:endParaRPr lang="en-US"/>
              </a:p>
              <a:p>
                <a:pPr/>
                <a14:m>
                  <m:oMathPara xmlns:m="http://schemas.openxmlformats.org/officeDocument/2006/math">
                    <m:oMathParaPr>
                      <m:jc m:val="centerGroup"/>
                    </m:oMathParaPr>
                    <m:oMath>
                      <m:nary>
                        <m:naryPr>
                          <m:chr m:val="∑"/>
                          <m:grow m:val="on"/>
                          <m:subHide m:val="on"/>
                          <m:supHide m:val="on"/>
                          <m:ctrlPr>
                            <a:rPr i="1" lang="en-US" smtClean="0">
                              <a:latin charset="0" panose="02040503050406030204" pitchFamily="18" typeface="Cambria Math"/>
                            </a:rPr>
                          </m:ctrlPr>
                        </m:naryPr>
                        <m:sub/>
                        <m:sup/>
                        <m:e>
                          <m:r>
                            <a:rPr b="0" i="1" lang="en-US" smtClean="0">
                              <a:latin charset="0" panose="02040503050406030204" pitchFamily="18" typeface="Cambria Math"/>
                            </a:rPr>
                            <m:t>𝑃</m:t>
                          </m:r>
                          <m:d>
                            <m:dPr>
                              <m:ctrlPr>
                                <a:rPr i="1" lang="en-US">
                                  <a:latin charset="0" panose="02040503050406030204" pitchFamily="18" typeface="Cambria Math"/>
                                </a:rPr>
                              </m:ctrlPr>
                            </m:dPr>
                            <m:e>
                              <m:r>
                                <a:rPr i="1" lang="en-US">
                                  <a:latin charset="0" panose="02040503050406030204" pitchFamily="18" typeface="Cambria Math"/>
                                </a:rPr>
                                <m:t>𝐴</m:t>
                              </m:r>
                            </m:e>
                          </m:d>
                        </m:e>
                      </m:nary>
                      <m:r>
                        <a:rPr i="0" lang="en-US">
                          <a:latin charset="0" panose="02040503050406030204" pitchFamily="18" typeface="Cambria Math"/>
                        </a:rPr>
                        <m:t>=1</m:t>
                      </m:r>
                    </m:oMath>
                  </m:oMathPara>
                </a14:m>
                <a:endParaRPr lang="en-US"/>
              </a:p>
            </p:txBody>
          </p:sp>
        </mc:Choice>
        <mc:Fallback>
          <p:sp>
            <p:nvSpPr>
              <p:cNvPr id="12" name="TextBox 11">
                <a:extLst>
                  <a:ext uri="{FF2B5EF4-FFF2-40B4-BE49-F238E27FC236}">
                    <a16:creationId xmlns:a16="http://schemas.microsoft.com/office/drawing/2014/main" id="{74211785-8B54-4BED-91E3-9DA2BE1A67AB}"/>
                  </a:ext>
                </a:extLst>
              </p:cNvPr>
              <p:cNvSpPr txBox="1">
                <a:spLocks noAdjustHandles="1" noChangeArrowheads="1" noChangeAspect="1" noChangeShapeType="1" noEditPoints="1" noMove="1" noResize="1" noRot="1" noTextEdit="1"/>
              </p:cNvSpPr>
              <p:nvPr/>
            </p:nvSpPr>
            <p:spPr>
              <a:xfrm>
                <a:off x="7452997" y="2619333"/>
                <a:ext cx="3659617" cy="1871090"/>
              </a:xfrm>
              <a:prstGeom prst="rect">
                <a:avLst/>
              </a:prstGeom>
              <a:blipFill>
                <a:blip r:embed="rId2"/>
                <a:stretch>
                  <a:fillRect l="-1329" t="-1618"/>
                </a:stretch>
              </a:blipFill>
              <a:ln>
                <a:solidFill>
                  <a:schemeClr val="tx2"/>
                </a:solidFill>
              </a:ln>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41F3C7CF-2BAD-03CD-ADA0-996B5D6D0AEE}"/>
              </a:ext>
              <a:ext uri="{C183D7F6-B498-43B3-948B-1728B52AA6E4}">
                <adec:decorative xmlns:adec="http://schemas.microsoft.com/office/drawing/2017/decorative" val="1"/>
              </a:ext>
            </a:extLst>
          </p:cNvPr>
          <p:cNvSpPr>
            <a:spLocks noGrp="1"/>
          </p:cNvSpPr>
          <p:nvPr>
            <p:ph idx="12" sz="quarter" type="sldNum"/>
          </p:nvPr>
        </p:nvSpPr>
        <p:spPr/>
        <p:txBody>
          <a:bodyPr/>
          <a:lstStyle/>
          <a:p>
            <a:fld id="{E1076ED0-0DB3-4879-AAE5-5C20D22C1DF4}" type="slidenum">
              <a:rPr lang="en-US" smtClean="0"/>
              <a:t>8</a:t>
            </a:fld>
            <a:endParaRPr lang="en-US"/>
          </a:p>
        </p:txBody>
      </p:sp>
    </p:spTree>
    <p:extLst>
      <p:ext uri="{BB962C8B-B14F-4D97-AF65-F5344CB8AC3E}">
        <p14:creationId xmlns:p14="http://schemas.microsoft.com/office/powerpoint/2010/main" val="3737675750"/>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1A7F4-90F3-6920-D943-CCAF92F8BA52}"/>
              </a:ext>
            </a:extLst>
          </p:cNvPr>
          <p:cNvSpPr>
            <a:spLocks noGrp="1"/>
          </p:cNvSpPr>
          <p:nvPr>
            <p:ph type="title"/>
          </p:nvPr>
        </p:nvSpPr>
        <p:spPr>
          <a:xfrm>
            <a:off x="1057221" y="260641"/>
            <a:ext cx="10077557" cy="679247"/>
          </a:xfrm>
        </p:spPr>
        <p:txBody>
          <a:bodyPr/>
          <a:lstStyle/>
          <a:p>
            <a:pPr algn="ctr"/>
            <a:r>
              <a:rPr lang="en-US"/>
              <a:t>Interpreting Probabilities </a:t>
            </a:r>
          </a:p>
        </p:txBody>
      </p:sp>
      <p:sp>
        <p:nvSpPr>
          <p:cNvPr id="3" name="Content Placeholder 2">
            <a:extLst>
              <a:ext uri="{FF2B5EF4-FFF2-40B4-BE49-F238E27FC236}">
                <a16:creationId xmlns:a16="http://schemas.microsoft.com/office/drawing/2014/main" id="{FADAF9A3-3149-E7FF-55ED-5FE04051F96A}"/>
              </a:ext>
            </a:extLst>
          </p:cNvPr>
          <p:cNvSpPr>
            <a:spLocks noGrp="1"/>
          </p:cNvSpPr>
          <p:nvPr>
            <p:ph idx="1"/>
          </p:nvPr>
        </p:nvSpPr>
        <p:spPr>
          <a:xfrm>
            <a:off x="278581" y="1039074"/>
            <a:ext cx="10077557" cy="2053817"/>
          </a:xfrm>
          <a:solidFill>
            <a:schemeClr val="bg2"/>
          </a:solidFill>
        </p:spPr>
        <p:txBody>
          <a:bodyPr>
            <a:normAutofit/>
          </a:bodyPr>
          <a:lstStyle/>
          <a:p>
            <a:pPr fontAlgn="base"/>
            <a:r>
              <a:rPr lang="en-US" sz="1600"/>
              <a:t>The probability of any event is always between 0 and 1.  </a:t>
            </a:r>
          </a:p>
          <a:p>
            <a:pPr fontAlgn="base"/>
            <a:r>
              <a:rPr lang="en-US" sz="1600"/>
              <a:t>A probability can NEVER be less than 0 or greater than 1.  </a:t>
            </a:r>
          </a:p>
          <a:p>
            <a:pPr fontAlgn="base"/>
            <a:r>
              <a:rPr lang="en-US" sz="1600"/>
              <a:t>If event A </a:t>
            </a:r>
            <a:r>
              <a:rPr lang="en-US" sz="1600" u="sng"/>
              <a:t>cannot</a:t>
            </a:r>
            <a:r>
              <a:rPr lang="en-US" sz="1600"/>
              <a:t> occur, then P(A) = 0. If event A is </a:t>
            </a:r>
            <a:r>
              <a:rPr lang="en-US" sz="1600" u="sng"/>
              <a:t>certain</a:t>
            </a:r>
            <a:r>
              <a:rPr lang="en-US" sz="1600"/>
              <a:t> to occur, then P(A) = 1.  </a:t>
            </a:r>
          </a:p>
          <a:p>
            <a:pPr fontAlgn="base"/>
            <a:r>
              <a:rPr lang="en-US" sz="1600" u="sng"/>
              <a:t>Unusual event</a:t>
            </a:r>
            <a:r>
              <a:rPr lang="en-US" sz="1600"/>
              <a:t>: one whose probability is less than 0.05 (or 5%).   </a:t>
            </a:r>
          </a:p>
          <a:p>
            <a:endParaRPr lang="en-US" sz="1600"/>
          </a:p>
        </p:txBody>
      </p:sp>
      <p:sp>
        <p:nvSpPr>
          <p:cNvPr id="4" name="Footer Placeholder 3">
            <a:extLst>
              <a:ext uri="{FF2B5EF4-FFF2-40B4-BE49-F238E27FC236}">
                <a16:creationId xmlns:a16="http://schemas.microsoft.com/office/drawing/2014/main" id="{E24820BF-656A-0482-56F0-C0AD9D70D6C1}"/>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pic>
        <p:nvPicPr>
          <p:cNvPr descr="Probability scale from 0 to 1, or from 0% to 100%. " id="4098" name="Picture 2">
            <a:extLst>
              <a:ext uri="{FF2B5EF4-FFF2-40B4-BE49-F238E27FC236}">
                <a16:creationId xmlns:a16="http://schemas.microsoft.com/office/drawing/2014/main" id="{6E863481-9CE5-1DEC-9551-F85AB552992F}"/>
              </a:ext>
            </a:extLst>
          </p:cNvPr>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28534" y="2790151"/>
            <a:ext cx="8577650" cy="3367827"/>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183EE991-690F-70E2-2C7F-CAC398A509C2}"/>
              </a:ext>
              <a:ext uri="{C183D7F6-B498-43B3-948B-1728B52AA6E4}">
                <adec:decorative xmlns:adec="http://schemas.microsoft.com/office/drawing/2017/decorative" val="1"/>
              </a:ext>
            </a:extLst>
          </p:cNvPr>
          <p:cNvSpPr>
            <a:spLocks noGrp="1"/>
          </p:cNvSpPr>
          <p:nvPr>
            <p:ph idx="12" sz="quarter" type="sldNum"/>
          </p:nvPr>
        </p:nvSpPr>
        <p:spPr/>
        <p:txBody>
          <a:bodyPr/>
          <a:lstStyle/>
          <a:p>
            <a:fld id="{E1076ED0-0DB3-4879-AAE5-5C20D22C1DF4}" type="slidenum">
              <a:rPr lang="en-US" smtClean="0"/>
              <a:t>9</a:t>
            </a:fld>
            <a:endParaRPr lang="en-US"/>
          </a:p>
        </p:txBody>
      </p:sp>
    </p:spTree>
    <p:extLst>
      <p:ext uri="{BB962C8B-B14F-4D97-AF65-F5344CB8AC3E}">
        <p14:creationId xmlns:p14="http://schemas.microsoft.com/office/powerpoint/2010/main" val="3308256271"/>
      </p:ext>
    </p:extLst>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EB878-C9E0-D7F0-C20B-659C4445F320}"/>
              </a:ext>
            </a:extLst>
          </p:cNvPr>
          <p:cNvSpPr>
            <a:spLocks noGrp="1"/>
          </p:cNvSpPr>
          <p:nvPr>
            <p:ph type="title"/>
          </p:nvPr>
        </p:nvSpPr>
        <p:spPr>
          <a:xfrm>
            <a:off x="334186" y="435886"/>
            <a:ext cx="10077557" cy="642177"/>
          </a:xfrm>
        </p:spPr>
        <p:txBody>
          <a:bodyPr/>
          <a:lstStyle/>
          <a:p>
            <a:r>
              <a:rPr lang="en-US">
                <a:solidFill>
                  <a:srgbClr val="000000"/>
                </a:solidFill>
              </a:rPr>
              <a:t>Interpreting Probabilities Practice </a:t>
            </a:r>
          </a:p>
        </p:txBody>
      </p:sp>
      <p:sp>
        <p:nvSpPr>
          <p:cNvPr id="3" name="Content Placeholder 2">
            <a:extLst>
              <a:ext uri="{FF2B5EF4-FFF2-40B4-BE49-F238E27FC236}">
                <a16:creationId xmlns:a16="http://schemas.microsoft.com/office/drawing/2014/main" id="{35ADC163-62F3-D578-01B4-BFFE77663B83}"/>
              </a:ext>
            </a:extLst>
          </p:cNvPr>
          <p:cNvSpPr>
            <a:spLocks noGrp="1"/>
          </p:cNvSpPr>
          <p:nvPr>
            <p:ph idx="1"/>
          </p:nvPr>
        </p:nvSpPr>
        <p:spPr>
          <a:xfrm>
            <a:off x="334187" y="1654477"/>
            <a:ext cx="10077557" cy="4974923"/>
          </a:xfrm>
          <a:solidFill>
            <a:schemeClr val="bg2"/>
          </a:solidFill>
        </p:spPr>
        <p:txBody>
          <a:bodyPr>
            <a:normAutofit fontScale="92500" lnSpcReduction="10000"/>
          </a:bodyPr>
          <a:lstStyle/>
          <a:p>
            <a:pPr fontAlgn="base" indent="-457200" marL="457200">
              <a:buFont typeface="+mj-lt"/>
              <a:buAutoNum type="arabicPeriod"/>
            </a:pPr>
            <a:r>
              <a:rPr lang="en-US"/>
              <a:t>Can you think of an event with a probability of 1?</a:t>
            </a:r>
            <a:br>
              <a:rPr lang="en-US"/>
            </a:br>
            <a:r>
              <a:rPr lang="en-US"/>
              <a:t>  </a:t>
            </a:r>
          </a:p>
          <a:p>
            <a:pPr fontAlgn="base" indent="-457200" marL="457200">
              <a:buFont typeface="+mj-lt"/>
              <a:buAutoNum type="arabicPeriod"/>
            </a:pPr>
            <a:r>
              <a:rPr lang="en-US"/>
              <a:t>Can you think of an event with a probability of 0?  </a:t>
            </a:r>
            <a:br>
              <a:rPr lang="en-US"/>
            </a:br>
            <a:endParaRPr lang="en-US"/>
          </a:p>
          <a:p>
            <a:pPr fontAlgn="base" indent="-457200" marL="457200">
              <a:buFont typeface="+mj-lt"/>
              <a:buAutoNum type="arabicPeriod"/>
            </a:pPr>
            <a:r>
              <a:rPr lang="en-US"/>
              <a:t>Describe this probability with words: 0.0002 </a:t>
            </a:r>
            <a:br>
              <a:rPr lang="en-US"/>
            </a:br>
            <a:endParaRPr lang="en-US"/>
          </a:p>
          <a:p>
            <a:pPr fontAlgn="base" indent="-457200" marL="457200">
              <a:buFont typeface="+mj-lt"/>
              <a:buAutoNum type="arabicPeriod"/>
            </a:pPr>
            <a:r>
              <a:rPr lang="en-US"/>
              <a:t>Describe this probability with words: 0.8749 </a:t>
            </a:r>
            <a:br>
              <a:rPr lang="en-US"/>
            </a:br>
            <a:endParaRPr lang="en-US"/>
          </a:p>
          <a:p>
            <a:pPr fontAlgn="base" indent="-457200" marL="457200">
              <a:buFont typeface="+mj-lt"/>
              <a:buAutoNum type="arabicPeriod"/>
            </a:pPr>
            <a:r>
              <a:rPr lang="en-US"/>
              <a:t>Describe this probability with words: 0.0392 </a:t>
            </a:r>
            <a:br>
              <a:rPr lang="en-US"/>
            </a:br>
            <a:endParaRPr lang="en-US"/>
          </a:p>
          <a:p>
            <a:pPr fontAlgn="base" indent="-457200" marL="457200">
              <a:buFont typeface="+mj-lt"/>
              <a:buAutoNum type="arabicPeriod"/>
            </a:pPr>
            <a:r>
              <a:rPr lang="en-US"/>
              <a:t>Describe this probability with words: 0.9975 </a:t>
            </a:r>
            <a:br>
              <a:rPr lang="en-US"/>
            </a:br>
            <a:endParaRPr lang="en-US"/>
          </a:p>
          <a:p>
            <a:pPr fontAlgn="base" indent="-457200" marL="457200">
              <a:buFont typeface="+mj-lt"/>
              <a:buAutoNum type="arabicPeriod"/>
            </a:pPr>
            <a:r>
              <a:rPr lang="en-US"/>
              <a:t>Describe this probability with words: 0.5786 </a:t>
            </a:r>
          </a:p>
          <a:p>
            <a:endParaRPr lang="en-US"/>
          </a:p>
        </p:txBody>
      </p:sp>
      <p:sp>
        <p:nvSpPr>
          <p:cNvPr id="4" name="Footer Placeholder 3">
            <a:extLst>
              <a:ext uri="{FF2B5EF4-FFF2-40B4-BE49-F238E27FC236}">
                <a16:creationId xmlns:a16="http://schemas.microsoft.com/office/drawing/2014/main" id="{6583D2AB-C5BF-273F-4B5E-A34D74FF3CAB}"/>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DB36C754-8B72-053B-D214-5EE06A572219}"/>
              </a:ext>
              <a:ext uri="{C183D7F6-B498-43B3-948B-1728B52AA6E4}">
                <adec:decorative xmlns:adec="http://schemas.microsoft.com/office/drawing/2017/decorative" val="1"/>
              </a:ext>
            </a:extLst>
          </p:cNvPr>
          <p:cNvSpPr>
            <a:spLocks noGrp="1"/>
          </p:cNvSpPr>
          <p:nvPr>
            <p:ph idx="12" sz="quarter" type="sldNum"/>
          </p:nvPr>
        </p:nvSpPr>
        <p:spPr/>
        <p:txBody>
          <a:bodyPr/>
          <a:lstStyle/>
          <a:p>
            <a:fld id="{E1076ED0-0DB3-4879-AAE5-5C20D22C1DF4}" type="slidenum">
              <a:rPr lang="en-US" smtClean="0"/>
              <a:t>10</a:t>
            </a:fld>
            <a:endParaRPr lang="en-US"/>
          </a:p>
        </p:txBody>
      </p:sp>
    </p:spTree>
    <p:extLst>
      <p:ext uri="{BB962C8B-B14F-4D97-AF65-F5344CB8AC3E}">
        <p14:creationId xmlns:p14="http://schemas.microsoft.com/office/powerpoint/2010/main" val="768311301"/>
      </p:ext>
    </p:extLst>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F8F7-3D09-F5A7-F1BD-6386093EA2FA}"/>
              </a:ext>
            </a:extLst>
          </p:cNvPr>
          <p:cNvSpPr>
            <a:spLocks noGrp="1"/>
          </p:cNvSpPr>
          <p:nvPr>
            <p:ph type="title"/>
          </p:nvPr>
        </p:nvSpPr>
        <p:spPr>
          <a:xfrm>
            <a:off x="1057221" y="227792"/>
            <a:ext cx="10077557" cy="660712"/>
          </a:xfrm>
        </p:spPr>
        <p:txBody>
          <a:bodyPr/>
          <a:lstStyle/>
          <a:p>
            <a:pPr algn="ctr"/>
            <a:r>
              <a:rPr lang="en-US"/>
              <a:t>Sampling from a Population </a:t>
            </a:r>
          </a:p>
        </p:txBody>
      </p:sp>
      <p:sp>
        <p:nvSpPr>
          <p:cNvPr id="4" name="Footer Placeholder 3">
            <a:extLst>
              <a:ext uri="{FF2B5EF4-FFF2-40B4-BE49-F238E27FC236}">
                <a16:creationId xmlns:a16="http://schemas.microsoft.com/office/drawing/2014/main" id="{6B596978-5CB3-C5F8-3828-3882EEC7705C}"/>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sp>
        <p:nvSpPr>
          <p:cNvPr id="8" name="TextBox 7">
            <a:extLst>
              <a:ext uri="{FF2B5EF4-FFF2-40B4-BE49-F238E27FC236}">
                <a16:creationId xmlns:a16="http://schemas.microsoft.com/office/drawing/2014/main" id="{DD49C64A-AFAF-A565-8704-D1C267BD6D69}"/>
              </a:ext>
            </a:extLst>
          </p:cNvPr>
          <p:cNvSpPr txBox="1"/>
          <p:nvPr/>
        </p:nvSpPr>
        <p:spPr>
          <a:xfrm>
            <a:off x="347534" y="1093077"/>
            <a:ext cx="6094970" cy="1200329"/>
          </a:xfrm>
          <a:prstGeom prst="rect">
            <a:avLst/>
          </a:prstGeom>
          <a:solidFill>
            <a:schemeClr val="bg2"/>
          </a:solidFill>
        </p:spPr>
        <p:txBody>
          <a:bodyPr wrap="square">
            <a:spAutoFit/>
          </a:bodyPr>
          <a:lstStyle/>
          <a:p>
            <a:r>
              <a:rPr b="0" i="0" lang="en-US">
                <a:solidFill>
                  <a:srgbClr val="000000"/>
                </a:solidFill>
                <a:effectLst/>
              </a:rPr>
              <a:t>A certain town has 10,000 families. This table organizes them by their type of housing.</a:t>
            </a:r>
          </a:p>
          <a:p>
            <a:endParaRPr lang="en-US">
              <a:solidFill>
                <a:srgbClr val="000000"/>
              </a:solidFill>
            </a:endParaRPr>
          </a:p>
          <a:p>
            <a:endParaRPr lang="en-US"/>
          </a:p>
        </p:txBody>
      </p:sp>
      <p:sp>
        <p:nvSpPr>
          <p:cNvPr id="10" name="Content Placeholder 9">
            <a:extLst>
              <a:ext uri="{FF2B5EF4-FFF2-40B4-BE49-F238E27FC236}">
                <a16:creationId xmlns:a16="http://schemas.microsoft.com/office/drawing/2014/main" id="{6EEB2DB5-DF06-5DA4-F2DB-9177887C1371}"/>
              </a:ext>
            </a:extLst>
          </p:cNvPr>
          <p:cNvSpPr>
            <a:spLocks noGrp="1"/>
          </p:cNvSpPr>
          <p:nvPr>
            <p:ph idx="1"/>
          </p:nvPr>
        </p:nvSpPr>
        <p:spPr>
          <a:xfrm>
            <a:off x="347534" y="1909119"/>
            <a:ext cx="10077557" cy="4399005"/>
          </a:xfrm>
          <a:solidFill>
            <a:schemeClr val="bg2"/>
          </a:solidFill>
        </p:spPr>
        <p:txBody>
          <a:bodyPr>
            <a:normAutofit/>
          </a:bodyPr>
          <a:lstStyle/>
          <a:p>
            <a:pPr fontAlgn="base"/>
            <a:r>
              <a:rPr lang="en-US"/>
              <a:t>If we select one family at random, </a:t>
            </a:r>
            <a:br>
              <a:rPr lang="en-US"/>
            </a:br>
            <a:r>
              <a:rPr lang="en-US"/>
              <a:t>what is the probability that the family… </a:t>
            </a:r>
            <a:br>
              <a:rPr lang="en-US"/>
            </a:br>
            <a:r>
              <a:rPr lang="en-US"/>
              <a:t> </a:t>
            </a:r>
          </a:p>
          <a:p>
            <a:pPr fontAlgn="base" indent="-457200" marL="457200">
              <a:buFont typeface="+mj-lt"/>
              <a:buAutoNum type="arabicPeriod"/>
            </a:pPr>
            <a:r>
              <a:rPr lang="en-US"/>
              <a:t>Owns a condo? </a:t>
            </a:r>
          </a:p>
          <a:p>
            <a:pPr fontAlgn="base" indent="-457200" marL="457200">
              <a:buFont typeface="+mj-lt"/>
              <a:buAutoNum type="arabicPeriod"/>
            </a:pPr>
            <a:r>
              <a:rPr lang="en-US"/>
              <a:t>Rents an apartment?  </a:t>
            </a:r>
          </a:p>
          <a:p>
            <a:pPr fontAlgn="base" indent="-457200" marL="457200">
              <a:buFont typeface="+mj-lt"/>
              <a:buAutoNum type="arabicPeriod"/>
            </a:pPr>
            <a:r>
              <a:rPr lang="en-US"/>
              <a:t>Owns?  </a:t>
            </a:r>
          </a:p>
          <a:p>
            <a:pPr fontAlgn="base" indent="-457200" marL="457200">
              <a:buFont typeface="+mj-lt"/>
              <a:buAutoNum type="arabicPeriod"/>
            </a:pPr>
            <a:r>
              <a:rPr lang="en-US"/>
              <a:t>Rents?  </a:t>
            </a:r>
          </a:p>
          <a:p>
            <a:pPr fontAlgn="base" indent="-457200" marL="457200">
              <a:buFont typeface="+mj-lt"/>
              <a:buAutoNum type="arabicPeriod"/>
            </a:pPr>
            <a:r>
              <a:rPr lang="en-US"/>
              <a:t>Lives in a house?  </a:t>
            </a:r>
          </a:p>
          <a:p>
            <a:endParaRPr lang="en-US"/>
          </a:p>
        </p:txBody>
      </p:sp>
      <p:graphicFrame>
        <p:nvGraphicFramePr>
          <p:cNvPr id="7" name="Table 6">
            <a:extLst>
              <a:ext uri="{FF2B5EF4-FFF2-40B4-BE49-F238E27FC236}">
                <a16:creationId xmlns:a16="http://schemas.microsoft.com/office/drawing/2014/main" id="{251F2ECA-5FC5-E176-3957-580C4CBF70D7}"/>
              </a:ext>
            </a:extLst>
          </p:cNvPr>
          <p:cNvGraphicFramePr>
            <a:graphicFrameLocks noGrp="1"/>
          </p:cNvGraphicFramePr>
          <p:nvPr>
            <p:extLst>
              <p:ext uri="{D42A27DB-BD31-4B8C-83A1-F6EECF244321}">
                <p14:modId xmlns:p14="http://schemas.microsoft.com/office/powerpoint/2010/main" val="4159793311"/>
              </p:ext>
            </p:extLst>
          </p:nvPr>
        </p:nvGraphicFramePr>
        <p:xfrm>
          <a:off x="6095999" y="1909119"/>
          <a:ext cx="4165600" cy="1745364"/>
        </p:xfrm>
        <a:graphic>
          <a:graphicData uri="http://schemas.openxmlformats.org/drawingml/2006/table">
            <a:tbl>
              <a:tblPr firstRow="1"/>
              <a:tblGrid>
                <a:gridCol w="2537664">
                  <a:extLst>
                    <a:ext uri="{9D8B030D-6E8A-4147-A177-3AD203B41FA5}">
                      <a16:colId xmlns:a16="http://schemas.microsoft.com/office/drawing/2014/main" val="4097274294"/>
                    </a:ext>
                  </a:extLst>
                </a:gridCol>
                <a:gridCol w="1627936">
                  <a:extLst>
                    <a:ext uri="{9D8B030D-6E8A-4147-A177-3AD203B41FA5}">
                      <a16:colId xmlns:a16="http://schemas.microsoft.com/office/drawing/2014/main" val="4058656512"/>
                    </a:ext>
                  </a:extLst>
                </a:gridCol>
              </a:tblGrid>
              <a:tr h="152400">
                <a:tc>
                  <a:txBody>
                    <a:bodyPr/>
                    <a:lstStyle/>
                    <a:p>
                      <a:pPr algn="l" fontAlgn="base" rtl="0">
                        <a:lnSpc>
                          <a:spcPts val="1350"/>
                        </a:lnSpc>
                        <a:buNone/>
                      </a:pPr>
                      <a:r>
                        <a:rPr b="1" i="0" lang="en-US" sz="2000">
                          <a:effectLst/>
                          <a:latin charset="0" panose="020F0502020204030204" pitchFamily="34" typeface="Calibri"/>
                        </a:rPr>
                        <a:t>Housing Type</a:t>
                      </a:r>
                      <a:r>
                        <a:rPr b="0" i="0" lang="en-US" sz="2000">
                          <a:effectLst/>
                          <a:latin charset="0" panose="020F0502020204030204" pitchFamily="34" typeface="Calibri"/>
                        </a:rPr>
                        <a:t> </a:t>
                      </a:r>
                      <a:endParaRPr b="0" i="0" lang="en-US" sz="3600">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r" fontAlgn="base" rtl="0">
                        <a:lnSpc>
                          <a:spcPts val="1350"/>
                        </a:lnSpc>
                        <a:buNone/>
                      </a:pPr>
                      <a:r>
                        <a:rPr b="1" i="0" lang="en-US" sz="2000">
                          <a:effectLst/>
                          <a:latin charset="0" panose="020F0502020204030204" pitchFamily="34" typeface="Calibri"/>
                        </a:rPr>
                        <a:t>Frequency</a:t>
                      </a:r>
                      <a:r>
                        <a:rPr b="0" i="0" lang="en-US" sz="2000">
                          <a:effectLst/>
                          <a:latin charset="0" panose="020F0502020204030204" pitchFamily="34" typeface="Calibri"/>
                        </a:rPr>
                        <a:t> </a:t>
                      </a:r>
                      <a:endParaRPr b="0" i="0" lang="en-US" sz="3600">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extLst>
                  <a:ext uri="{0D108BD9-81ED-4DB2-BD59-A6C34878D82A}">
                    <a16:rowId xmlns:a16="http://schemas.microsoft.com/office/drawing/2014/main" val="2266947003"/>
                  </a:ext>
                </a:extLst>
              </a:tr>
              <a:tr h="152400">
                <a:tc>
                  <a:txBody>
                    <a:bodyPr/>
                    <a:lstStyle/>
                    <a:p>
                      <a:pPr algn="l" fontAlgn="base" rtl="0">
                        <a:lnSpc>
                          <a:spcPts val="1350"/>
                        </a:lnSpc>
                        <a:buNone/>
                      </a:pPr>
                      <a:r>
                        <a:rPr b="0" i="0" lang="en-US" sz="2000">
                          <a:effectLst/>
                          <a:latin charset="0" panose="020F0502020204030204" pitchFamily="34" typeface="Calibri"/>
                        </a:rPr>
                        <a:t>Own a House  </a:t>
                      </a:r>
                      <a:endParaRPr b="0" i="0" lang="en-US" sz="3600">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r" fontAlgn="base" rtl="0">
                        <a:lnSpc>
                          <a:spcPts val="1350"/>
                        </a:lnSpc>
                        <a:buNone/>
                      </a:pPr>
                      <a:r>
                        <a:rPr b="0" i="0" lang="en-US" sz="2000">
                          <a:effectLst/>
                          <a:latin charset="0" panose="020F0502020204030204" pitchFamily="34" typeface="Calibri"/>
                        </a:rPr>
                        <a:t>4,753 </a:t>
                      </a:r>
                      <a:endParaRPr b="0" i="0" lang="en-US" sz="3600">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extLst>
                  <a:ext uri="{0D108BD9-81ED-4DB2-BD59-A6C34878D82A}">
                    <a16:rowId xmlns:a16="http://schemas.microsoft.com/office/drawing/2014/main" val="1717959063"/>
                  </a:ext>
                </a:extLst>
              </a:tr>
              <a:tr h="152400">
                <a:tc>
                  <a:txBody>
                    <a:bodyPr/>
                    <a:lstStyle/>
                    <a:p>
                      <a:pPr algn="l" fontAlgn="base" rtl="0">
                        <a:lnSpc>
                          <a:spcPts val="1350"/>
                        </a:lnSpc>
                        <a:buNone/>
                      </a:pPr>
                      <a:r>
                        <a:rPr b="0" i="0" lang="en-US" sz="2000">
                          <a:effectLst/>
                          <a:latin charset="0" panose="020F0502020204030204" pitchFamily="34" typeface="Calibri"/>
                        </a:rPr>
                        <a:t>Own a Condo  </a:t>
                      </a:r>
                      <a:endParaRPr b="0" i="0" lang="en-US" sz="3600">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r" fontAlgn="base" rtl="0">
                        <a:lnSpc>
                          <a:spcPts val="1350"/>
                        </a:lnSpc>
                        <a:buNone/>
                      </a:pPr>
                      <a:r>
                        <a:rPr b="0" i="0" lang="en-US" sz="2000">
                          <a:effectLst/>
                          <a:latin charset="0" panose="020F0502020204030204" pitchFamily="34" typeface="Calibri"/>
                        </a:rPr>
                        <a:t>1,478 </a:t>
                      </a:r>
                      <a:endParaRPr b="0" i="0" lang="en-US" sz="3600">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extLst>
                  <a:ext uri="{0D108BD9-81ED-4DB2-BD59-A6C34878D82A}">
                    <a16:rowId xmlns:a16="http://schemas.microsoft.com/office/drawing/2014/main" val="1020870637"/>
                  </a:ext>
                </a:extLst>
              </a:tr>
              <a:tr h="152400">
                <a:tc>
                  <a:txBody>
                    <a:bodyPr/>
                    <a:lstStyle/>
                    <a:p>
                      <a:pPr algn="l" fontAlgn="base" rtl="0">
                        <a:lnSpc>
                          <a:spcPts val="1350"/>
                        </a:lnSpc>
                        <a:buNone/>
                      </a:pPr>
                      <a:r>
                        <a:rPr b="0" i="0" lang="en-US" sz="2000">
                          <a:effectLst/>
                          <a:latin charset="0" panose="020F0502020204030204" pitchFamily="34" typeface="Calibri"/>
                        </a:rPr>
                        <a:t>Rent a House  </a:t>
                      </a:r>
                      <a:endParaRPr b="0" i="0" lang="en-US" sz="3600">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r" fontAlgn="base" rtl="0">
                        <a:lnSpc>
                          <a:spcPts val="1350"/>
                        </a:lnSpc>
                        <a:buNone/>
                      </a:pPr>
                      <a:r>
                        <a:rPr b="0" i="0" lang="en-US" sz="2000">
                          <a:effectLst/>
                          <a:latin charset="0" panose="020F0502020204030204" pitchFamily="34" typeface="Calibri"/>
                        </a:rPr>
                        <a:t>912 </a:t>
                      </a:r>
                      <a:endParaRPr b="0" i="0" lang="en-US" sz="3600">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extLst>
                  <a:ext uri="{0D108BD9-81ED-4DB2-BD59-A6C34878D82A}">
                    <a16:rowId xmlns:a16="http://schemas.microsoft.com/office/drawing/2014/main" val="3257748437"/>
                  </a:ext>
                </a:extLst>
              </a:tr>
              <a:tr h="152400">
                <a:tc>
                  <a:txBody>
                    <a:bodyPr/>
                    <a:lstStyle/>
                    <a:p>
                      <a:pPr algn="l" fontAlgn="base" rtl="0">
                        <a:lnSpc>
                          <a:spcPts val="1350"/>
                        </a:lnSpc>
                        <a:buNone/>
                      </a:pPr>
                      <a:r>
                        <a:rPr b="0" i="0" lang="en-US" sz="2000">
                          <a:effectLst/>
                          <a:latin charset="0" panose="020F0502020204030204" pitchFamily="34" typeface="Calibri"/>
                        </a:rPr>
                        <a:t>Rent an Apartment  </a:t>
                      </a:r>
                      <a:endParaRPr b="0" i="0" lang="en-US" sz="3600">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r" fontAlgn="base" rtl="0">
                        <a:lnSpc>
                          <a:spcPts val="1350"/>
                        </a:lnSpc>
                        <a:buNone/>
                      </a:pPr>
                      <a:r>
                        <a:rPr b="0" i="0" lang="en-US" sz="2000">
                          <a:effectLst/>
                          <a:latin charset="0" panose="020F0502020204030204" pitchFamily="34" typeface="Calibri"/>
                        </a:rPr>
                        <a:t>2,857 </a:t>
                      </a:r>
                      <a:endParaRPr b="0" i="0" lang="en-US" sz="3600">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extLst>
                  <a:ext uri="{0D108BD9-81ED-4DB2-BD59-A6C34878D82A}">
                    <a16:rowId xmlns:a16="http://schemas.microsoft.com/office/drawing/2014/main" val="1611676641"/>
                  </a:ext>
                </a:extLst>
              </a:tr>
              <a:tr h="152400">
                <a:tc>
                  <a:txBody>
                    <a:bodyPr/>
                    <a:lstStyle/>
                    <a:p>
                      <a:pPr algn="l" fontAlgn="base" rtl="0">
                        <a:lnSpc>
                          <a:spcPts val="1350"/>
                        </a:lnSpc>
                        <a:buNone/>
                      </a:pPr>
                      <a:r>
                        <a:rPr b="0" i="0" lang="en-US" sz="2000">
                          <a:effectLst/>
                          <a:latin charset="0" panose="020F0502020204030204" pitchFamily="34" typeface="Calibri"/>
                        </a:rPr>
                        <a:t>TOTAL  </a:t>
                      </a:r>
                      <a:endParaRPr b="0" i="0" lang="en-US" sz="3600">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r" fontAlgn="base" rtl="0">
                        <a:lnSpc>
                          <a:spcPts val="1350"/>
                        </a:lnSpc>
                        <a:buNone/>
                      </a:pPr>
                      <a:r>
                        <a:rPr b="0" i="0" lang="en-US" sz="2000">
                          <a:effectLst/>
                          <a:latin charset="0" panose="020F0502020204030204" pitchFamily="34" typeface="Calibri"/>
                        </a:rPr>
                        <a:t>10,000 </a:t>
                      </a:r>
                      <a:endParaRPr b="0" i="0" lang="en-US" sz="3600">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extLst>
                  <a:ext uri="{0D108BD9-81ED-4DB2-BD59-A6C34878D82A}">
                    <a16:rowId xmlns:a16="http://schemas.microsoft.com/office/drawing/2014/main" val="3383556960"/>
                  </a:ext>
                </a:extLst>
              </a:tr>
            </a:tbl>
          </a:graphicData>
        </a:graphic>
      </p:graphicFrame>
      <p:sp>
        <p:nvSpPr>
          <p:cNvPr id="5" name="Slide Number Placeholder 4">
            <a:extLst>
              <a:ext uri="{FF2B5EF4-FFF2-40B4-BE49-F238E27FC236}">
                <a16:creationId xmlns:a16="http://schemas.microsoft.com/office/drawing/2014/main" id="{A67854A0-F772-398A-A3D2-2B8FF5A5B245}"/>
              </a:ext>
            </a:extLst>
          </p:cNvPr>
          <p:cNvSpPr>
            <a:spLocks noGrp="1"/>
          </p:cNvSpPr>
          <p:nvPr>
            <p:ph idx="12" sz="quarter" type="sldNum"/>
          </p:nvPr>
        </p:nvSpPr>
        <p:spPr/>
        <p:txBody>
          <a:bodyPr/>
          <a:lstStyle/>
          <a:p>
            <a:fld id="{E1076ED0-0DB3-4879-AAE5-5C20D22C1DF4}" type="slidenum">
              <a:rPr lang="en-US" smtClean="0"/>
              <a:t>11</a:t>
            </a:fld>
            <a:endParaRPr lang="en-US"/>
          </a:p>
        </p:txBody>
      </p:sp>
    </p:spTree>
    <p:extLst>
      <p:ext uri="{BB962C8B-B14F-4D97-AF65-F5344CB8AC3E}">
        <p14:creationId xmlns:p14="http://schemas.microsoft.com/office/powerpoint/2010/main" val="1531718944"/>
      </p:ext>
    </p:extLst>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2C80A-67C4-7C72-5FC6-B8FEE9F61A48}"/>
              </a:ext>
            </a:extLst>
          </p:cNvPr>
          <p:cNvSpPr>
            <a:spLocks noGrp="1"/>
          </p:cNvSpPr>
          <p:nvPr>
            <p:ph type="title"/>
          </p:nvPr>
        </p:nvSpPr>
        <p:spPr>
          <a:xfrm>
            <a:off x="736387" y="616059"/>
            <a:ext cx="10077557" cy="666890"/>
          </a:xfrm>
        </p:spPr>
        <p:txBody>
          <a:bodyPr/>
          <a:lstStyle/>
          <a:p>
            <a:pPr algn="ctr"/>
            <a:r>
              <a:rPr lang="en-US"/>
              <a:t>The Empirical Method</a:t>
            </a:r>
          </a:p>
        </p:txBody>
      </p:sp>
      <p:sp>
        <p:nvSpPr>
          <p:cNvPr id="3" name="Content Placeholder 2">
            <a:extLst>
              <a:ext uri="{FF2B5EF4-FFF2-40B4-BE49-F238E27FC236}">
                <a16:creationId xmlns:a16="http://schemas.microsoft.com/office/drawing/2014/main" id="{87D91926-AD54-F9EF-27CD-A35E77594FCD}"/>
              </a:ext>
            </a:extLst>
          </p:cNvPr>
          <p:cNvSpPr>
            <a:spLocks noGrp="1"/>
          </p:cNvSpPr>
          <p:nvPr>
            <p:ph idx="1"/>
          </p:nvPr>
        </p:nvSpPr>
        <p:spPr>
          <a:xfrm>
            <a:off x="424020" y="1718544"/>
            <a:ext cx="10702292" cy="3549045"/>
          </a:xfrm>
          <a:solidFill>
            <a:schemeClr val="bg2"/>
          </a:solidFill>
        </p:spPr>
        <p:txBody>
          <a:bodyPr>
            <a:normAutofit fontScale="92500" lnSpcReduction="20000"/>
          </a:bodyPr>
          <a:lstStyle/>
          <a:p>
            <a:pPr fontAlgn="base"/>
            <a:r>
              <a:rPr lang="en-US"/>
              <a:t>The </a:t>
            </a:r>
            <a:r>
              <a:rPr lang="en-US" u="sng"/>
              <a:t>Empirical Method </a:t>
            </a:r>
            <a:r>
              <a:rPr lang="en-US"/>
              <a:t>is a way to repeat a probability experiment many times to </a:t>
            </a:r>
            <a:r>
              <a:rPr i="1" lang="en-US">
                <a:solidFill>
                  <a:srgbClr val="666666"/>
                </a:solidFill>
              </a:rPr>
              <a:t>approximate</a:t>
            </a:r>
            <a:r>
              <a:rPr lang="en-US"/>
              <a:t> the probability of an event. The more replications of the experiment, the more reliable the approximation will be.  </a:t>
            </a:r>
            <a:br>
              <a:rPr lang="en-US"/>
            </a:br>
            <a:r>
              <a:rPr lang="en-US"/>
              <a:t> </a:t>
            </a:r>
          </a:p>
          <a:p>
            <a:pPr fontAlgn="base"/>
            <a:r>
              <a:rPr lang="en-US" u="sng"/>
              <a:t>Example</a:t>
            </a:r>
            <a:r>
              <a:rPr lang="en-US"/>
              <a:t>: The CDC reports that in a recent year: </a:t>
            </a:r>
          </a:p>
          <a:p>
            <a:pPr fontAlgn="base"/>
            <a:r>
              <a:rPr lang="en-US"/>
              <a:t>313,752 babies were born with low birth weight (less than 2500 grams). </a:t>
            </a:r>
          </a:p>
          <a:p>
            <a:pPr fontAlgn="base"/>
            <a:r>
              <a:rPr lang="en-US"/>
              <a:t>3,477,960 babies were born with weight greater than 2500 grams.  </a:t>
            </a:r>
            <a:br>
              <a:rPr lang="en-US"/>
            </a:br>
            <a:r>
              <a:rPr lang="en-US"/>
              <a:t> </a:t>
            </a:r>
          </a:p>
          <a:p>
            <a:pPr fontAlgn="base"/>
            <a:r>
              <a:rPr lang="en-US"/>
              <a:t>Use this data to approximate the probability that a baby will be born with </a:t>
            </a:r>
            <a:r>
              <a:rPr lang="en-US" u="sng"/>
              <a:t>low birth weight</a:t>
            </a:r>
            <a:r>
              <a:rPr lang="en-US">
                <a:solidFill>
                  <a:srgbClr val="000000"/>
                </a:solidFill>
              </a:rPr>
              <a:t>.  </a:t>
            </a:r>
            <a:br>
              <a:rPr lang="en-US"/>
            </a:br>
            <a:r>
              <a:rPr lang="en-US"/>
              <a:t> </a:t>
            </a:r>
            <a:br>
              <a:rPr lang="en-US"/>
            </a:br>
            <a:r>
              <a:rPr lang="en-US"/>
              <a:t>What is the probability that a baby will </a:t>
            </a:r>
            <a:r>
              <a:rPr lang="en-US" u="sng"/>
              <a:t>not</a:t>
            </a:r>
            <a:r>
              <a:rPr lang="en-US"/>
              <a:t> have a low birth weight?  </a:t>
            </a:r>
          </a:p>
          <a:p>
            <a:endParaRPr lang="en-US"/>
          </a:p>
        </p:txBody>
      </p:sp>
      <p:sp>
        <p:nvSpPr>
          <p:cNvPr id="4" name="Footer Placeholder 3">
            <a:extLst>
              <a:ext uri="{FF2B5EF4-FFF2-40B4-BE49-F238E27FC236}">
                <a16:creationId xmlns:a16="http://schemas.microsoft.com/office/drawing/2014/main" id="{38BC9193-7F86-2471-5FE3-BFC77560BD73}"/>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1B3E7683-B23D-53BE-6E2C-12DC483D1B61}"/>
              </a:ext>
              <a:ext uri="{C183D7F6-B498-43B3-948B-1728B52AA6E4}">
                <adec:decorative xmlns:adec="http://schemas.microsoft.com/office/drawing/2017/decorative" val="1"/>
              </a:ext>
            </a:extLst>
          </p:cNvPr>
          <p:cNvSpPr>
            <a:spLocks noGrp="1"/>
          </p:cNvSpPr>
          <p:nvPr>
            <p:ph idx="12" sz="quarter" type="sldNum"/>
          </p:nvPr>
        </p:nvSpPr>
        <p:spPr/>
        <p:txBody>
          <a:bodyPr/>
          <a:lstStyle/>
          <a:p>
            <a:fld id="{E1076ED0-0DB3-4879-AAE5-5C20D22C1DF4}" type="slidenum">
              <a:rPr lang="en-US" smtClean="0"/>
              <a:t>12</a:t>
            </a:fld>
            <a:endParaRPr lang="en-US"/>
          </a:p>
        </p:txBody>
      </p:sp>
    </p:spTree>
    <p:extLst>
      <p:ext uri="{BB962C8B-B14F-4D97-AF65-F5344CB8AC3E}">
        <p14:creationId xmlns:p14="http://schemas.microsoft.com/office/powerpoint/2010/main" val="27770875"/>
      </p:ext>
    </p:extLst>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1C7FA-9A48-12C2-9CD7-80FF44F9D216}"/>
              </a:ext>
            </a:extLst>
          </p:cNvPr>
          <p:cNvSpPr>
            <a:spLocks noGrp="1"/>
          </p:cNvSpPr>
          <p:nvPr>
            <p:ph type="title"/>
          </p:nvPr>
        </p:nvSpPr>
        <p:spPr>
          <a:xfrm>
            <a:off x="178812" y="305858"/>
            <a:ext cx="10077557" cy="660712"/>
          </a:xfrm>
        </p:spPr>
        <p:txBody>
          <a:bodyPr/>
          <a:lstStyle/>
          <a:p>
            <a:r>
              <a:rPr lang="en-US">
                <a:solidFill>
                  <a:srgbClr val="000000"/>
                </a:solidFill>
              </a:rPr>
              <a:t>More Practice </a:t>
            </a:r>
          </a:p>
        </p:txBody>
      </p:sp>
      <p:sp>
        <p:nvSpPr>
          <p:cNvPr id="3" name="Content Placeholder 2">
            <a:extLst>
              <a:ext uri="{FF2B5EF4-FFF2-40B4-BE49-F238E27FC236}">
                <a16:creationId xmlns:a16="http://schemas.microsoft.com/office/drawing/2014/main" id="{D5A87C93-897F-AED4-B2EC-32A49508E959}"/>
              </a:ext>
            </a:extLst>
          </p:cNvPr>
          <p:cNvSpPr>
            <a:spLocks noGrp="1"/>
          </p:cNvSpPr>
          <p:nvPr>
            <p:ph idx="1"/>
          </p:nvPr>
        </p:nvSpPr>
        <p:spPr>
          <a:xfrm>
            <a:off x="345990" y="1150393"/>
            <a:ext cx="10269642" cy="5205957"/>
          </a:xfrm>
          <a:solidFill>
            <a:schemeClr val="bg2"/>
          </a:solidFill>
        </p:spPr>
        <p:txBody>
          <a:bodyPr>
            <a:normAutofit/>
          </a:bodyPr>
          <a:lstStyle/>
          <a:p>
            <a:pPr fontAlgn="base" indent="-457200" marL="457200">
              <a:buAutoNum type="arabicPeriod"/>
            </a:pPr>
            <a:r>
              <a:rPr lang="en-US"/>
              <a:t>We want to randomly select one weekday to plan a faculty meeting. What is the sample space?  </a:t>
            </a:r>
          </a:p>
          <a:p>
            <a:pPr fontAlgn="base" indent="-457200" marL="457200">
              <a:buAutoNum type="arabicPeriod"/>
            </a:pPr>
            <a:r>
              <a:rPr lang="en-US"/>
              <a:t>We randomly select one month from the calendar. What is the probability that the month we select will have more than 30 days?   </a:t>
            </a:r>
          </a:p>
          <a:p>
            <a:pPr fontAlgn="base" indent="-457200" marL="457200">
              <a:buAutoNum type="arabicPeriod"/>
            </a:pPr>
            <a:r>
              <a:rPr lang="en-US"/>
              <a:t>Which of the following probabilities are valid?   </a:t>
            </a:r>
            <a:br>
              <a:rPr lang="en-US"/>
            </a:br>
            <a:r>
              <a:rPr lang="en-US"/>
              <a:t>0.0142    -0.2258    1.7420    0.9999    1/33    112%    88/70    0.05% </a:t>
            </a:r>
          </a:p>
          <a:p>
            <a:pPr fontAlgn="base" indent="-457200" marL="457200">
              <a:buAutoNum type="arabicPeriod"/>
            </a:pPr>
            <a:r>
              <a:rPr lang="en-US"/>
              <a:t>In a magic hat, there are 5 white rabbits, 2 black rabbits, 3 spotted rabbits, and 4 brown rabbits. If a magician randomly pulls one rabbit out of the hat, what is the probability that… The rabbit will be brown?  </a:t>
            </a:r>
          </a:p>
          <a:p>
            <a:pPr fontAlgn="base" indent="-457200" marL="457200">
              <a:buAutoNum type="arabicPeriod"/>
            </a:pPr>
            <a:r>
              <a:rPr lang="en-US"/>
              <a:t>The rabbit will be brown or white?  </a:t>
            </a:r>
          </a:p>
          <a:p>
            <a:pPr fontAlgn="base" indent="-457200" marL="457200">
              <a:buAutoNum type="arabicPeriod"/>
            </a:pPr>
            <a:r>
              <a:rPr lang="en-US"/>
              <a:t>The rabbit will not be spotted?  </a:t>
            </a:r>
          </a:p>
          <a:p>
            <a:pPr fontAlgn="base" indent="-457200" marL="457200">
              <a:buAutoNum type="arabicPeriod"/>
            </a:pPr>
            <a:r>
              <a:rPr lang="en-US"/>
              <a:t>The rabbit will be black or spotted?  </a:t>
            </a:r>
          </a:p>
          <a:p>
            <a:pPr fontAlgn="base" indent="-457200" marL="457200">
              <a:buAutoNum type="arabicPeriod"/>
            </a:pPr>
            <a:endParaRPr lang="en-US"/>
          </a:p>
          <a:p>
            <a:endParaRPr lang="en-US"/>
          </a:p>
        </p:txBody>
      </p:sp>
      <p:sp>
        <p:nvSpPr>
          <p:cNvPr id="4" name="Footer Placeholder 3">
            <a:extLst>
              <a:ext uri="{FF2B5EF4-FFF2-40B4-BE49-F238E27FC236}">
                <a16:creationId xmlns:a16="http://schemas.microsoft.com/office/drawing/2014/main" id="{A1755D55-9503-4C7E-A04B-CF35CF262731}"/>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F61C11A9-B913-202C-C2EE-3BCD169907E0}"/>
              </a:ext>
              <a:ext uri="{C183D7F6-B498-43B3-948B-1728B52AA6E4}">
                <adec:decorative xmlns:adec="http://schemas.microsoft.com/office/drawing/2017/decorative" val="1"/>
              </a:ext>
            </a:extLst>
          </p:cNvPr>
          <p:cNvSpPr>
            <a:spLocks noGrp="1"/>
          </p:cNvSpPr>
          <p:nvPr>
            <p:ph idx="12" sz="quarter" type="sldNum"/>
          </p:nvPr>
        </p:nvSpPr>
        <p:spPr/>
        <p:txBody>
          <a:bodyPr/>
          <a:lstStyle/>
          <a:p>
            <a:fld id="{E1076ED0-0DB3-4879-AAE5-5C20D22C1DF4}" type="slidenum">
              <a:rPr lang="en-US" smtClean="0"/>
              <a:t>13</a:t>
            </a:fld>
            <a:endParaRPr lang="en-US"/>
          </a:p>
        </p:txBody>
      </p:sp>
    </p:spTree>
    <p:extLst>
      <p:ext uri="{BB962C8B-B14F-4D97-AF65-F5344CB8AC3E}">
        <p14:creationId xmlns:p14="http://schemas.microsoft.com/office/powerpoint/2010/main" val="1883182614"/>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1D428-E187-B0B5-AD4A-95321E2D4752}"/>
              </a:ext>
            </a:extLst>
          </p:cNvPr>
          <p:cNvSpPr>
            <a:spLocks noGrp="1"/>
          </p:cNvSpPr>
          <p:nvPr>
            <p:ph type="title"/>
          </p:nvPr>
        </p:nvSpPr>
        <p:spPr>
          <a:xfrm>
            <a:off x="1057221" y="787070"/>
            <a:ext cx="10077557" cy="1325563"/>
          </a:xfrm>
        </p:spPr>
        <p:txBody>
          <a:bodyPr/>
          <a:lstStyle/>
          <a:p>
            <a:pPr algn="ctr"/>
            <a:r>
              <a:rPr lang="en-US">
                <a:solidFill>
                  <a:srgbClr val="000000"/>
                </a:solidFill>
              </a:rPr>
              <a:t>Compound Events </a:t>
            </a:r>
          </a:p>
        </p:txBody>
      </p:sp>
      <p:sp>
        <p:nvSpPr>
          <p:cNvPr id="3" name="Content Placeholder 2">
            <a:extLst>
              <a:ext uri="{FF2B5EF4-FFF2-40B4-BE49-F238E27FC236}">
                <a16:creationId xmlns:a16="http://schemas.microsoft.com/office/drawing/2014/main" id="{7F6C3179-85D1-E1C3-94DD-ECE65D5DD277}"/>
              </a:ext>
            </a:extLst>
          </p:cNvPr>
          <p:cNvSpPr>
            <a:spLocks noGrp="1"/>
          </p:cNvSpPr>
          <p:nvPr>
            <p:ph idx="1"/>
          </p:nvPr>
        </p:nvSpPr>
        <p:spPr/>
        <p:txBody>
          <a:bodyPr anchor="t" bIns="45720" lIns="91440" rIns="91440" rtlCol="0" tIns="45720" vert="horz">
            <a:normAutofit fontScale="92500" lnSpcReduction="10000"/>
          </a:bodyPr>
          <a:lstStyle/>
          <a:p>
            <a:pPr fontAlgn="base"/>
            <a:r>
              <a:rPr lang="en-US"/>
              <a:t>A </a:t>
            </a:r>
            <a:r>
              <a:rPr b="1" lang="en-US"/>
              <a:t>compound event</a:t>
            </a:r>
            <a:r>
              <a:rPr lang="en-US"/>
              <a:t> is simply a combination of two or more events. </a:t>
            </a:r>
          </a:p>
          <a:p>
            <a:pPr fontAlgn="base"/>
            <a:r>
              <a:rPr lang="en-US"/>
              <a:t>The symbol ∪ means “</a:t>
            </a:r>
            <a:r>
              <a:rPr b="1" lang="en-US"/>
              <a:t>union</a:t>
            </a:r>
            <a:r>
              <a:rPr lang="en-US"/>
              <a:t>.”  </a:t>
            </a:r>
          </a:p>
          <a:p>
            <a:pPr fontAlgn="base"/>
            <a:r>
              <a:rPr lang="en-US"/>
              <a:t>The symbol ∩ means “</a:t>
            </a:r>
            <a:r>
              <a:rPr b="1" lang="en-US"/>
              <a:t>intersection</a:t>
            </a:r>
            <a:r>
              <a:rPr lang="en-US"/>
              <a:t>.” </a:t>
            </a:r>
          </a:p>
          <a:p>
            <a:pPr fontAlgn="base"/>
            <a:endParaRPr lang="en-US"/>
          </a:p>
          <a:p>
            <a:pPr algn="ctr" fontAlgn="base"/>
            <a:r>
              <a:rPr b="1" lang="en-US"/>
              <a:t>P(A or B) = P(A∪B)</a:t>
            </a:r>
            <a:r>
              <a:rPr dirty="0" lang="en-US"/>
              <a:t> </a:t>
            </a:r>
            <a:br>
              <a:rPr dirty="0" lang="en-US"/>
            </a:br>
            <a:r>
              <a:rPr lang="en-US"/>
              <a:t>*A or B or </a:t>
            </a:r>
            <a:r>
              <a:rPr i="1" lang="en-US">
                <a:solidFill>
                  <a:srgbClr val="000000"/>
                </a:solidFill>
              </a:rPr>
              <a:t>both</a:t>
            </a:r>
          </a:p>
          <a:p>
            <a:pPr fontAlgn="base"/>
            <a:endParaRPr lang="en-US"/>
          </a:p>
          <a:p>
            <a:pPr algn="ctr" fontAlgn="base"/>
            <a:r>
              <a:rPr b="1" lang="en-US"/>
              <a:t>P(A and B) = P(A∩B)</a:t>
            </a:r>
            <a:r>
              <a:rPr dirty="0" lang="en-US"/>
              <a:t> </a:t>
            </a:r>
            <a:br>
              <a:rPr dirty="0" lang="en-US"/>
            </a:br>
            <a:r>
              <a:rPr dirty="0" lang="en-US"/>
              <a:t> </a:t>
            </a:r>
          </a:p>
          <a:p>
            <a:endParaRPr lang="en-US"/>
          </a:p>
        </p:txBody>
      </p:sp>
      <p:sp>
        <p:nvSpPr>
          <p:cNvPr id="4" name="Footer Placeholder 3">
            <a:extLst>
              <a:ext uri="{FF2B5EF4-FFF2-40B4-BE49-F238E27FC236}">
                <a16:creationId xmlns:a16="http://schemas.microsoft.com/office/drawing/2014/main" id="{278B5E8F-D155-D625-3149-2A444E4B8461}"/>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B2C0A25D-DD30-6B46-0279-513D1436B3E4}"/>
              </a:ext>
              <a:ext uri="{C183D7F6-B498-43B3-948B-1728B52AA6E4}">
                <adec:decorative xmlns:adec="http://schemas.microsoft.com/office/drawing/2017/decorative" val="1"/>
              </a:ext>
            </a:extLst>
          </p:cNvPr>
          <p:cNvSpPr>
            <a:spLocks noGrp="1"/>
          </p:cNvSpPr>
          <p:nvPr>
            <p:ph idx="12" sz="quarter" type="sldNum"/>
          </p:nvPr>
        </p:nvSpPr>
        <p:spPr/>
        <p:txBody>
          <a:bodyPr/>
          <a:lstStyle/>
          <a:p>
            <a:fld id="{E1076ED0-0DB3-4879-AAE5-5C20D22C1DF4}" type="slidenum">
              <a:rPr lang="en-US" smtClean="0"/>
              <a:t>14</a:t>
            </a:fld>
            <a:endParaRPr lang="en-US"/>
          </a:p>
        </p:txBody>
      </p:sp>
    </p:spTree>
    <p:extLst>
      <p:ext uri="{BB962C8B-B14F-4D97-AF65-F5344CB8AC3E}">
        <p14:creationId xmlns:p14="http://schemas.microsoft.com/office/powerpoint/2010/main" val="3318305126"/>
      </p:ext>
    </p:extLst>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8F3A7-3FF9-D1CE-6E8A-281AB8E68ECA}"/>
              </a:ext>
            </a:extLst>
          </p:cNvPr>
          <p:cNvSpPr>
            <a:spLocks noGrp="1"/>
          </p:cNvSpPr>
          <p:nvPr>
            <p:ph type="title"/>
          </p:nvPr>
        </p:nvSpPr>
        <p:spPr/>
        <p:txBody>
          <a:bodyPr/>
          <a:lstStyle/>
          <a:p>
            <a:r>
              <a:rPr lang="en-US">
                <a:solidFill>
                  <a:srgbClr val="000000"/>
                </a:solidFill>
              </a:rPr>
              <a:t>The General Addition Rule </a:t>
            </a:r>
          </a:p>
        </p:txBody>
      </p:sp>
      <p:sp>
        <p:nvSpPr>
          <p:cNvPr id="3" name="Content Placeholder 2">
            <a:extLst>
              <a:ext uri="{FF2B5EF4-FFF2-40B4-BE49-F238E27FC236}">
                <a16:creationId xmlns:a16="http://schemas.microsoft.com/office/drawing/2014/main" id="{E19084D5-465D-F0B1-A79C-274107068A6E}"/>
              </a:ext>
            </a:extLst>
          </p:cNvPr>
          <p:cNvSpPr>
            <a:spLocks noGrp="1"/>
          </p:cNvSpPr>
          <p:nvPr>
            <p:ph idx="1"/>
          </p:nvPr>
        </p:nvSpPr>
        <p:spPr>
          <a:xfrm>
            <a:off x="525717" y="2970847"/>
            <a:ext cx="10077557" cy="3549045"/>
          </a:xfrm>
        </p:spPr>
        <p:txBody>
          <a:bodyPr>
            <a:normAutofit/>
          </a:bodyPr>
          <a:lstStyle/>
          <a:p>
            <a:pPr algn="ctr"/>
            <a:r>
              <a:rPr b="1" lang="en-US" sz="2400"/>
              <a:t>P(A∪B) = P(A) + P(B) − P(A∩B) </a:t>
            </a:r>
          </a:p>
          <a:p>
            <a:r>
              <a:rPr lang="en-US"/>
              <a:t>Example: The probability that I will work on a project today is 0.3539. The probability that I will take a nap today is 0.2876. The probability that I will both work on a project and take a nap today is 0.1899. </a:t>
            </a:r>
          </a:p>
          <a:p>
            <a:r>
              <a:rPr lang="en-US"/>
              <a:t>What is the probability that I will work on a project </a:t>
            </a:r>
            <a:r>
              <a:rPr i="1" lang="en-US">
                <a:solidFill>
                  <a:srgbClr val="7D7D7D"/>
                </a:solidFill>
              </a:rPr>
              <a:t>or</a:t>
            </a:r>
            <a:r>
              <a:rPr lang="en-US">
                <a:solidFill>
                  <a:srgbClr val="000000"/>
                </a:solidFill>
              </a:rPr>
              <a:t> take a nap?  </a:t>
            </a:r>
          </a:p>
          <a:p>
            <a:r>
              <a:rPr lang="en-US"/>
              <a:t>P(P∪N) = 0.3539 + 0.2876 – 0.1899 = 0.4516 </a:t>
            </a:r>
          </a:p>
          <a:p>
            <a:r>
              <a:rPr lang="en-US"/>
              <a:t>Pay close attention to keywords “and” &amp; “or.” </a:t>
            </a:r>
          </a:p>
        </p:txBody>
      </p:sp>
      <p:sp>
        <p:nvSpPr>
          <p:cNvPr id="4" name="Footer Placeholder 3">
            <a:extLst>
              <a:ext uri="{FF2B5EF4-FFF2-40B4-BE49-F238E27FC236}">
                <a16:creationId xmlns:a16="http://schemas.microsoft.com/office/drawing/2014/main" id="{FC035ADB-D8A8-28BA-8049-9558376C6ADB}"/>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8F0F1A2A-57F4-D117-3A12-6D1B72781091}"/>
              </a:ext>
              <a:ext uri="{C183D7F6-B498-43B3-948B-1728B52AA6E4}">
                <adec:decorative xmlns:adec="http://schemas.microsoft.com/office/drawing/2017/decorative" val="1"/>
              </a:ext>
            </a:extLst>
          </p:cNvPr>
          <p:cNvSpPr>
            <a:spLocks noGrp="1"/>
          </p:cNvSpPr>
          <p:nvPr>
            <p:ph idx="12" sz="quarter" type="sldNum"/>
          </p:nvPr>
        </p:nvSpPr>
        <p:spPr/>
        <p:txBody>
          <a:bodyPr/>
          <a:lstStyle/>
          <a:p>
            <a:fld id="{E1076ED0-0DB3-4879-AAE5-5C20D22C1DF4}" type="slidenum">
              <a:rPr lang="en-US" smtClean="0"/>
              <a:t>15</a:t>
            </a:fld>
            <a:endParaRPr lang="en-US"/>
          </a:p>
        </p:txBody>
      </p:sp>
    </p:spTree>
    <p:extLst>
      <p:ext uri="{BB962C8B-B14F-4D97-AF65-F5344CB8AC3E}">
        <p14:creationId xmlns:p14="http://schemas.microsoft.com/office/powerpoint/2010/main" val="932641643"/>
      </p:ext>
    </p:extLst>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7ABF7-A5C5-0F90-51FE-B029609695F8}"/>
              </a:ext>
            </a:extLst>
          </p:cNvPr>
          <p:cNvSpPr>
            <a:spLocks noGrp="1"/>
          </p:cNvSpPr>
          <p:nvPr>
            <p:ph type="title"/>
          </p:nvPr>
        </p:nvSpPr>
        <p:spPr>
          <a:xfrm>
            <a:off x="1057221" y="328281"/>
            <a:ext cx="10077557" cy="876498"/>
          </a:xfrm>
        </p:spPr>
        <p:txBody>
          <a:bodyPr/>
          <a:lstStyle/>
          <a:p>
            <a:pPr algn="ctr"/>
            <a:r>
              <a:rPr lang="en-US">
                <a:solidFill>
                  <a:srgbClr val="000000"/>
                </a:solidFill>
              </a:rPr>
              <a:t>Mutually Exclusive Events </a:t>
            </a:r>
          </a:p>
        </p:txBody>
      </p:sp>
      <p:sp>
        <p:nvSpPr>
          <p:cNvPr id="3" name="Content Placeholder 2">
            <a:extLst>
              <a:ext uri="{FF2B5EF4-FFF2-40B4-BE49-F238E27FC236}">
                <a16:creationId xmlns:a16="http://schemas.microsoft.com/office/drawing/2014/main" id="{EF18309B-F378-E80A-0B71-664AF357F71D}"/>
              </a:ext>
            </a:extLst>
          </p:cNvPr>
          <p:cNvSpPr>
            <a:spLocks noGrp="1"/>
          </p:cNvSpPr>
          <p:nvPr>
            <p:ph idx="1"/>
          </p:nvPr>
        </p:nvSpPr>
        <p:spPr>
          <a:xfrm>
            <a:off x="525718" y="1654477"/>
            <a:ext cx="10077557" cy="3549045"/>
          </a:xfrm>
          <a:solidFill>
            <a:schemeClr val="bg2"/>
          </a:solidFill>
        </p:spPr>
        <p:txBody>
          <a:bodyPr>
            <a:noAutofit/>
          </a:bodyPr>
          <a:lstStyle/>
          <a:p>
            <a:pPr fontAlgn="base"/>
            <a:r>
              <a:rPr lang="en-US"/>
              <a:t>If two events are </a:t>
            </a:r>
            <a:r>
              <a:rPr lang="en-US" u="sng"/>
              <a:t>mutually exclusive</a:t>
            </a:r>
            <a:r>
              <a:rPr lang="en-US"/>
              <a:t>, that means the occurrence of one event makes it impossible for the other event to occur. Both events will never be true at the same time. There is no “overlap.” There is no shared sample space. Example of mutually exclusive events:  </a:t>
            </a:r>
          </a:p>
          <a:p>
            <a:pPr algn="ctr" fontAlgn="base"/>
            <a:r>
              <a:rPr i="1" lang="en-US">
                <a:solidFill>
                  <a:srgbClr val="666666"/>
                </a:solidFill>
              </a:rPr>
              <a:t>Today is Wednesday</a:t>
            </a:r>
            <a:r>
              <a:rPr lang="en-US"/>
              <a:t> and </a:t>
            </a:r>
            <a:r>
              <a:rPr i="1" lang="en-US">
                <a:solidFill>
                  <a:srgbClr val="666666"/>
                </a:solidFill>
              </a:rPr>
              <a:t>today is Friday</a:t>
            </a:r>
            <a:r>
              <a:rPr lang="en-US">
                <a:solidFill>
                  <a:srgbClr val="000000"/>
                </a:solidFill>
              </a:rPr>
              <a:t>.  </a:t>
            </a:r>
          </a:p>
          <a:p>
            <a:pPr fontAlgn="base"/>
            <a:r>
              <a:rPr lang="en-US"/>
              <a:t>If A and B are mutually exclusive, then:   </a:t>
            </a:r>
          </a:p>
          <a:p>
            <a:pPr algn="ctr" fontAlgn="base"/>
            <a:r>
              <a:rPr b="1" lang="en-US"/>
              <a:t>P(A ∪ B) = P(A) + P(B)</a:t>
            </a:r>
            <a:r>
              <a:rPr lang="en-US"/>
              <a:t> </a:t>
            </a:r>
          </a:p>
          <a:p>
            <a:pPr fontAlgn="base"/>
            <a:r>
              <a:rPr lang="en-US"/>
              <a:t>This is the addition rule for mutually exclusive events.  </a:t>
            </a:r>
          </a:p>
          <a:p>
            <a:pPr fontAlgn="base"/>
            <a:r>
              <a:rPr lang="en-US"/>
              <a:t>Why does this formula make sense?  </a:t>
            </a:r>
          </a:p>
        </p:txBody>
      </p:sp>
      <p:sp>
        <p:nvSpPr>
          <p:cNvPr id="4" name="Footer Placeholder 3">
            <a:extLst>
              <a:ext uri="{FF2B5EF4-FFF2-40B4-BE49-F238E27FC236}">
                <a16:creationId xmlns:a16="http://schemas.microsoft.com/office/drawing/2014/main" id="{B9780BCA-9D98-C5DF-A4A0-7A0883F9D672}"/>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B51166FB-A647-3201-3F80-509432B6C1DA}"/>
              </a:ext>
              <a:ext uri="{C183D7F6-B498-43B3-948B-1728B52AA6E4}">
                <adec:decorative xmlns:adec="http://schemas.microsoft.com/office/drawing/2017/decorative" val="1"/>
              </a:ext>
            </a:extLst>
          </p:cNvPr>
          <p:cNvSpPr>
            <a:spLocks noGrp="1"/>
          </p:cNvSpPr>
          <p:nvPr>
            <p:ph idx="12" sz="quarter" type="sldNum"/>
          </p:nvPr>
        </p:nvSpPr>
        <p:spPr/>
        <p:txBody>
          <a:bodyPr/>
          <a:lstStyle/>
          <a:p>
            <a:fld id="{E1076ED0-0DB3-4879-AAE5-5C20D22C1DF4}" type="slidenum">
              <a:rPr lang="en-US" smtClean="0"/>
              <a:t>16</a:t>
            </a:fld>
            <a:endParaRPr lang="en-US"/>
          </a:p>
        </p:txBody>
      </p:sp>
      <p:pic>
        <p:nvPicPr>
          <p:cNvPr descr="Two circles that do not overlap. One circle is the sample space for event A and the other circle is the sample space for event B. " id="3074" name="Picture 2">
            <a:extLst>
              <a:ext uri="{FF2B5EF4-FFF2-40B4-BE49-F238E27FC236}">
                <a16:creationId xmlns:a16="http://schemas.microsoft.com/office/drawing/2014/main" id="{3E11F576-9ADF-5391-FFDD-8EC7D571AFB1}"/>
              </a:ext>
            </a:extLst>
          </p:cNvPr>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113917" y="4151440"/>
            <a:ext cx="4806354" cy="21041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5154117"/>
      </p:ext>
    </p:extLst>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DC205-E4B5-F648-2A58-13AD0EDA705E}"/>
              </a:ext>
            </a:extLst>
          </p:cNvPr>
          <p:cNvSpPr>
            <a:spLocks noGrp="1"/>
          </p:cNvSpPr>
          <p:nvPr>
            <p:ph type="title"/>
          </p:nvPr>
        </p:nvSpPr>
        <p:spPr>
          <a:xfrm>
            <a:off x="1057221" y="374221"/>
            <a:ext cx="10077557" cy="825698"/>
          </a:xfrm>
        </p:spPr>
        <p:txBody>
          <a:bodyPr/>
          <a:lstStyle/>
          <a:p>
            <a:pPr algn="ctr"/>
            <a:r>
              <a:rPr lang="en-US">
                <a:solidFill>
                  <a:srgbClr val="000000"/>
                </a:solidFill>
              </a:rPr>
              <a:t>NOT Mutually Exclusive Events </a:t>
            </a:r>
          </a:p>
        </p:txBody>
      </p:sp>
      <p:sp>
        <p:nvSpPr>
          <p:cNvPr id="3" name="Content Placeholder 2">
            <a:extLst>
              <a:ext uri="{FF2B5EF4-FFF2-40B4-BE49-F238E27FC236}">
                <a16:creationId xmlns:a16="http://schemas.microsoft.com/office/drawing/2014/main" id="{E2AFB423-A0B9-0274-1417-2D2667F82C35}"/>
              </a:ext>
            </a:extLst>
          </p:cNvPr>
          <p:cNvSpPr>
            <a:spLocks noGrp="1"/>
          </p:cNvSpPr>
          <p:nvPr>
            <p:ph idx="1"/>
          </p:nvPr>
        </p:nvSpPr>
        <p:spPr>
          <a:xfrm>
            <a:off x="373317" y="1480485"/>
            <a:ext cx="10077557" cy="4801782"/>
          </a:xfrm>
          <a:solidFill>
            <a:schemeClr val="bg2"/>
          </a:solidFill>
        </p:spPr>
        <p:txBody>
          <a:bodyPr anchor="t" bIns="45720" lIns="91440" rIns="91440" rtlCol="0" tIns="45720" vert="horz">
            <a:normAutofit/>
          </a:bodyPr>
          <a:lstStyle/>
          <a:p>
            <a:pPr fontAlgn="base"/>
            <a:r>
              <a:rPr dirty="0" lang="en-US"/>
              <a:t>If two events are NOT mutually exclusive, then it is possible for both events to be true. In other words, they </a:t>
            </a:r>
            <a:r>
              <a:rPr dirty="0" i="1" lang="en-US">
                <a:solidFill>
                  <a:srgbClr val="666666"/>
                </a:solidFill>
              </a:rPr>
              <a:t>do</a:t>
            </a:r>
            <a:r>
              <a:rPr dirty="0" lang="en-US"/>
              <a:t> share a sample space.  The shaded area in the Venn diagram represents the probability that both A and B occur.  </a:t>
            </a:r>
          </a:p>
          <a:p>
            <a:pPr fontAlgn="base"/>
            <a:r>
              <a:rPr lang="en-US"/>
              <a:t>Example of events that are NOT mutually exclusive:  </a:t>
            </a:r>
          </a:p>
          <a:p>
            <a:pPr algn="ctr" fontAlgn="base"/>
            <a:r>
              <a:rPr dirty="0" i="1" lang="en-US">
                <a:solidFill>
                  <a:srgbClr val="666666"/>
                </a:solidFill>
              </a:rPr>
              <a:t>Today is Friday</a:t>
            </a:r>
            <a:r>
              <a:rPr dirty="0" lang="en-US">
                <a:solidFill>
                  <a:srgbClr val="000000"/>
                </a:solidFill>
              </a:rPr>
              <a:t> and </a:t>
            </a:r>
            <a:r>
              <a:rPr dirty="0" i="1" lang="en-US">
                <a:solidFill>
                  <a:srgbClr val="666666"/>
                </a:solidFill>
              </a:rPr>
              <a:t>it’s raining</a:t>
            </a:r>
            <a:r>
              <a:rPr dirty="0" lang="en-US">
                <a:solidFill>
                  <a:srgbClr val="000000"/>
                </a:solidFill>
              </a:rPr>
              <a:t>. </a:t>
            </a:r>
          </a:p>
          <a:p>
            <a:pPr algn="ctr" fontAlgn="base"/>
            <a:endParaRPr lang="en-US"/>
          </a:p>
          <a:p>
            <a:pPr fontAlgn="base"/>
            <a:r>
              <a:rPr b="1" lang="en-US"/>
              <a:t>Are two events mutually exclusive?</a:t>
            </a:r>
            <a:r>
              <a:rPr dirty="0" lang="en-US"/>
              <a:t> </a:t>
            </a:r>
          </a:p>
          <a:p>
            <a:pPr fontAlgn="base"/>
            <a:r>
              <a:rPr lang="en-US"/>
              <a:t>How to solve mathematically:   </a:t>
            </a:r>
          </a:p>
          <a:p>
            <a:pPr fontAlgn="base"/>
            <a:r>
              <a:rPr lang="en-US"/>
              <a:t>P(A) = 0.7   P(B) = 0.2   P(A ∪ B) = 0.8  </a:t>
            </a:r>
          </a:p>
          <a:p>
            <a:pPr fontAlgn="base"/>
            <a:r>
              <a:rPr lang="en-US"/>
              <a:t>Are A and B mutually exclusive?  </a:t>
            </a:r>
          </a:p>
          <a:p>
            <a:pPr fontAlgn="base"/>
            <a:r>
              <a:rPr b="1" lang="en-US"/>
              <a:t>P(A ∪ B) = P(A) + P(B) </a:t>
            </a:r>
            <a:r>
              <a:rPr i="1" lang="en-US">
                <a:solidFill>
                  <a:srgbClr val="666666"/>
                </a:solidFill>
              </a:rPr>
              <a:t>… is this statement true here?</a:t>
            </a:r>
          </a:p>
        </p:txBody>
      </p:sp>
      <p:sp>
        <p:nvSpPr>
          <p:cNvPr id="4" name="Footer Placeholder 3">
            <a:extLst>
              <a:ext uri="{FF2B5EF4-FFF2-40B4-BE49-F238E27FC236}">
                <a16:creationId xmlns:a16="http://schemas.microsoft.com/office/drawing/2014/main" id="{A4A1DCD2-CEDB-804E-CD02-7D1F169AA714}"/>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89D9387E-DA84-DF97-9471-F916A5A67348}"/>
              </a:ext>
              <a:ext uri="{C183D7F6-B498-43B3-948B-1728B52AA6E4}">
                <adec:decorative xmlns:adec="http://schemas.microsoft.com/office/drawing/2017/decorative" val="1"/>
              </a:ext>
            </a:extLst>
          </p:cNvPr>
          <p:cNvSpPr>
            <a:spLocks noGrp="1"/>
          </p:cNvSpPr>
          <p:nvPr>
            <p:ph idx="12" sz="quarter" type="sldNum"/>
          </p:nvPr>
        </p:nvSpPr>
        <p:spPr/>
        <p:txBody>
          <a:bodyPr/>
          <a:lstStyle/>
          <a:p>
            <a:fld id="{E1076ED0-0DB3-4879-AAE5-5C20D22C1DF4}" type="slidenum">
              <a:rPr lang="en-US" smtClean="0"/>
              <a:t>17</a:t>
            </a:fld>
            <a:endParaRPr lang="en-US"/>
          </a:p>
        </p:txBody>
      </p:sp>
      <p:pic>
        <p:nvPicPr>
          <p:cNvPr descr="Two circles that overlap. One circle is the sample space for event A and the other circle is the sample space for event B. " id="4098" name="Picture 2">
            <a:extLst>
              <a:ext uri="{FF2B5EF4-FFF2-40B4-BE49-F238E27FC236}">
                <a16:creationId xmlns:a16="http://schemas.microsoft.com/office/drawing/2014/main" id="{F929A835-7E38-1BDC-A4A1-D3DBEE94DC24}"/>
              </a:ext>
            </a:extLst>
          </p:cNvPr>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335571" y="3637516"/>
            <a:ext cx="4584700" cy="2718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1948434"/>
      </p:ext>
    </p:extLst>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BE1B9-9113-8C02-8B02-95A4A48A6CB9}"/>
              </a:ext>
            </a:extLst>
          </p:cNvPr>
          <p:cNvSpPr>
            <a:spLocks noGrp="1"/>
          </p:cNvSpPr>
          <p:nvPr>
            <p:ph type="title"/>
          </p:nvPr>
        </p:nvSpPr>
        <p:spPr>
          <a:xfrm>
            <a:off x="1057221" y="558801"/>
            <a:ext cx="10077557" cy="681764"/>
          </a:xfrm>
        </p:spPr>
        <p:txBody>
          <a:bodyPr/>
          <a:lstStyle/>
          <a:p>
            <a:pPr algn="ctr"/>
            <a:r>
              <a:rPr lang="en-US"/>
              <a:t>Complements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432C719D-DE68-BDE1-AD84-9B3F6E176C52}"/>
                  </a:ext>
                </a:extLst>
              </p:cNvPr>
              <p:cNvSpPr>
                <a:spLocks noGrp="1"/>
              </p:cNvSpPr>
              <p:nvPr>
                <p:ph idx="1"/>
              </p:nvPr>
            </p:nvSpPr>
            <p:spPr>
              <a:xfrm>
                <a:off x="525718" y="1654477"/>
                <a:ext cx="10077557" cy="4543123"/>
              </a:xfrm>
              <a:solidFill>
                <a:schemeClr val="bg2"/>
              </a:solidFill>
            </p:spPr>
            <p:txBody>
              <a:bodyPr>
                <a:normAutofit/>
              </a:bodyPr>
              <a:lstStyle/>
              <a:p>
                <a:r>
                  <a:rPr lang="en-US"/>
                  <a:t>The complement of event A is the event that A does not occur. </a:t>
                </a:r>
              </a:p>
              <a:p>
                <a:pPr algn="ctr"/>
                <a:r>
                  <a:rPr lang="en-US"/>
                  <a:t>Notation: </a:t>
                </a:r>
                <a14:m>
                  <m:oMath xmlns:m="http://schemas.openxmlformats.org/officeDocument/2006/math">
                    <m:sSup>
                      <m:sSupPr>
                        <m:ctrlPr>
                          <a:rPr i="1" lang="en-US" smtClean="0">
                            <a:latin charset="0" panose="02040503050406030204" pitchFamily="18" typeface="Cambria Math"/>
                          </a:rPr>
                        </m:ctrlPr>
                      </m:sSupPr>
                      <m:e>
                        <m:r>
                          <a:rPr i="1" lang="en-US">
                            <a:latin charset="0" panose="02040503050406030204" pitchFamily="18" typeface="Cambria Math"/>
                          </a:rPr>
                          <m:t>𝐴</m:t>
                        </m:r>
                      </m:e>
                      <m:sup>
                        <m:r>
                          <a:rPr i="1" lang="en-US">
                            <a:latin charset="0" panose="02040503050406030204" pitchFamily="18" typeface="Cambria Math"/>
                          </a:rPr>
                          <m:t>𝐶</m:t>
                        </m:r>
                      </m:sup>
                    </m:sSup>
                  </m:oMath>
                </a14:m>
                <a:r>
                  <a:rPr lang="en-US"/>
                  <a:t> pronounced “A not.” </a:t>
                </a:r>
              </a:p>
              <a:p>
                <a:r>
                  <a:rPr b="1" lang="en-US"/>
                  <a:t>The Rule of Complements </a:t>
                </a:r>
              </a:p>
              <a:p>
                <a:pPr algn="ctr"/>
                <a14:m>
                  <m:oMathPara xmlns:m="http://schemas.openxmlformats.org/officeDocument/2006/math">
                    <m:oMathParaPr>
                      <m:jc m:val="centerGroup"/>
                    </m:oMathParaPr>
                    <m:oMath>
                      <m:r>
                        <a:rPr b="1" dirty="0" i="0" lang="en-US" smtClean="0">
                          <a:latin charset="0" panose="02040503050406030204" pitchFamily="18" typeface="Cambria Math"/>
                        </a:rPr>
                        <m:t>𝐏</m:t>
                      </m:r>
                      <m:d>
                        <m:dPr>
                          <m:ctrlPr>
                            <a:rPr b="1" dirty="0" i="1" lang="en-US" smtClean="0">
                              <a:latin charset="0" panose="02040503050406030204" pitchFamily="18" typeface="Cambria Math"/>
                            </a:rPr>
                          </m:ctrlPr>
                        </m:dPr>
                        <m:e>
                          <m:sSup>
                            <m:sSupPr>
                              <m:ctrlPr>
                                <a:rPr b="1" dirty="0" i="1" lang="en-US" smtClean="0">
                                  <a:latin charset="0" panose="02040503050406030204" pitchFamily="18" typeface="Cambria Math"/>
                                </a:rPr>
                              </m:ctrlPr>
                            </m:sSupPr>
                            <m:e>
                              <m:r>
                                <a:rPr b="1" dirty="0" i="1" lang="en-US" smtClean="0">
                                  <a:latin charset="0" panose="02040503050406030204" pitchFamily="18" typeface="Cambria Math"/>
                                </a:rPr>
                                <m:t>𝑨</m:t>
                              </m:r>
                            </m:e>
                            <m:sup>
                              <m:r>
                                <a:rPr b="1" dirty="0" i="1" lang="en-US" smtClean="0">
                                  <a:latin charset="0" panose="02040503050406030204" pitchFamily="18" typeface="Cambria Math"/>
                                </a:rPr>
                                <m:t>𝑪</m:t>
                              </m:r>
                            </m:sup>
                          </m:sSup>
                        </m:e>
                      </m:d>
                      <m:r>
                        <a:rPr b="1" dirty="0" i="0" lang="en-US" smtClean="0">
                          <a:latin charset="0" panose="02040503050406030204" pitchFamily="18" typeface="Cambria Math"/>
                        </a:rPr>
                        <m:t>=</m:t>
                      </m:r>
                      <m:r>
                        <a:rPr b="1" dirty="0" i="0" lang="en-US" smtClean="0">
                          <a:latin charset="0" panose="02040503050406030204" pitchFamily="18" typeface="Cambria Math"/>
                        </a:rPr>
                        <m:t>𝟏</m:t>
                      </m:r>
                      <m:r>
                        <a:rPr b="1" dirty="0" i="0" lang="en-US" smtClean="0">
                          <a:latin charset="0" panose="02040503050406030204" pitchFamily="18" typeface="Cambria Math"/>
                        </a:rPr>
                        <m:t>−</m:t>
                      </m:r>
                      <m:r>
                        <a:rPr b="1" dirty="0" i="1" lang="en-US" smtClean="0">
                          <a:latin charset="0" panose="02040503050406030204" pitchFamily="18" typeface="Cambria Math"/>
                        </a:rPr>
                        <m:t>𝑷</m:t>
                      </m:r>
                      <m:d>
                        <m:dPr>
                          <m:ctrlPr>
                            <a:rPr b="1" dirty="0" i="1" lang="en-US" smtClean="0">
                              <a:latin charset="0" panose="02040503050406030204" pitchFamily="18" typeface="Cambria Math"/>
                            </a:rPr>
                          </m:ctrlPr>
                        </m:dPr>
                        <m:e>
                          <m:r>
                            <a:rPr b="1" dirty="0" i="1" lang="en-US" smtClean="0">
                              <a:latin charset="0" panose="02040503050406030204" pitchFamily="18" typeface="Cambria Math"/>
                            </a:rPr>
                            <m:t>𝑨</m:t>
                          </m:r>
                        </m:e>
                      </m:d>
                    </m:oMath>
                  </m:oMathPara>
                </a14:m>
                <a:endParaRPr b="1" lang="en-US"/>
              </a:p>
              <a:p>
                <a:r>
                  <a:rPr lang="en-US"/>
                  <a:t>What happens if you rearrange this formula?  </a:t>
                </a:r>
              </a:p>
              <a:p>
                <a:r>
                  <a:rPr lang="en-US"/>
                  <a:t>Some event A can either be true or not be true. That covers every possible reality.  </a:t>
                </a:r>
              </a:p>
              <a:p>
                <a:r>
                  <a:rPr lang="en-US"/>
                  <a:t>If Event E = Gus is late for work today, then what is Event </a:t>
                </a:r>
                <a14:m>
                  <m:oMath xmlns:m="http://schemas.openxmlformats.org/officeDocument/2006/math">
                    <m:sSup>
                      <m:sSupPr>
                        <m:ctrlPr>
                          <a:rPr dirty="0" i="1" lang="en-US" smtClean="0">
                            <a:latin charset="0" panose="02040503050406030204" pitchFamily="18" typeface="Cambria Math"/>
                          </a:rPr>
                        </m:ctrlPr>
                      </m:sSupPr>
                      <m:e>
                        <m:r>
                          <a:rPr dirty="0" i="1" lang="en-US" smtClean="0">
                            <a:latin charset="0" panose="02040503050406030204" pitchFamily="18" typeface="Cambria Math"/>
                          </a:rPr>
                          <m:t>𝐸</m:t>
                        </m:r>
                      </m:e>
                      <m:sup>
                        <m:r>
                          <a:rPr dirty="0" i="1" lang="en-US" smtClean="0">
                            <a:latin charset="0" panose="02040503050406030204" pitchFamily="18" typeface="Cambria Math"/>
                          </a:rPr>
                          <m:t>𝐶</m:t>
                        </m:r>
                      </m:sup>
                    </m:sSup>
                  </m:oMath>
                </a14:m>
                <a:r>
                  <a:rPr lang="en-US"/>
                  <a:t>?</a:t>
                </a:r>
              </a:p>
              <a:p>
                <a:r>
                  <a:rPr lang="en-US"/>
                  <a:t>Don’t be unnecessarily specific when stating a complement. The complement of “it rains today” is not “today is sunny,” but rather “it does not rain today.”   </a:t>
                </a:r>
              </a:p>
              <a:p>
                <a:endParaRPr lang="en-US"/>
              </a:p>
            </p:txBody>
          </p:sp>
        </mc:Choice>
        <mc:Fallback>
          <p:sp>
            <p:nvSpPr>
              <p:cNvPr id="3" name="Content Placeholder 2">
                <a:extLst>
                  <a:ext uri="{FF2B5EF4-FFF2-40B4-BE49-F238E27FC236}">
                    <a16:creationId xmlns:a16="http://schemas.microsoft.com/office/drawing/2014/main" id="{432C719D-DE68-BDE1-AD84-9B3F6E176C52}"/>
                  </a:ext>
                </a:extLst>
              </p:cNvPr>
              <p:cNvSpPr>
                <a:spLocks noAdjustHandles="1" noChangeArrowheads="1" noChangeAspect="1" noChangeShapeType="1" noEditPoints="1" noGrp="1" noMove="1" noResize="1" noRot="1" noTextEdit="1"/>
              </p:cNvSpPr>
              <p:nvPr>
                <p:ph idx="1"/>
              </p:nvPr>
            </p:nvSpPr>
            <p:spPr>
              <a:xfrm>
                <a:off x="525718" y="1654477"/>
                <a:ext cx="10077557" cy="4543123"/>
              </a:xfrm>
              <a:blipFill>
                <a:blip r:embed="rId2"/>
                <a:stretch>
                  <a:fillRect l="-605" r="-968" t="-536"/>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C5B826A8-3891-41C6-8D39-46500D1F1781}"/>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08C91F43-0729-0D09-0664-8030B702A832}"/>
              </a:ext>
              <a:ext uri="{C183D7F6-B498-43B3-948B-1728B52AA6E4}">
                <adec:decorative xmlns:adec="http://schemas.microsoft.com/office/drawing/2017/decorative" val="1"/>
              </a:ext>
            </a:extLst>
          </p:cNvPr>
          <p:cNvSpPr>
            <a:spLocks noGrp="1"/>
          </p:cNvSpPr>
          <p:nvPr>
            <p:ph idx="12" sz="quarter" type="sldNum"/>
          </p:nvPr>
        </p:nvSpPr>
        <p:spPr/>
        <p:txBody>
          <a:bodyPr/>
          <a:lstStyle/>
          <a:p>
            <a:fld id="{E1076ED0-0DB3-4879-AAE5-5C20D22C1DF4}" type="slidenum">
              <a:rPr lang="en-US" smtClean="0"/>
              <a:t>18</a:t>
            </a:fld>
            <a:endParaRPr lang="en-US"/>
          </a:p>
        </p:txBody>
      </p:sp>
    </p:spTree>
    <p:extLst>
      <p:ext uri="{BB962C8B-B14F-4D97-AF65-F5344CB8AC3E}">
        <p14:creationId xmlns:p14="http://schemas.microsoft.com/office/powerpoint/2010/main" val="755074819"/>
      </p:ext>
    </p:extLst>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0FBF2-71D6-1240-3ACF-F93B27D2C3B1}"/>
              </a:ext>
            </a:extLst>
          </p:cNvPr>
          <p:cNvSpPr>
            <a:spLocks noGrp="1"/>
          </p:cNvSpPr>
          <p:nvPr>
            <p:ph type="title"/>
          </p:nvPr>
        </p:nvSpPr>
        <p:spPr>
          <a:xfrm>
            <a:off x="1057221" y="287866"/>
            <a:ext cx="10077557" cy="724098"/>
          </a:xfrm>
        </p:spPr>
        <p:txBody>
          <a:bodyPr/>
          <a:lstStyle/>
          <a:p>
            <a:pPr algn="ctr"/>
            <a:r>
              <a:rPr lang="en-US">
                <a:solidFill>
                  <a:srgbClr val="000000"/>
                </a:solidFill>
              </a:rPr>
              <a:t>How to Make A Probability Tree </a:t>
            </a:r>
          </a:p>
        </p:txBody>
      </p:sp>
      <p:sp>
        <p:nvSpPr>
          <p:cNvPr id="3" name="Content Placeholder 2">
            <a:extLst>
              <a:ext uri="{FF2B5EF4-FFF2-40B4-BE49-F238E27FC236}">
                <a16:creationId xmlns:a16="http://schemas.microsoft.com/office/drawing/2014/main" id="{0B15787C-7889-8CFC-7604-EE904885620F}"/>
              </a:ext>
            </a:extLst>
          </p:cNvPr>
          <p:cNvSpPr>
            <a:spLocks noGrp="1"/>
          </p:cNvSpPr>
          <p:nvPr>
            <p:ph idx="1"/>
          </p:nvPr>
        </p:nvSpPr>
        <p:spPr>
          <a:xfrm>
            <a:off x="398717" y="1175685"/>
            <a:ext cx="11530816" cy="5180665"/>
          </a:xfrm>
          <a:solidFill>
            <a:schemeClr val="bg2"/>
          </a:solidFill>
        </p:spPr>
        <p:txBody>
          <a:bodyPr>
            <a:normAutofit lnSpcReduction="10000"/>
          </a:bodyPr>
          <a:lstStyle/>
          <a:p>
            <a:r>
              <a:rPr lang="en-US"/>
              <a:t>A commuter passes through two traffic lights on the way to work. Each light is either red, yellow, or green. Let the probability experiment be that we observe the colors of the two lights. *Let’s use the probability tree technique to help us make a sample space.</a:t>
            </a:r>
          </a:p>
          <a:p>
            <a:pPr indent="-457200" marL="457200">
              <a:buFont typeface="+mj-lt"/>
              <a:buAutoNum type="arabicPeriod"/>
            </a:pPr>
            <a:r>
              <a:rPr lang="en-US"/>
              <a:t>What is the sample space? </a:t>
            </a:r>
            <a:br>
              <a:rPr lang="en-US"/>
            </a:br>
            <a:endParaRPr lang="en-US"/>
          </a:p>
          <a:p>
            <a:pPr indent="-457200" marL="457200">
              <a:buFont typeface="+mj-lt"/>
              <a:buAutoNum type="arabicPeriod"/>
            </a:pPr>
            <a:r>
              <a:rPr lang="en-US"/>
              <a:t>Let event A be that both colors are the same. What are the outcomes of event A?</a:t>
            </a:r>
            <a:br>
              <a:rPr lang="en-US"/>
            </a:br>
            <a:endParaRPr lang="en-US"/>
          </a:p>
          <a:p>
            <a:pPr indent="-457200" marL="457200">
              <a:buFont typeface="+mj-lt"/>
              <a:buAutoNum type="arabicPeriod"/>
            </a:pPr>
            <a:r>
              <a:rPr lang="en-US"/>
              <a:t>Let event B be that the colors are different. What are the outcomes of event B?</a:t>
            </a:r>
            <a:br>
              <a:rPr lang="en-US"/>
            </a:br>
            <a:endParaRPr lang="en-US"/>
          </a:p>
          <a:p>
            <a:pPr indent="-457200" marL="457200">
              <a:buFont typeface="+mj-lt"/>
              <a:buAutoNum type="arabicPeriod"/>
            </a:pPr>
            <a:r>
              <a:rPr lang="en-US"/>
              <a:t>Event C is that at least one of the lights is green. What are the outcomes of event C? </a:t>
            </a:r>
            <a:br>
              <a:rPr lang="en-US"/>
            </a:br>
            <a:endParaRPr lang="en-US"/>
          </a:p>
          <a:p>
            <a:pPr indent="-457200" marL="457200">
              <a:buFont typeface="+mj-lt"/>
              <a:buAutoNum type="arabicPeriod"/>
            </a:pPr>
            <a:r>
              <a:rPr lang="en-US"/>
              <a:t>Are events A and B mutually exclusive?  </a:t>
            </a:r>
            <a:br>
              <a:rPr lang="en-US"/>
            </a:br>
            <a:endParaRPr lang="en-US"/>
          </a:p>
          <a:p>
            <a:pPr indent="-457200" marL="457200">
              <a:buFont typeface="+mj-lt"/>
              <a:buAutoNum type="arabicPeriod"/>
            </a:pPr>
            <a:r>
              <a:rPr lang="en-US"/>
              <a:t>Are events A and C mutually exclusive? </a:t>
            </a:r>
          </a:p>
        </p:txBody>
      </p:sp>
      <p:sp>
        <p:nvSpPr>
          <p:cNvPr id="4" name="Footer Placeholder 3">
            <a:extLst>
              <a:ext uri="{FF2B5EF4-FFF2-40B4-BE49-F238E27FC236}">
                <a16:creationId xmlns:a16="http://schemas.microsoft.com/office/drawing/2014/main" id="{5C62E6F6-68B6-FCD9-7504-541306D491E0}"/>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5172C45B-42DB-D9DC-835C-1A956A8452C5}"/>
              </a:ext>
              <a:ext uri="{C183D7F6-B498-43B3-948B-1728B52AA6E4}">
                <adec:decorative xmlns:adec="http://schemas.microsoft.com/office/drawing/2017/decorative" val="1"/>
              </a:ext>
            </a:extLst>
          </p:cNvPr>
          <p:cNvSpPr>
            <a:spLocks noGrp="1"/>
          </p:cNvSpPr>
          <p:nvPr>
            <p:ph idx="12" sz="quarter" type="sldNum"/>
          </p:nvPr>
        </p:nvSpPr>
        <p:spPr/>
        <p:txBody>
          <a:bodyPr/>
          <a:lstStyle/>
          <a:p>
            <a:fld id="{E1076ED0-0DB3-4879-AAE5-5C20D22C1DF4}" type="slidenum">
              <a:rPr lang="en-US" smtClean="0"/>
              <a:t>19</a:t>
            </a:fld>
            <a:endParaRPr lang="en-US"/>
          </a:p>
        </p:txBody>
      </p:sp>
    </p:spTree>
    <p:extLst>
      <p:ext uri="{BB962C8B-B14F-4D97-AF65-F5344CB8AC3E}">
        <p14:creationId xmlns:p14="http://schemas.microsoft.com/office/powerpoint/2010/main" val="3238432252"/>
      </p:ext>
    </p:extLst>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C3F76-ACD2-A4B6-1392-26BFDC3E500A}"/>
              </a:ext>
            </a:extLst>
          </p:cNvPr>
          <p:cNvSpPr>
            <a:spLocks noGrp="1"/>
          </p:cNvSpPr>
          <p:nvPr>
            <p:ph type="title"/>
          </p:nvPr>
        </p:nvSpPr>
        <p:spPr>
          <a:xfrm>
            <a:off x="1057222" y="254001"/>
            <a:ext cx="10077556" cy="707164"/>
          </a:xfrm>
        </p:spPr>
        <p:txBody>
          <a:bodyPr/>
          <a:lstStyle/>
          <a:p>
            <a:pPr algn="ctr"/>
            <a:r>
              <a:rPr lang="en-US">
                <a:solidFill>
                  <a:srgbClr val="000000"/>
                </a:solidFill>
              </a:rPr>
              <a:t>Drawing a Probability Tree </a:t>
            </a:r>
          </a:p>
        </p:txBody>
      </p:sp>
      <p:sp>
        <p:nvSpPr>
          <p:cNvPr id="3" name="Footer Placeholder 2">
            <a:extLst>
              <a:ext uri="{FF2B5EF4-FFF2-40B4-BE49-F238E27FC236}">
                <a16:creationId xmlns:a16="http://schemas.microsoft.com/office/drawing/2014/main" id="{363445CF-BDE4-FD78-07EF-B9F9912946C0}"/>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sp>
        <p:nvSpPr>
          <p:cNvPr id="4" name="Slide Number Placeholder 3">
            <a:extLst>
              <a:ext uri="{FF2B5EF4-FFF2-40B4-BE49-F238E27FC236}">
                <a16:creationId xmlns:a16="http://schemas.microsoft.com/office/drawing/2014/main" id="{1BACEB52-EC49-DF3A-8D5F-ECEBC62B659D}"/>
              </a:ext>
              <a:ext uri="{C183D7F6-B498-43B3-948B-1728B52AA6E4}">
                <adec:decorative xmlns:adec="http://schemas.microsoft.com/office/drawing/2017/decorative" val="1"/>
              </a:ext>
            </a:extLst>
          </p:cNvPr>
          <p:cNvSpPr>
            <a:spLocks noGrp="1"/>
          </p:cNvSpPr>
          <p:nvPr>
            <p:ph idx="12" sz="quarter" type="sldNum"/>
          </p:nvPr>
        </p:nvSpPr>
        <p:spPr/>
        <p:txBody>
          <a:bodyPr/>
          <a:lstStyle/>
          <a:p>
            <a:fld id="{E1076ED0-0DB3-4879-AAE5-5C20D22C1DF4}" type="slidenum">
              <a:rPr lang="en-US" smtClean="0"/>
              <a:t>20</a:t>
            </a:fld>
            <a:endParaRPr lang="en-US"/>
          </a:p>
        </p:txBody>
      </p:sp>
    </p:spTree>
    <p:extLst>
      <p:ext uri="{BB962C8B-B14F-4D97-AF65-F5344CB8AC3E}">
        <p14:creationId xmlns:p14="http://schemas.microsoft.com/office/powerpoint/2010/main" val="2344238073"/>
      </p:ext>
    </p:extLst>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D0605-9901-BC33-C207-F000B782BD08}"/>
              </a:ext>
            </a:extLst>
          </p:cNvPr>
          <p:cNvSpPr>
            <a:spLocks noGrp="1"/>
          </p:cNvSpPr>
          <p:nvPr>
            <p:ph type="title"/>
          </p:nvPr>
        </p:nvSpPr>
        <p:spPr>
          <a:xfrm>
            <a:off x="1057221" y="136525"/>
            <a:ext cx="10077557" cy="757964"/>
          </a:xfrm>
        </p:spPr>
        <p:txBody>
          <a:bodyPr/>
          <a:lstStyle/>
          <a:p>
            <a:pPr algn="ctr"/>
            <a:r>
              <a:rPr lang="en-US">
                <a:solidFill>
                  <a:srgbClr val="000000"/>
                </a:solidFill>
              </a:rPr>
              <a:t>Conditional Probability </a:t>
            </a:r>
          </a:p>
        </p:txBody>
      </p:sp>
      <p:sp>
        <p:nvSpPr>
          <p:cNvPr id="3" name="Content Placeholder 2">
            <a:extLst>
              <a:ext uri="{FF2B5EF4-FFF2-40B4-BE49-F238E27FC236}">
                <a16:creationId xmlns:a16="http://schemas.microsoft.com/office/drawing/2014/main" id="{8B7E610A-0D64-3498-C1A0-6A667DD257DA}"/>
              </a:ext>
            </a:extLst>
          </p:cNvPr>
          <p:cNvSpPr>
            <a:spLocks noGrp="1"/>
          </p:cNvSpPr>
          <p:nvPr>
            <p:ph idx="1"/>
          </p:nvPr>
        </p:nvSpPr>
        <p:spPr>
          <a:xfrm>
            <a:off x="525717" y="1041401"/>
            <a:ext cx="11129650" cy="5029530"/>
          </a:xfrm>
          <a:solidFill>
            <a:schemeClr val="bg2"/>
          </a:solidFill>
        </p:spPr>
        <p:txBody>
          <a:bodyPr>
            <a:normAutofit fontScale="85000" lnSpcReduction="20000"/>
          </a:bodyPr>
          <a:lstStyle/>
          <a:p>
            <a:r>
              <a:rPr lang="en-US"/>
              <a:t>A </a:t>
            </a:r>
            <a:r>
              <a:rPr lang="en-US" u="sng"/>
              <a:t>conditional probability </a:t>
            </a:r>
            <a:r>
              <a:rPr lang="en-US"/>
              <a:t>is computed with the knowledge that some previous event is true or has already occurred.   </a:t>
            </a:r>
          </a:p>
          <a:p>
            <a:r>
              <a:rPr lang="en-US"/>
              <a:t>Sometimes we want to narrow down our sample space to a more specific list of simple events within that sample space; this “narrowing down” is our condition. For example,   </a:t>
            </a:r>
          </a:p>
          <a:p>
            <a:pPr algn="ctr"/>
            <a:r>
              <a:rPr lang="en-US"/>
              <a:t>Event A = Alice is late for a meeting.  </a:t>
            </a:r>
          </a:p>
          <a:p>
            <a:pPr algn="ctr"/>
            <a:r>
              <a:rPr lang="en-US"/>
              <a:t>Event B = It’s raining.  </a:t>
            </a:r>
          </a:p>
          <a:p>
            <a:r>
              <a:rPr lang="en-US"/>
              <a:t>Does P(A) change depending on Event B? In other words, is Alice more or less likely to be late given that it’s raining?    </a:t>
            </a:r>
          </a:p>
          <a:p>
            <a:pPr algn="ctr"/>
            <a:r>
              <a:rPr b="1" lang="en-US"/>
              <a:t>P(A|B) = “the probability of A, given B”  </a:t>
            </a:r>
          </a:p>
          <a:p>
            <a:r>
              <a:rPr lang="en-US"/>
              <a:t>Whatever is “given” is the condition (the new set of circumstances). For example,  </a:t>
            </a:r>
          </a:p>
          <a:p>
            <a:pPr algn="ctr"/>
            <a:r>
              <a:rPr lang="en-US"/>
              <a:t>P(A|B) = P(“Alice is late” | “it’s raining”) </a:t>
            </a:r>
          </a:p>
          <a:p>
            <a:pPr algn="ctr"/>
            <a:r>
              <a:rPr b="1" lang="en-US"/>
              <a:t>P(A|B) = P(A∩B) / P(B)</a:t>
            </a:r>
          </a:p>
          <a:p>
            <a:pPr algn="ctr"/>
            <a:r>
              <a:rPr b="1" lang="en-US"/>
              <a:t>P(B|A) = P(A∩B) / P(A)</a:t>
            </a:r>
          </a:p>
          <a:p>
            <a:r>
              <a:rPr lang="en-US"/>
              <a:t>Never assume that P(A|B) = P(B|A).   </a:t>
            </a:r>
          </a:p>
          <a:p>
            <a:r>
              <a:rPr lang="en-US"/>
              <a:t>The condition = what is given = the new denominator.</a:t>
            </a:r>
          </a:p>
        </p:txBody>
      </p:sp>
      <p:sp>
        <p:nvSpPr>
          <p:cNvPr id="4" name="Footer Placeholder 3">
            <a:extLst>
              <a:ext uri="{FF2B5EF4-FFF2-40B4-BE49-F238E27FC236}">
                <a16:creationId xmlns:a16="http://schemas.microsoft.com/office/drawing/2014/main" id="{7DDB096E-92B2-101C-3CCB-15218E9307F8}"/>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4C923D25-5E53-E5FB-62CF-668B175FB9A3}"/>
              </a:ext>
              <a:ext uri="{C183D7F6-B498-43B3-948B-1728B52AA6E4}">
                <adec:decorative xmlns:adec="http://schemas.microsoft.com/office/drawing/2017/decorative" val="1"/>
              </a:ext>
            </a:extLst>
          </p:cNvPr>
          <p:cNvSpPr>
            <a:spLocks noGrp="1"/>
          </p:cNvSpPr>
          <p:nvPr>
            <p:ph idx="12" sz="quarter" type="sldNum"/>
          </p:nvPr>
        </p:nvSpPr>
        <p:spPr/>
        <p:txBody>
          <a:bodyPr/>
          <a:lstStyle/>
          <a:p>
            <a:fld id="{E1076ED0-0DB3-4879-AAE5-5C20D22C1DF4}" type="slidenum">
              <a:rPr lang="en-US" smtClean="0"/>
              <a:t>21</a:t>
            </a:fld>
            <a:endParaRPr lang="en-US"/>
          </a:p>
        </p:txBody>
      </p:sp>
    </p:spTree>
    <p:extLst>
      <p:ext uri="{BB962C8B-B14F-4D97-AF65-F5344CB8AC3E}">
        <p14:creationId xmlns:p14="http://schemas.microsoft.com/office/powerpoint/2010/main" val="458047850"/>
      </p:ext>
    </p:extLst>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C058A-C656-C01C-B237-C2012596C11E}"/>
              </a:ext>
            </a:extLst>
          </p:cNvPr>
          <p:cNvSpPr>
            <a:spLocks noGrp="1"/>
          </p:cNvSpPr>
          <p:nvPr>
            <p:ph type="title"/>
          </p:nvPr>
        </p:nvSpPr>
        <p:spPr>
          <a:xfrm>
            <a:off x="1057221" y="254000"/>
            <a:ext cx="10077557" cy="749498"/>
          </a:xfrm>
        </p:spPr>
        <p:txBody>
          <a:bodyPr/>
          <a:lstStyle/>
          <a:p>
            <a:pPr algn="ctr"/>
            <a:r>
              <a:rPr lang="en-US">
                <a:solidFill>
                  <a:srgbClr val="000000"/>
                </a:solidFill>
              </a:rPr>
              <a:t>The General Multiplication Rule </a:t>
            </a:r>
          </a:p>
        </p:txBody>
      </p:sp>
      <p:sp>
        <p:nvSpPr>
          <p:cNvPr id="3" name="Content Placeholder 2">
            <a:extLst>
              <a:ext uri="{FF2B5EF4-FFF2-40B4-BE49-F238E27FC236}">
                <a16:creationId xmlns:a16="http://schemas.microsoft.com/office/drawing/2014/main" id="{24EBCEAC-0BF8-D4CA-9048-29E69681643C}"/>
              </a:ext>
            </a:extLst>
          </p:cNvPr>
          <p:cNvSpPr>
            <a:spLocks noGrp="1"/>
          </p:cNvSpPr>
          <p:nvPr>
            <p:ph idx="1"/>
          </p:nvPr>
        </p:nvSpPr>
        <p:spPr>
          <a:xfrm>
            <a:off x="525717" y="1143000"/>
            <a:ext cx="11285283" cy="5213349"/>
          </a:xfrm>
          <a:solidFill>
            <a:schemeClr val="bg2"/>
          </a:solidFill>
        </p:spPr>
        <p:txBody>
          <a:bodyPr>
            <a:normAutofit fontScale="77500" lnSpcReduction="20000"/>
          </a:bodyPr>
          <a:lstStyle/>
          <a:p>
            <a:r>
              <a:rPr lang="en-US"/>
              <a:t>To find the probability that two or more events are true, we must multiply the individual probabilities together.   </a:t>
            </a:r>
          </a:p>
          <a:p>
            <a:r>
              <a:rPr lang="en-US"/>
              <a:t>For example, the probability that events C, D, and E occur = </a:t>
            </a:r>
            <a:r>
              <a:rPr b="1" lang="en-US"/>
              <a:t>P(C) x P(D) x P(E).   </a:t>
            </a:r>
          </a:p>
          <a:p>
            <a:r>
              <a:rPr lang="en-US"/>
              <a:t>The equations will change depending on whether the events are independent or dependent.   </a:t>
            </a:r>
          </a:p>
          <a:p>
            <a:r>
              <a:rPr lang="en-US"/>
              <a:t>Two events are dependent if the occurrence of one event changes the probability that the other event will occur.   </a:t>
            </a:r>
          </a:p>
          <a:p>
            <a:pPr algn="ctr"/>
            <a:r>
              <a:rPr b="1" lang="en-US"/>
              <a:t>P(A∩B)=P(A)∗P(B|A) </a:t>
            </a:r>
          </a:p>
          <a:p>
            <a:pPr algn="ctr"/>
            <a:r>
              <a:rPr b="1" lang="en-US"/>
              <a:t>P(A∩B)=P(B)∗P(A|B)</a:t>
            </a:r>
            <a:r>
              <a:rPr lang="en-US"/>
              <a:t> </a:t>
            </a:r>
          </a:p>
          <a:p>
            <a:r>
              <a:rPr lang="en-US"/>
              <a:t>Two events are independent if the occurrence of one event does not change the probability that the other event will occur.   </a:t>
            </a:r>
          </a:p>
          <a:p>
            <a:pPr algn="ctr"/>
            <a:r>
              <a:rPr b="1" lang="en-US"/>
              <a:t>(A∩B)=P(A)∗P(B)</a:t>
            </a:r>
            <a:r>
              <a:rPr lang="en-US"/>
              <a:t> </a:t>
            </a:r>
          </a:p>
          <a:p>
            <a:r>
              <a:rPr lang="en-US"/>
              <a:t>Example:   </a:t>
            </a:r>
          </a:p>
          <a:p>
            <a:r>
              <a:rPr lang="en-US"/>
              <a:t>Event A = There is a severe storm in the Atlanta area.  </a:t>
            </a:r>
          </a:p>
          <a:p>
            <a:r>
              <a:rPr lang="en-US"/>
              <a:t>Event B = KSU cancels classes for the day.  </a:t>
            </a:r>
          </a:p>
          <a:p>
            <a:r>
              <a:rPr lang="en-US"/>
              <a:t>Event C = Your best friend wins the lottery.   </a:t>
            </a:r>
          </a:p>
          <a:p>
            <a:r>
              <a:rPr lang="en-US"/>
              <a:t>Do you think events A and B are independent?   </a:t>
            </a:r>
          </a:p>
          <a:p>
            <a:r>
              <a:rPr lang="en-US"/>
              <a:t>Do you think events A and C are independent?  </a:t>
            </a:r>
          </a:p>
        </p:txBody>
      </p:sp>
      <p:sp>
        <p:nvSpPr>
          <p:cNvPr id="4" name="Footer Placeholder 3">
            <a:extLst>
              <a:ext uri="{FF2B5EF4-FFF2-40B4-BE49-F238E27FC236}">
                <a16:creationId xmlns:a16="http://schemas.microsoft.com/office/drawing/2014/main" id="{9A5278CD-9ADC-D05C-381A-E22C747893D9}"/>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4EFF2061-C7FE-57DD-44F6-69C0ECAB98C1}"/>
              </a:ext>
              <a:ext uri="{C183D7F6-B498-43B3-948B-1728B52AA6E4}">
                <adec:decorative xmlns:adec="http://schemas.microsoft.com/office/drawing/2017/decorative" val="1"/>
              </a:ext>
            </a:extLst>
          </p:cNvPr>
          <p:cNvSpPr>
            <a:spLocks noGrp="1"/>
          </p:cNvSpPr>
          <p:nvPr>
            <p:ph idx="12" sz="quarter" type="sldNum"/>
          </p:nvPr>
        </p:nvSpPr>
        <p:spPr/>
        <p:txBody>
          <a:bodyPr/>
          <a:lstStyle/>
          <a:p>
            <a:fld id="{E1076ED0-0DB3-4879-AAE5-5C20D22C1DF4}" type="slidenum">
              <a:rPr lang="en-US" smtClean="0"/>
              <a:t>22</a:t>
            </a:fld>
            <a:endParaRPr lang="en-US"/>
          </a:p>
        </p:txBody>
      </p:sp>
    </p:spTree>
    <p:extLst>
      <p:ext uri="{BB962C8B-B14F-4D97-AF65-F5344CB8AC3E}">
        <p14:creationId xmlns:p14="http://schemas.microsoft.com/office/powerpoint/2010/main" val="881787504"/>
      </p:ext>
    </p:extLst>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F1450-E883-EA81-8AB4-98CA3B0CAEDD}"/>
              </a:ext>
            </a:extLst>
          </p:cNvPr>
          <p:cNvSpPr>
            <a:spLocks noGrp="1"/>
          </p:cNvSpPr>
          <p:nvPr>
            <p:ph type="title"/>
          </p:nvPr>
        </p:nvSpPr>
        <p:spPr/>
        <p:txBody>
          <a:bodyPr/>
          <a:lstStyle/>
          <a:p>
            <a:r>
              <a:rPr lang="en-US"/>
              <a:t>Are Two Events Independent? </a:t>
            </a:r>
          </a:p>
        </p:txBody>
      </p:sp>
      <p:sp>
        <p:nvSpPr>
          <p:cNvPr id="3" name="Content Placeholder 2">
            <a:extLst>
              <a:ext uri="{FF2B5EF4-FFF2-40B4-BE49-F238E27FC236}">
                <a16:creationId xmlns:a16="http://schemas.microsoft.com/office/drawing/2014/main" id="{B6784C5A-F7FE-5E18-CC8E-79E3008BFDE4}"/>
              </a:ext>
            </a:extLst>
          </p:cNvPr>
          <p:cNvSpPr>
            <a:spLocks noGrp="1"/>
          </p:cNvSpPr>
          <p:nvPr>
            <p:ph idx="1"/>
          </p:nvPr>
        </p:nvSpPr>
        <p:spPr/>
        <p:txBody>
          <a:bodyPr anchor="t" bIns="45720" lIns="91440" rIns="91440" rtlCol="0" tIns="45720" vert="horz">
            <a:normAutofit/>
          </a:bodyPr>
          <a:lstStyle/>
          <a:p>
            <a:r>
              <a:rPr lang="en-US"/>
              <a:t>Does P(A) = P(A|B)? </a:t>
            </a:r>
          </a:p>
          <a:p>
            <a:endParaRPr dirty="0" lang="en-US"/>
          </a:p>
          <a:p>
            <a:r>
              <a:rPr lang="en-US"/>
              <a:t>Does P(B) = P(B|A)? </a:t>
            </a:r>
            <a:endParaRPr dirty="0" lang="en-US"/>
          </a:p>
        </p:txBody>
      </p:sp>
      <p:sp>
        <p:nvSpPr>
          <p:cNvPr id="4" name="Footer Placeholder 3">
            <a:extLst>
              <a:ext uri="{FF2B5EF4-FFF2-40B4-BE49-F238E27FC236}">
                <a16:creationId xmlns:a16="http://schemas.microsoft.com/office/drawing/2014/main" id="{925687A6-459D-9781-A27F-44486965F421}"/>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760A39AD-FFE5-0B5C-1E5A-77ED0754057B}"/>
              </a:ext>
            </a:extLst>
          </p:cNvPr>
          <p:cNvSpPr>
            <a:spLocks noGrp="1"/>
          </p:cNvSpPr>
          <p:nvPr>
            <p:ph idx="12" sz="quarter" type="sldNum"/>
          </p:nvPr>
        </p:nvSpPr>
        <p:spPr/>
        <p:txBody>
          <a:bodyPr/>
          <a:lstStyle/>
          <a:p>
            <a:fld id="{E1076ED0-0DB3-4879-AAE5-5C20D22C1DF4}" type="slidenum">
              <a:rPr lang="en-US" smtClean="0"/>
              <a:t>23</a:t>
            </a:fld>
            <a:endParaRPr lang="en-US"/>
          </a:p>
        </p:txBody>
      </p:sp>
    </p:spTree>
    <p:extLst>
      <p:ext uri="{BB962C8B-B14F-4D97-AF65-F5344CB8AC3E}">
        <p14:creationId xmlns:p14="http://schemas.microsoft.com/office/powerpoint/2010/main" val="2606820823"/>
      </p:ext>
    </p:extLst>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F2213-A579-9E73-41D9-0835F2243E61}"/>
              </a:ext>
            </a:extLst>
          </p:cNvPr>
          <p:cNvSpPr>
            <a:spLocks noGrp="1"/>
          </p:cNvSpPr>
          <p:nvPr>
            <p:ph type="title"/>
          </p:nvPr>
        </p:nvSpPr>
        <p:spPr/>
        <p:txBody>
          <a:bodyPr/>
          <a:lstStyle/>
          <a:p>
            <a:r>
              <a:rPr lang="en-US">
                <a:solidFill>
                  <a:srgbClr val="000000"/>
                </a:solidFill>
              </a:rPr>
              <a:t>Mutually Exclusive vs. Independent </a:t>
            </a:r>
          </a:p>
        </p:txBody>
      </p:sp>
      <p:sp>
        <p:nvSpPr>
          <p:cNvPr id="3" name="Content Placeholder 2">
            <a:extLst>
              <a:ext uri="{FF2B5EF4-FFF2-40B4-BE49-F238E27FC236}">
                <a16:creationId xmlns:a16="http://schemas.microsoft.com/office/drawing/2014/main" id="{2636487D-0D94-59A5-DC98-1439FEA57189}"/>
              </a:ext>
            </a:extLst>
          </p:cNvPr>
          <p:cNvSpPr>
            <a:spLocks noGrp="1"/>
          </p:cNvSpPr>
          <p:nvPr>
            <p:ph idx="1"/>
          </p:nvPr>
        </p:nvSpPr>
        <p:spPr/>
        <p:txBody>
          <a:bodyPr/>
          <a:lstStyle/>
          <a:p>
            <a:r>
              <a:rPr lang="en-US"/>
              <a:t>Does the occurrence of one event </a:t>
            </a:r>
            <a:r>
              <a:rPr i="1" lang="en-US"/>
              <a:t>prevent</a:t>
            </a:r>
            <a:r>
              <a:rPr lang="en-US"/>
              <a:t> the other event form occurring? </a:t>
            </a:r>
          </a:p>
          <a:p>
            <a:endParaRPr lang="en-US"/>
          </a:p>
          <a:p>
            <a:r>
              <a:rPr lang="en-US"/>
              <a:t>Does the occurrence of one event </a:t>
            </a:r>
            <a:r>
              <a:rPr i="1" lang="en-US"/>
              <a:t>change</a:t>
            </a:r>
            <a:r>
              <a:rPr lang="en-US"/>
              <a:t> the probability of the other event? </a:t>
            </a:r>
          </a:p>
          <a:p>
            <a:endParaRPr lang="en-US"/>
          </a:p>
          <a:p>
            <a:r>
              <a:rPr lang="en-US"/>
              <a:t>If two events are mutually exclusive, MUST they be independent or dependent? </a:t>
            </a:r>
          </a:p>
          <a:p>
            <a:br>
              <a:rPr lang="en-US"/>
            </a:br>
            <a:r>
              <a:rPr lang="en-US"/>
              <a:t>True or false: Not all dependent events are mutually exclusive.</a:t>
            </a:r>
          </a:p>
        </p:txBody>
      </p:sp>
      <p:sp>
        <p:nvSpPr>
          <p:cNvPr id="4" name="Footer Placeholder 3">
            <a:extLst>
              <a:ext uri="{FF2B5EF4-FFF2-40B4-BE49-F238E27FC236}">
                <a16:creationId xmlns:a16="http://schemas.microsoft.com/office/drawing/2014/main" id="{1395FDE5-5BEB-1028-4DEE-2E50B33924FA}"/>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574C8A11-12BE-574F-25A5-46A6DF134960}"/>
              </a:ext>
              <a:ext uri="{C183D7F6-B498-43B3-948B-1728B52AA6E4}">
                <adec:decorative xmlns:adec="http://schemas.microsoft.com/office/drawing/2017/decorative" val="1"/>
              </a:ext>
            </a:extLst>
          </p:cNvPr>
          <p:cNvSpPr>
            <a:spLocks noGrp="1"/>
          </p:cNvSpPr>
          <p:nvPr>
            <p:ph idx="12" sz="quarter" type="sldNum"/>
          </p:nvPr>
        </p:nvSpPr>
        <p:spPr/>
        <p:txBody>
          <a:bodyPr/>
          <a:lstStyle/>
          <a:p>
            <a:fld id="{E1076ED0-0DB3-4879-AAE5-5C20D22C1DF4}" type="slidenum">
              <a:rPr lang="en-US" smtClean="0"/>
              <a:t>24</a:t>
            </a:fld>
            <a:endParaRPr lang="en-US"/>
          </a:p>
        </p:txBody>
      </p:sp>
    </p:spTree>
    <p:extLst>
      <p:ext uri="{BB962C8B-B14F-4D97-AF65-F5344CB8AC3E}">
        <p14:creationId xmlns:p14="http://schemas.microsoft.com/office/powerpoint/2010/main" val="4156557293"/>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00CE7-60E0-A5EE-7091-013E9DFD1974}"/>
              </a:ext>
            </a:extLst>
          </p:cNvPr>
          <p:cNvSpPr>
            <a:spLocks noGrp="1"/>
          </p:cNvSpPr>
          <p:nvPr>
            <p:ph type="title"/>
          </p:nvPr>
        </p:nvSpPr>
        <p:spPr>
          <a:xfrm>
            <a:off x="1057221" y="232216"/>
            <a:ext cx="10077557" cy="715631"/>
          </a:xfrm>
        </p:spPr>
        <p:txBody>
          <a:bodyPr/>
          <a:lstStyle/>
          <a:p>
            <a:pPr algn="ctr"/>
            <a:r>
              <a:rPr lang="en-US">
                <a:solidFill>
                  <a:srgbClr val="000000"/>
                </a:solidFill>
              </a:rPr>
              <a:t>Contingency Tables </a:t>
            </a:r>
          </a:p>
        </p:txBody>
      </p:sp>
      <p:sp>
        <p:nvSpPr>
          <p:cNvPr id="3" name="Content Placeholder 2">
            <a:extLst>
              <a:ext uri="{FF2B5EF4-FFF2-40B4-BE49-F238E27FC236}">
                <a16:creationId xmlns:a16="http://schemas.microsoft.com/office/drawing/2014/main" id="{DF31BE39-0477-0F91-511E-614CBC0A67BE}"/>
              </a:ext>
            </a:extLst>
          </p:cNvPr>
          <p:cNvSpPr>
            <a:spLocks noGrp="1"/>
          </p:cNvSpPr>
          <p:nvPr>
            <p:ph idx="1"/>
          </p:nvPr>
        </p:nvSpPr>
        <p:spPr>
          <a:xfrm>
            <a:off x="302541" y="1135982"/>
            <a:ext cx="11728591" cy="3549045"/>
          </a:xfrm>
          <a:solidFill>
            <a:schemeClr val="bg2"/>
          </a:solidFill>
        </p:spPr>
        <p:txBody>
          <a:bodyPr>
            <a:normAutofit fontScale="85000" lnSpcReduction="10000"/>
          </a:bodyPr>
          <a:lstStyle/>
          <a:p>
            <a:pPr fontAlgn="base"/>
            <a:r>
              <a:rPr lang="en-US"/>
              <a:t>Contingency tables categorize items by two variables.  In this table below, what are the two variables represented?  </a:t>
            </a:r>
            <a:br>
              <a:rPr lang="en-US"/>
            </a:br>
            <a:r>
              <a:rPr lang="en-US"/>
              <a:t> </a:t>
            </a:r>
            <a:br>
              <a:rPr lang="en-US"/>
            </a:br>
            <a:r>
              <a:rPr b="1" lang="en-US"/>
              <a:t>Solving problems from a contingency table:   </a:t>
            </a:r>
          </a:p>
          <a:p>
            <a:pPr fontAlgn="base"/>
            <a:r>
              <a:rPr lang="en-US"/>
              <a:t>Find the totals for each row and each column.  </a:t>
            </a:r>
          </a:p>
          <a:p>
            <a:pPr fontAlgn="base"/>
            <a:r>
              <a:rPr lang="en-US"/>
              <a:t>The row totals and column totals should add up to the same “grand total.”   </a:t>
            </a:r>
          </a:p>
          <a:p>
            <a:pPr fontAlgn="base"/>
            <a:r>
              <a:rPr lang="en-US"/>
              <a:t>Use the general addition rule for “or” problems.   </a:t>
            </a:r>
          </a:p>
          <a:p>
            <a:pPr fontAlgn="base"/>
            <a:r>
              <a:rPr lang="en-US"/>
              <a:t>The keyword “and” means to find the intersection.   </a:t>
            </a:r>
          </a:p>
          <a:p>
            <a:pPr fontAlgn="base"/>
            <a:r>
              <a:rPr lang="en-US"/>
              <a:t> </a:t>
            </a:r>
          </a:p>
          <a:p>
            <a:br>
              <a:rPr lang="en-US"/>
            </a:br>
            <a:r>
              <a:rPr lang="en-US"/>
              <a:t>   </a:t>
            </a:r>
          </a:p>
        </p:txBody>
      </p:sp>
      <p:sp>
        <p:nvSpPr>
          <p:cNvPr id="4" name="Footer Placeholder 3">
            <a:extLst>
              <a:ext uri="{FF2B5EF4-FFF2-40B4-BE49-F238E27FC236}">
                <a16:creationId xmlns:a16="http://schemas.microsoft.com/office/drawing/2014/main" id="{A2710CD0-D663-1FA0-CE87-0B1BF3C709A8}"/>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5633EF59-AD37-AA61-02A9-8F3F815D0059}"/>
              </a:ext>
              <a:ext uri="{C183D7F6-B498-43B3-948B-1728B52AA6E4}">
                <adec:decorative xmlns:adec="http://schemas.microsoft.com/office/drawing/2017/decorative" val="1"/>
              </a:ext>
            </a:extLst>
          </p:cNvPr>
          <p:cNvSpPr>
            <a:spLocks noGrp="1"/>
          </p:cNvSpPr>
          <p:nvPr>
            <p:ph idx="12" sz="quarter" type="sldNum"/>
          </p:nvPr>
        </p:nvSpPr>
        <p:spPr/>
        <p:txBody>
          <a:bodyPr/>
          <a:lstStyle/>
          <a:p>
            <a:fld id="{E1076ED0-0DB3-4879-AAE5-5C20D22C1DF4}" type="slidenum">
              <a:rPr lang="en-US" smtClean="0"/>
              <a:t>25</a:t>
            </a:fld>
            <a:endParaRPr lang="en-US"/>
          </a:p>
        </p:txBody>
      </p:sp>
      <p:graphicFrame>
        <p:nvGraphicFramePr>
          <p:cNvPr id="7" name="Table 6">
            <a:extLst>
              <a:ext uri="{FF2B5EF4-FFF2-40B4-BE49-F238E27FC236}">
                <a16:creationId xmlns:a16="http://schemas.microsoft.com/office/drawing/2014/main" id="{26202455-F125-A21E-27B4-993B84697A68}"/>
              </a:ext>
            </a:extLst>
          </p:cNvPr>
          <p:cNvGraphicFramePr>
            <a:graphicFrameLocks noGrp="1"/>
          </p:cNvGraphicFramePr>
          <p:nvPr>
            <p:extLst>
              <p:ext uri="{D42A27DB-BD31-4B8C-83A1-F6EECF244321}">
                <p14:modId xmlns:p14="http://schemas.microsoft.com/office/powerpoint/2010/main" val="1612672575"/>
              </p:ext>
            </p:extLst>
          </p:nvPr>
        </p:nvGraphicFramePr>
        <p:xfrm>
          <a:off x="2827019" y="3875646"/>
          <a:ext cx="6537960" cy="2230377"/>
        </p:xfrm>
        <a:graphic>
          <a:graphicData uri="http://schemas.openxmlformats.org/drawingml/2006/table">
            <a:tbl>
              <a:tblPr firstRow="1"/>
              <a:tblGrid>
                <a:gridCol w="1089660">
                  <a:extLst>
                    <a:ext uri="{9D8B030D-6E8A-4147-A177-3AD203B41FA5}">
                      <a16:colId xmlns:a16="http://schemas.microsoft.com/office/drawing/2014/main" val="742024789"/>
                    </a:ext>
                  </a:extLst>
                </a:gridCol>
                <a:gridCol w="1089660">
                  <a:extLst>
                    <a:ext uri="{9D8B030D-6E8A-4147-A177-3AD203B41FA5}">
                      <a16:colId xmlns:a16="http://schemas.microsoft.com/office/drawing/2014/main" val="2995058764"/>
                    </a:ext>
                  </a:extLst>
                </a:gridCol>
                <a:gridCol w="1089660">
                  <a:extLst>
                    <a:ext uri="{9D8B030D-6E8A-4147-A177-3AD203B41FA5}">
                      <a16:colId xmlns:a16="http://schemas.microsoft.com/office/drawing/2014/main" val="3160147275"/>
                    </a:ext>
                  </a:extLst>
                </a:gridCol>
                <a:gridCol w="1089660">
                  <a:extLst>
                    <a:ext uri="{9D8B030D-6E8A-4147-A177-3AD203B41FA5}">
                      <a16:colId xmlns:a16="http://schemas.microsoft.com/office/drawing/2014/main" val="4292534673"/>
                    </a:ext>
                  </a:extLst>
                </a:gridCol>
                <a:gridCol w="1089660">
                  <a:extLst>
                    <a:ext uri="{9D8B030D-6E8A-4147-A177-3AD203B41FA5}">
                      <a16:colId xmlns:a16="http://schemas.microsoft.com/office/drawing/2014/main" val="1079836817"/>
                    </a:ext>
                  </a:extLst>
                </a:gridCol>
                <a:gridCol w="1089660">
                  <a:extLst>
                    <a:ext uri="{9D8B030D-6E8A-4147-A177-3AD203B41FA5}">
                      <a16:colId xmlns:a16="http://schemas.microsoft.com/office/drawing/2014/main" val="1539078060"/>
                    </a:ext>
                  </a:extLst>
                </a:gridCol>
              </a:tblGrid>
              <a:tr h="152400">
                <a:tc gridSpan="6">
                  <a:txBody>
                    <a:bodyPr/>
                    <a:lstStyle/>
                    <a:p>
                      <a:pPr algn="ctr" fontAlgn="base" rtl="0">
                        <a:lnSpc>
                          <a:spcPts val="1650"/>
                        </a:lnSpc>
                        <a:buNone/>
                      </a:pPr>
                      <a:r>
                        <a:rPr b="0" i="0" lang="en-US" sz="1100">
                          <a:effectLst/>
                          <a:latin typeface="WordVisiCarriageReturn_MSFontService"/>
                        </a:rPr>
                        <a:t> </a:t>
                      </a:r>
                      <a:br>
                        <a:rPr b="0" i="0" lang="en-US" sz="1100">
                          <a:effectLst/>
                          <a:latin typeface="WordVisiCarriageReturn_MSFontService"/>
                        </a:rPr>
                      </a:br>
                      <a:r>
                        <a:rPr b="1" i="0" lang="en-US" sz="1400">
                          <a:solidFill>
                            <a:srgbClr val="000000"/>
                          </a:solidFill>
                          <a:effectLst/>
                          <a:latin charset="0" panose="020F0502020204030204" pitchFamily="34" typeface="Calibri"/>
                        </a:rPr>
                        <a:t>Voter Information </a:t>
                      </a:r>
                      <a:r>
                        <a:rPr b="0" i="0" lang="en-US" sz="1400">
                          <a:solidFill>
                            <a:srgbClr val="000000"/>
                          </a:solidFill>
                          <a:effectLst/>
                          <a:latin typeface="WordVisiCarriageReturn_MSFontService"/>
                        </a:rPr>
                        <a:t> </a:t>
                      </a:r>
                      <a:br>
                        <a:rPr b="0" i="0" lang="en-US" sz="1400">
                          <a:solidFill>
                            <a:srgbClr val="000000"/>
                          </a:solidFill>
                          <a:effectLst/>
                          <a:latin typeface="WordVisiCarriageReturn_MSFontService"/>
                        </a:rPr>
                      </a:br>
                      <a:r>
                        <a:rPr b="0" i="0" lang="en-US" sz="1400">
                          <a:solidFill>
                            <a:srgbClr val="000000"/>
                          </a:solidFill>
                          <a:effectLst/>
                          <a:latin charset="0" panose="020F0502020204030204" pitchFamily="34" typeface="Calibri"/>
                        </a:rPr>
                        <a:t> </a:t>
                      </a:r>
                      <a:endParaRPr b="0" i="0" lang="en-US" sz="1100">
                        <a:effectLst/>
                        <a:latin charset="0" panose="020F0502020204030204" pitchFamily="34" typeface="Calibri"/>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002442998"/>
                  </a:ext>
                </a:extLst>
              </a:tr>
              <a:tr h="152400">
                <a:tc gridSpan="2" rowSpan="2">
                  <a:txBody>
                    <a:bodyPr/>
                    <a:lstStyle/>
                    <a:p>
                      <a:pPr algn="ctr" fontAlgn="base" rtl="0">
                        <a:lnSpc>
                          <a:spcPts val="1650"/>
                        </a:lnSpc>
                        <a:buNone/>
                      </a:pPr>
                      <a:r>
                        <a:rPr b="0" i="0" lang="en-US" sz="1400">
                          <a:solidFill>
                            <a:srgbClr val="000000"/>
                          </a:solidFill>
                          <a:effectLst/>
                          <a:latin charset="0" panose="020F0502020204030204" pitchFamily="34" typeface="Calibri"/>
                        </a:rPr>
                        <a:t> </a:t>
                      </a: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hMerge="1" rowSpan="2">
                  <a:txBody>
                    <a:bodyPr/>
                    <a:lstStyle/>
                    <a:p>
                      <a:endParaRPr lang="en-US"/>
                    </a:p>
                  </a:txBody>
                  <a:tcPr/>
                </a:tc>
                <a:tc gridSpan="4">
                  <a:txBody>
                    <a:bodyPr/>
                    <a:lstStyle/>
                    <a:p>
                      <a:pPr algn="ctr" fontAlgn="base" rtl="0">
                        <a:lnSpc>
                          <a:spcPts val="1650"/>
                        </a:lnSpc>
                        <a:buNone/>
                      </a:pPr>
                      <a:r>
                        <a:rPr b="1" i="0" lang="en-US" sz="1400">
                          <a:solidFill>
                            <a:srgbClr val="000000"/>
                          </a:solidFill>
                          <a:effectLst/>
                          <a:latin charset="0" panose="020F0502020204030204" pitchFamily="34" typeface="Calibri"/>
                        </a:rPr>
                        <a:t>Opinion</a:t>
                      </a:r>
                      <a:r>
                        <a:rPr b="0" i="0" lang="en-US" sz="1400">
                          <a:solidFill>
                            <a:srgbClr val="000000"/>
                          </a:solidFill>
                          <a:effectLst/>
                          <a:latin charset="0" panose="020F0502020204030204" pitchFamily="34" typeface="Calibri"/>
                        </a:rPr>
                        <a:t>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65878024"/>
                  </a:ext>
                </a:extLst>
              </a:tr>
              <a:tr h="152400">
                <a:tc gridSpan="2" vMerge="1">
                  <a:txBody>
                    <a:bodyPr/>
                    <a:lstStyle/>
                    <a:p>
                      <a:endParaRPr lang="en-US"/>
                    </a:p>
                  </a:txBody>
                  <a:tcPr/>
                </a:tc>
                <a:tc hMerge="1" vMerge="1">
                  <a:txBody>
                    <a:bodyPr/>
                    <a:lstStyle/>
                    <a:p>
                      <a:endParaRPr lang="en-US"/>
                    </a:p>
                  </a:txBody>
                  <a:tcPr/>
                </a:tc>
                <a:tc>
                  <a:txBody>
                    <a:bodyPr/>
                    <a:lstStyle/>
                    <a:p>
                      <a:pPr algn="ctr" fontAlgn="base" rtl="0">
                        <a:lnSpc>
                          <a:spcPts val="1650"/>
                        </a:lnSpc>
                        <a:buNone/>
                      </a:pPr>
                      <a:r>
                        <a:rPr b="1" i="0" lang="en-US" sz="1400">
                          <a:solidFill>
                            <a:srgbClr val="000000"/>
                          </a:solidFill>
                          <a:effectLst/>
                          <a:latin charset="0" panose="020F0502020204030204" pitchFamily="34" typeface="Calibri"/>
                        </a:rPr>
                        <a:t>Favor</a:t>
                      </a:r>
                      <a:r>
                        <a:rPr b="0" i="0" lang="en-US" sz="1400">
                          <a:solidFill>
                            <a:srgbClr val="000000"/>
                          </a:solidFill>
                          <a:effectLst/>
                          <a:latin charset="0" panose="020F0502020204030204" pitchFamily="34" typeface="Calibri"/>
                        </a:rPr>
                        <a:t>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ctr" fontAlgn="base" rtl="0">
                        <a:lnSpc>
                          <a:spcPts val="1650"/>
                        </a:lnSpc>
                        <a:buNone/>
                      </a:pPr>
                      <a:r>
                        <a:rPr b="1" i="0" lang="en-US" sz="1400">
                          <a:solidFill>
                            <a:srgbClr val="000000"/>
                          </a:solidFill>
                          <a:effectLst/>
                          <a:latin charset="0" panose="020F0502020204030204" pitchFamily="34" typeface="Calibri"/>
                        </a:rPr>
                        <a:t>Opposed</a:t>
                      </a:r>
                      <a:r>
                        <a:rPr b="0" i="0" lang="en-US" sz="1400">
                          <a:solidFill>
                            <a:srgbClr val="000000"/>
                          </a:solidFill>
                          <a:effectLst/>
                          <a:latin charset="0" panose="020F0502020204030204" pitchFamily="34" typeface="Calibri"/>
                        </a:rPr>
                        <a:t>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ctr" fontAlgn="base" rtl="0">
                        <a:lnSpc>
                          <a:spcPts val="1650"/>
                        </a:lnSpc>
                        <a:buNone/>
                      </a:pPr>
                      <a:r>
                        <a:rPr b="1" i="0" lang="en-US" sz="1400">
                          <a:solidFill>
                            <a:srgbClr val="000000"/>
                          </a:solidFill>
                          <a:effectLst/>
                          <a:latin charset="0" panose="020F0502020204030204" pitchFamily="34" typeface="Calibri"/>
                        </a:rPr>
                        <a:t>Undecided</a:t>
                      </a:r>
                      <a:r>
                        <a:rPr b="0" i="0" lang="en-US" sz="1400">
                          <a:solidFill>
                            <a:srgbClr val="000000"/>
                          </a:solidFill>
                          <a:effectLst/>
                          <a:latin charset="0" panose="020F0502020204030204" pitchFamily="34" typeface="Calibri"/>
                        </a:rPr>
                        <a:t>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ctr" fontAlgn="base" rtl="0">
                        <a:lnSpc>
                          <a:spcPts val="1650"/>
                        </a:lnSpc>
                        <a:buNone/>
                      </a:pPr>
                      <a:r>
                        <a:rPr b="1" i="0" lang="en-US" sz="1400">
                          <a:solidFill>
                            <a:srgbClr val="000000"/>
                          </a:solidFill>
                          <a:effectLst/>
                          <a:latin charset="0" panose="020F0502020204030204" pitchFamily="34" typeface="Calibri"/>
                        </a:rPr>
                        <a:t>Totals</a:t>
                      </a:r>
                      <a:r>
                        <a:rPr b="0" i="0" lang="en-US" sz="1400">
                          <a:solidFill>
                            <a:srgbClr val="000000"/>
                          </a:solidFill>
                          <a:effectLst/>
                          <a:latin charset="0" panose="020F0502020204030204" pitchFamily="34" typeface="Calibri"/>
                        </a:rPr>
                        <a:t>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extLst>
                  <a:ext uri="{0D108BD9-81ED-4DB2-BD59-A6C34878D82A}">
                    <a16:rowId xmlns:a16="http://schemas.microsoft.com/office/drawing/2014/main" val="828139136"/>
                  </a:ext>
                </a:extLst>
              </a:tr>
              <a:tr h="152400">
                <a:tc rowSpan="3">
                  <a:txBody>
                    <a:bodyPr/>
                    <a:lstStyle/>
                    <a:p>
                      <a:pPr algn="ctr" fontAlgn="base" rtl="0">
                        <a:lnSpc>
                          <a:spcPts val="1650"/>
                        </a:lnSpc>
                        <a:buNone/>
                      </a:pPr>
                      <a:r>
                        <a:rPr b="1" i="0" lang="en-US" sz="1400">
                          <a:solidFill>
                            <a:srgbClr val="000000"/>
                          </a:solidFill>
                          <a:effectLst/>
                          <a:latin charset="0" panose="020F0502020204030204" pitchFamily="34" typeface="Calibri"/>
                        </a:rPr>
                        <a:t>Likelihood to Vote </a:t>
                      </a:r>
                      <a:r>
                        <a:rPr b="0" i="0" lang="en-US" sz="1400">
                          <a:solidFill>
                            <a:srgbClr val="000000"/>
                          </a:solidFill>
                          <a:effectLst/>
                          <a:latin charset="0" panose="020F0502020204030204" pitchFamily="34" typeface="Calibri"/>
                        </a:rPr>
                        <a:t>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ctr" fontAlgn="base" rtl="0">
                        <a:lnSpc>
                          <a:spcPts val="1650"/>
                        </a:lnSpc>
                        <a:buNone/>
                      </a:pPr>
                      <a:r>
                        <a:rPr b="1" i="0" lang="en-US" sz="1400">
                          <a:solidFill>
                            <a:srgbClr val="000000"/>
                          </a:solidFill>
                          <a:effectLst/>
                          <a:latin charset="0" panose="020F0502020204030204" pitchFamily="34" typeface="Calibri"/>
                        </a:rPr>
                        <a:t>Likely</a:t>
                      </a:r>
                      <a:r>
                        <a:rPr b="0" i="0" lang="en-US" sz="1400">
                          <a:solidFill>
                            <a:srgbClr val="000000"/>
                          </a:solidFill>
                          <a:effectLst/>
                          <a:latin charset="0" panose="020F0502020204030204" pitchFamily="34" typeface="Calibri"/>
                        </a:rPr>
                        <a:t>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ctr" fontAlgn="base" rtl="0">
                        <a:lnSpc>
                          <a:spcPts val="1650"/>
                        </a:lnSpc>
                        <a:buNone/>
                      </a:pPr>
                      <a:r>
                        <a:rPr b="0" i="0" lang="en-US" sz="1400">
                          <a:solidFill>
                            <a:srgbClr val="000000"/>
                          </a:solidFill>
                          <a:effectLst/>
                          <a:latin charset="0" panose="020F0502020204030204" pitchFamily="34" typeface="Calibri"/>
                        </a:rPr>
                        <a:t>372 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ctr" fontAlgn="base" rtl="0">
                        <a:lnSpc>
                          <a:spcPts val="1650"/>
                        </a:lnSpc>
                        <a:buNone/>
                      </a:pPr>
                      <a:r>
                        <a:rPr b="0" i="0" lang="en-US" sz="1400">
                          <a:solidFill>
                            <a:srgbClr val="000000"/>
                          </a:solidFill>
                          <a:effectLst/>
                          <a:latin charset="0" panose="020F0502020204030204" pitchFamily="34" typeface="Calibri"/>
                        </a:rPr>
                        <a:t>262 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ctr" fontAlgn="base" rtl="0">
                        <a:lnSpc>
                          <a:spcPts val="1650"/>
                        </a:lnSpc>
                        <a:buNone/>
                      </a:pPr>
                      <a:r>
                        <a:rPr b="0" i="0" lang="en-US" sz="1400">
                          <a:solidFill>
                            <a:srgbClr val="000000"/>
                          </a:solidFill>
                          <a:effectLst/>
                          <a:latin charset="0" panose="020F0502020204030204" pitchFamily="34" typeface="Calibri"/>
                        </a:rPr>
                        <a:t>87 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ctr" fontAlgn="base" rtl="0">
                        <a:lnSpc>
                          <a:spcPts val="1650"/>
                        </a:lnSpc>
                        <a:buNone/>
                      </a:pPr>
                      <a:r>
                        <a:rPr b="1" i="0" lang="en-US" sz="1400">
                          <a:solidFill>
                            <a:srgbClr val="000000"/>
                          </a:solidFill>
                          <a:effectLst/>
                          <a:latin charset="0" panose="020F0502020204030204" pitchFamily="34" typeface="Calibri"/>
                        </a:rPr>
                        <a:t>721</a:t>
                      </a:r>
                      <a:r>
                        <a:rPr b="0" i="0" lang="en-US" sz="1400">
                          <a:solidFill>
                            <a:srgbClr val="000000"/>
                          </a:solidFill>
                          <a:effectLst/>
                          <a:latin charset="0" panose="020F0502020204030204" pitchFamily="34" typeface="Calibri"/>
                        </a:rPr>
                        <a:t>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extLst>
                  <a:ext uri="{0D108BD9-81ED-4DB2-BD59-A6C34878D82A}">
                    <a16:rowId xmlns:a16="http://schemas.microsoft.com/office/drawing/2014/main" val="1820504845"/>
                  </a:ext>
                </a:extLst>
              </a:tr>
              <a:tr h="205740">
                <a:tc vMerge="1">
                  <a:txBody>
                    <a:bodyPr/>
                    <a:lstStyle/>
                    <a:p>
                      <a:endParaRPr lang="en-US"/>
                    </a:p>
                  </a:txBody>
                  <a:tcPr/>
                </a:tc>
                <a:tc>
                  <a:txBody>
                    <a:bodyPr/>
                    <a:lstStyle/>
                    <a:p>
                      <a:pPr algn="ctr" fontAlgn="base" rtl="0">
                        <a:lnSpc>
                          <a:spcPts val="1650"/>
                        </a:lnSpc>
                        <a:buNone/>
                      </a:pPr>
                      <a:r>
                        <a:rPr b="1" i="0" lang="en-US" sz="1400">
                          <a:solidFill>
                            <a:srgbClr val="000000"/>
                          </a:solidFill>
                          <a:effectLst/>
                          <a:latin charset="0" panose="020F0502020204030204" pitchFamily="34" typeface="Calibri"/>
                        </a:rPr>
                        <a:t>Not likely</a:t>
                      </a:r>
                      <a:r>
                        <a:rPr b="0" i="0" lang="en-US" sz="1400">
                          <a:solidFill>
                            <a:srgbClr val="000000"/>
                          </a:solidFill>
                          <a:effectLst/>
                          <a:latin charset="0" panose="020F0502020204030204" pitchFamily="34" typeface="Calibri"/>
                        </a:rPr>
                        <a:t>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ctr" fontAlgn="base" rtl="0">
                        <a:lnSpc>
                          <a:spcPts val="1650"/>
                        </a:lnSpc>
                        <a:buNone/>
                      </a:pPr>
                      <a:r>
                        <a:rPr b="0" i="0" lang="en-US" sz="1400">
                          <a:solidFill>
                            <a:srgbClr val="000000"/>
                          </a:solidFill>
                          <a:effectLst/>
                          <a:latin charset="0" panose="020F0502020204030204" pitchFamily="34" typeface="Calibri"/>
                        </a:rPr>
                        <a:t>151 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ctr" fontAlgn="base" rtl="0">
                        <a:lnSpc>
                          <a:spcPts val="1650"/>
                        </a:lnSpc>
                        <a:buNone/>
                      </a:pPr>
                      <a:r>
                        <a:rPr b="0" i="0" lang="en-US" sz="1400">
                          <a:solidFill>
                            <a:srgbClr val="000000"/>
                          </a:solidFill>
                          <a:effectLst/>
                          <a:latin charset="0" panose="020F0502020204030204" pitchFamily="34" typeface="Calibri"/>
                        </a:rPr>
                        <a:t>103 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ctr" fontAlgn="base" rtl="0">
                        <a:lnSpc>
                          <a:spcPts val="1650"/>
                        </a:lnSpc>
                        <a:buNone/>
                      </a:pPr>
                      <a:r>
                        <a:rPr b="0" i="0" lang="en-US" sz="1400">
                          <a:solidFill>
                            <a:srgbClr val="000000"/>
                          </a:solidFill>
                          <a:effectLst/>
                          <a:latin charset="0" panose="020F0502020204030204" pitchFamily="34" typeface="Calibri"/>
                        </a:rPr>
                        <a:t>25 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ctr" fontAlgn="base" rtl="0">
                        <a:lnSpc>
                          <a:spcPts val="1650"/>
                        </a:lnSpc>
                        <a:buNone/>
                      </a:pPr>
                      <a:r>
                        <a:rPr b="1" i="0" lang="en-US" sz="1400">
                          <a:solidFill>
                            <a:srgbClr val="000000"/>
                          </a:solidFill>
                          <a:effectLst/>
                          <a:latin charset="0" panose="020F0502020204030204" pitchFamily="34" typeface="Calibri"/>
                        </a:rPr>
                        <a:t>279</a:t>
                      </a:r>
                      <a:r>
                        <a:rPr b="0" i="0" lang="en-US" sz="1400">
                          <a:solidFill>
                            <a:srgbClr val="000000"/>
                          </a:solidFill>
                          <a:effectLst/>
                          <a:latin charset="0" panose="020F0502020204030204" pitchFamily="34" typeface="Calibri"/>
                        </a:rPr>
                        <a:t>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extLst>
                  <a:ext uri="{0D108BD9-81ED-4DB2-BD59-A6C34878D82A}">
                    <a16:rowId xmlns:a16="http://schemas.microsoft.com/office/drawing/2014/main" val="1849024140"/>
                  </a:ext>
                </a:extLst>
              </a:tr>
              <a:tr h="152400">
                <a:tc vMerge="1">
                  <a:txBody>
                    <a:bodyPr/>
                    <a:lstStyle/>
                    <a:p>
                      <a:endParaRPr lang="en-US"/>
                    </a:p>
                  </a:txBody>
                  <a:tcPr/>
                </a:tc>
                <a:tc>
                  <a:txBody>
                    <a:bodyPr/>
                    <a:lstStyle/>
                    <a:p>
                      <a:pPr algn="ctr" fontAlgn="base" rtl="0">
                        <a:lnSpc>
                          <a:spcPts val="1650"/>
                        </a:lnSpc>
                        <a:buNone/>
                      </a:pPr>
                      <a:r>
                        <a:rPr b="1" i="0" lang="en-US" sz="1400">
                          <a:solidFill>
                            <a:srgbClr val="000000"/>
                          </a:solidFill>
                          <a:effectLst/>
                          <a:latin charset="0" panose="020F0502020204030204" pitchFamily="34" typeface="Calibri"/>
                        </a:rPr>
                        <a:t>Totals</a:t>
                      </a:r>
                      <a:r>
                        <a:rPr b="0" i="0" lang="en-US" sz="1400">
                          <a:solidFill>
                            <a:srgbClr val="000000"/>
                          </a:solidFill>
                          <a:effectLst/>
                          <a:latin charset="0" panose="020F0502020204030204" pitchFamily="34" typeface="Calibri"/>
                        </a:rPr>
                        <a:t>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ctr" fontAlgn="base" rtl="0">
                        <a:lnSpc>
                          <a:spcPts val="1650"/>
                        </a:lnSpc>
                        <a:buNone/>
                      </a:pPr>
                      <a:r>
                        <a:rPr b="1" i="0" lang="en-US" sz="1400">
                          <a:solidFill>
                            <a:srgbClr val="000000"/>
                          </a:solidFill>
                          <a:effectLst/>
                          <a:latin charset="0" panose="020F0502020204030204" pitchFamily="34" typeface="Calibri"/>
                        </a:rPr>
                        <a:t>523</a:t>
                      </a:r>
                      <a:r>
                        <a:rPr b="0" i="0" lang="en-US" sz="1400">
                          <a:solidFill>
                            <a:srgbClr val="000000"/>
                          </a:solidFill>
                          <a:effectLst/>
                          <a:latin charset="0" panose="020F0502020204030204" pitchFamily="34" typeface="Calibri"/>
                        </a:rPr>
                        <a:t>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ctr" fontAlgn="base" rtl="0">
                        <a:lnSpc>
                          <a:spcPts val="1650"/>
                        </a:lnSpc>
                        <a:buNone/>
                      </a:pPr>
                      <a:r>
                        <a:rPr b="1" i="0" lang="en-US" sz="1400">
                          <a:solidFill>
                            <a:srgbClr val="000000"/>
                          </a:solidFill>
                          <a:effectLst/>
                          <a:latin charset="0" panose="020F0502020204030204" pitchFamily="34" typeface="Calibri"/>
                        </a:rPr>
                        <a:t>365</a:t>
                      </a:r>
                      <a:r>
                        <a:rPr b="0" i="0" lang="en-US" sz="1400">
                          <a:solidFill>
                            <a:srgbClr val="000000"/>
                          </a:solidFill>
                          <a:effectLst/>
                          <a:latin charset="0" panose="020F0502020204030204" pitchFamily="34" typeface="Calibri"/>
                        </a:rPr>
                        <a:t>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ctr" fontAlgn="base" rtl="0">
                        <a:lnSpc>
                          <a:spcPts val="1650"/>
                        </a:lnSpc>
                        <a:buNone/>
                      </a:pPr>
                      <a:r>
                        <a:rPr b="1" i="0" lang="en-US" sz="1400">
                          <a:solidFill>
                            <a:srgbClr val="000000"/>
                          </a:solidFill>
                          <a:effectLst/>
                          <a:latin charset="0" panose="020F0502020204030204" pitchFamily="34" typeface="Calibri"/>
                        </a:rPr>
                        <a:t>112</a:t>
                      </a:r>
                      <a:r>
                        <a:rPr b="0" i="0" lang="en-US" sz="1400">
                          <a:solidFill>
                            <a:srgbClr val="000000"/>
                          </a:solidFill>
                          <a:effectLst/>
                          <a:latin charset="0" panose="020F0502020204030204" pitchFamily="34" typeface="Calibri"/>
                        </a:rPr>
                        <a:t>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ctr" fontAlgn="base" rtl="0">
                        <a:lnSpc>
                          <a:spcPts val="1650"/>
                        </a:lnSpc>
                        <a:buNone/>
                      </a:pPr>
                      <a:r>
                        <a:rPr b="1" i="0" lang="en-US" sz="1400">
                          <a:solidFill>
                            <a:srgbClr val="000000"/>
                          </a:solidFill>
                          <a:effectLst/>
                          <a:latin charset="0" panose="020F0502020204030204" pitchFamily="34" typeface="Calibri"/>
                        </a:rPr>
                        <a:t>1,000</a:t>
                      </a:r>
                      <a:r>
                        <a:rPr b="0" i="0" lang="en-US" sz="1400">
                          <a:solidFill>
                            <a:srgbClr val="000000"/>
                          </a:solidFill>
                          <a:effectLst/>
                          <a:latin charset="0" panose="020F0502020204030204" pitchFamily="34" typeface="Calibri"/>
                        </a:rPr>
                        <a:t>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extLst>
                  <a:ext uri="{0D108BD9-81ED-4DB2-BD59-A6C34878D82A}">
                    <a16:rowId xmlns:a16="http://schemas.microsoft.com/office/drawing/2014/main" val="1128031271"/>
                  </a:ext>
                </a:extLst>
              </a:tr>
            </a:tbl>
          </a:graphicData>
        </a:graphic>
      </p:graphicFrame>
    </p:spTree>
    <p:extLst>
      <p:ext uri="{BB962C8B-B14F-4D97-AF65-F5344CB8AC3E}">
        <p14:creationId xmlns:p14="http://schemas.microsoft.com/office/powerpoint/2010/main" val="294668975"/>
      </p:ext>
    </p:extLst>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0FE6950B-B6F2-335C-5409-24A39DCCCD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90B349-D07C-7395-6101-0B1574D0DD0A}"/>
              </a:ext>
            </a:extLst>
          </p:cNvPr>
          <p:cNvSpPr>
            <a:spLocks noGrp="1"/>
          </p:cNvSpPr>
          <p:nvPr>
            <p:ph type="title"/>
          </p:nvPr>
        </p:nvSpPr>
        <p:spPr>
          <a:xfrm>
            <a:off x="1057221" y="232216"/>
            <a:ext cx="10077557" cy="715631"/>
          </a:xfrm>
        </p:spPr>
        <p:txBody>
          <a:bodyPr/>
          <a:lstStyle/>
          <a:p>
            <a:pPr algn="ctr"/>
            <a:r>
              <a:rPr lang="en-US"/>
              <a:t>Contingency Table Practice </a:t>
            </a:r>
          </a:p>
        </p:txBody>
      </p:sp>
      <p:sp>
        <p:nvSpPr>
          <p:cNvPr id="3" name="Content Placeholder 2">
            <a:extLst>
              <a:ext uri="{FF2B5EF4-FFF2-40B4-BE49-F238E27FC236}">
                <a16:creationId xmlns:a16="http://schemas.microsoft.com/office/drawing/2014/main" id="{2A509B3B-6F0A-E995-E25B-682B6FFE62B9}"/>
              </a:ext>
            </a:extLst>
          </p:cNvPr>
          <p:cNvSpPr>
            <a:spLocks noGrp="1"/>
          </p:cNvSpPr>
          <p:nvPr>
            <p:ph idx="1"/>
          </p:nvPr>
        </p:nvSpPr>
        <p:spPr>
          <a:xfrm>
            <a:off x="302541" y="1135982"/>
            <a:ext cx="11728591" cy="5154751"/>
          </a:xfrm>
          <a:solidFill>
            <a:schemeClr val="bg2"/>
          </a:solidFill>
        </p:spPr>
        <p:txBody>
          <a:bodyPr>
            <a:normAutofit/>
          </a:bodyPr>
          <a:lstStyle/>
          <a:p>
            <a:r>
              <a:rPr lang="en-US"/>
              <a:t>Example: If we randomly select one person from the table, what is the probability that they…   </a:t>
            </a:r>
          </a:p>
          <a:p>
            <a:pPr indent="-457200" marL="457200">
              <a:buAutoNum type="arabicPeriod"/>
            </a:pPr>
            <a:r>
              <a:rPr lang="en-US"/>
              <a:t>Favor the proposal?   </a:t>
            </a:r>
          </a:p>
          <a:p>
            <a:pPr indent="-457200" marL="457200">
              <a:buAutoNum type="arabicPeriod"/>
            </a:pPr>
            <a:r>
              <a:rPr lang="en-US"/>
              <a:t>Are not likely to vote?   </a:t>
            </a:r>
          </a:p>
          <a:p>
            <a:pPr indent="-457200" marL="457200">
              <a:buAutoNum type="arabicPeriod"/>
            </a:pPr>
            <a:r>
              <a:rPr lang="en-US"/>
              <a:t>Are undecided and likely to vote?  </a:t>
            </a:r>
          </a:p>
          <a:p>
            <a:pPr indent="-457200" marL="457200">
              <a:buAutoNum type="arabicPeriod"/>
            </a:pPr>
            <a:r>
              <a:rPr lang="en-US"/>
              <a:t>Are undecided or opposed?   </a:t>
            </a:r>
          </a:p>
          <a:p>
            <a:pPr indent="-457200" marL="457200">
              <a:buAutoNum type="arabicPeriod"/>
            </a:pPr>
            <a:r>
              <a:rPr lang="en-US"/>
              <a:t>Are opposed or not likely to vote?   </a:t>
            </a:r>
          </a:p>
          <a:p>
            <a:pPr indent="-457200" marL="457200">
              <a:buAutoNum type="arabicPeriod"/>
            </a:pPr>
            <a:r>
              <a:rPr lang="en-US"/>
              <a:t>Are in favor and opposed?   </a:t>
            </a:r>
          </a:p>
          <a:p>
            <a:pPr indent="-457200" marL="457200">
              <a:buAutoNum type="arabicPeriod"/>
            </a:pPr>
            <a:r>
              <a:rPr lang="en-US"/>
              <a:t>Are likely to vote given that they are opposed? </a:t>
            </a:r>
          </a:p>
          <a:p>
            <a:pPr indent="-457200" marL="457200">
              <a:buAutoNum type="arabicPeriod"/>
            </a:pPr>
            <a:r>
              <a:rPr lang="en-US"/>
              <a:t>Are opposed given that they are likely to vote? </a:t>
            </a:r>
            <a:br>
              <a:rPr lang="en-US"/>
            </a:br>
            <a:r>
              <a:rPr lang="en-US"/>
              <a:t>   </a:t>
            </a:r>
          </a:p>
        </p:txBody>
      </p:sp>
      <p:sp>
        <p:nvSpPr>
          <p:cNvPr id="4" name="Footer Placeholder 3">
            <a:extLst>
              <a:ext uri="{FF2B5EF4-FFF2-40B4-BE49-F238E27FC236}">
                <a16:creationId xmlns:a16="http://schemas.microsoft.com/office/drawing/2014/main" id="{9A5A039D-C03D-ABF6-ADED-FA8BB734C369}"/>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37E504E7-B518-74E4-D0D7-39DBCB3594DC}"/>
              </a:ext>
              <a:ext uri="{C183D7F6-B498-43B3-948B-1728B52AA6E4}">
                <adec:decorative xmlns:adec="http://schemas.microsoft.com/office/drawing/2017/decorative" val="1"/>
              </a:ext>
            </a:extLst>
          </p:cNvPr>
          <p:cNvSpPr>
            <a:spLocks noGrp="1"/>
          </p:cNvSpPr>
          <p:nvPr>
            <p:ph idx="12" sz="quarter" type="sldNum"/>
          </p:nvPr>
        </p:nvSpPr>
        <p:spPr/>
        <p:txBody>
          <a:bodyPr/>
          <a:lstStyle/>
          <a:p>
            <a:fld id="{E1076ED0-0DB3-4879-AAE5-5C20D22C1DF4}" type="slidenum">
              <a:rPr lang="en-US" smtClean="0"/>
              <a:t>26</a:t>
            </a:fld>
            <a:endParaRPr lang="en-US"/>
          </a:p>
        </p:txBody>
      </p:sp>
      <p:graphicFrame>
        <p:nvGraphicFramePr>
          <p:cNvPr id="7" name="Table 6">
            <a:extLst>
              <a:ext uri="{FF2B5EF4-FFF2-40B4-BE49-F238E27FC236}">
                <a16:creationId xmlns:a16="http://schemas.microsoft.com/office/drawing/2014/main" id="{C14F99D1-31A1-3ACA-8BB7-B996BAEDA6D7}"/>
              </a:ext>
            </a:extLst>
          </p:cNvPr>
          <p:cNvGraphicFramePr>
            <a:graphicFrameLocks noGrp="1"/>
          </p:cNvGraphicFramePr>
          <p:nvPr>
            <p:extLst>
              <p:ext uri="{D42A27DB-BD31-4B8C-83A1-F6EECF244321}">
                <p14:modId xmlns:p14="http://schemas.microsoft.com/office/powerpoint/2010/main" val="72233135"/>
              </p:ext>
            </p:extLst>
          </p:nvPr>
        </p:nvGraphicFramePr>
        <p:xfrm>
          <a:off x="5493172" y="1621956"/>
          <a:ext cx="6537960" cy="2230377"/>
        </p:xfrm>
        <a:graphic>
          <a:graphicData uri="http://schemas.openxmlformats.org/drawingml/2006/table">
            <a:tbl>
              <a:tblPr firstRow="1"/>
              <a:tblGrid>
                <a:gridCol w="1089660">
                  <a:extLst>
                    <a:ext uri="{9D8B030D-6E8A-4147-A177-3AD203B41FA5}">
                      <a16:colId xmlns:a16="http://schemas.microsoft.com/office/drawing/2014/main" val="742024789"/>
                    </a:ext>
                  </a:extLst>
                </a:gridCol>
                <a:gridCol w="1089660">
                  <a:extLst>
                    <a:ext uri="{9D8B030D-6E8A-4147-A177-3AD203B41FA5}">
                      <a16:colId xmlns:a16="http://schemas.microsoft.com/office/drawing/2014/main" val="2995058764"/>
                    </a:ext>
                  </a:extLst>
                </a:gridCol>
                <a:gridCol w="1089660">
                  <a:extLst>
                    <a:ext uri="{9D8B030D-6E8A-4147-A177-3AD203B41FA5}">
                      <a16:colId xmlns:a16="http://schemas.microsoft.com/office/drawing/2014/main" val="3160147275"/>
                    </a:ext>
                  </a:extLst>
                </a:gridCol>
                <a:gridCol w="1089660">
                  <a:extLst>
                    <a:ext uri="{9D8B030D-6E8A-4147-A177-3AD203B41FA5}">
                      <a16:colId xmlns:a16="http://schemas.microsoft.com/office/drawing/2014/main" val="4292534673"/>
                    </a:ext>
                  </a:extLst>
                </a:gridCol>
                <a:gridCol w="1089660">
                  <a:extLst>
                    <a:ext uri="{9D8B030D-6E8A-4147-A177-3AD203B41FA5}">
                      <a16:colId xmlns:a16="http://schemas.microsoft.com/office/drawing/2014/main" val="1079836817"/>
                    </a:ext>
                  </a:extLst>
                </a:gridCol>
                <a:gridCol w="1089660">
                  <a:extLst>
                    <a:ext uri="{9D8B030D-6E8A-4147-A177-3AD203B41FA5}">
                      <a16:colId xmlns:a16="http://schemas.microsoft.com/office/drawing/2014/main" val="1539078060"/>
                    </a:ext>
                  </a:extLst>
                </a:gridCol>
              </a:tblGrid>
              <a:tr h="152400">
                <a:tc gridSpan="6">
                  <a:txBody>
                    <a:bodyPr/>
                    <a:lstStyle/>
                    <a:p>
                      <a:pPr algn="ctr" fontAlgn="base" rtl="0">
                        <a:lnSpc>
                          <a:spcPts val="1650"/>
                        </a:lnSpc>
                        <a:buNone/>
                      </a:pPr>
                      <a:r>
                        <a:rPr b="0" i="0" lang="en-US" sz="1100">
                          <a:effectLst/>
                          <a:latin typeface="WordVisiCarriageReturn_MSFontService"/>
                        </a:rPr>
                        <a:t> </a:t>
                      </a:r>
                      <a:br>
                        <a:rPr b="0" i="0" lang="en-US" sz="1100">
                          <a:effectLst/>
                          <a:latin typeface="WordVisiCarriageReturn_MSFontService"/>
                        </a:rPr>
                      </a:br>
                      <a:r>
                        <a:rPr b="1" i="0" lang="en-US" sz="1400">
                          <a:solidFill>
                            <a:srgbClr val="000000"/>
                          </a:solidFill>
                          <a:effectLst/>
                          <a:latin charset="0" panose="020F0502020204030204" pitchFamily="34" typeface="Calibri"/>
                        </a:rPr>
                        <a:t>Voter Information </a:t>
                      </a:r>
                      <a:r>
                        <a:rPr b="0" i="0" lang="en-US" sz="1400">
                          <a:solidFill>
                            <a:srgbClr val="000000"/>
                          </a:solidFill>
                          <a:effectLst/>
                          <a:latin typeface="WordVisiCarriageReturn_MSFontService"/>
                        </a:rPr>
                        <a:t> </a:t>
                      </a:r>
                      <a:br>
                        <a:rPr b="0" i="0" lang="en-US" sz="1400">
                          <a:solidFill>
                            <a:srgbClr val="000000"/>
                          </a:solidFill>
                          <a:effectLst/>
                          <a:latin typeface="WordVisiCarriageReturn_MSFontService"/>
                        </a:rPr>
                      </a:br>
                      <a:r>
                        <a:rPr b="0" i="0" lang="en-US" sz="1400">
                          <a:solidFill>
                            <a:srgbClr val="000000"/>
                          </a:solidFill>
                          <a:effectLst/>
                          <a:latin charset="0" panose="020F0502020204030204" pitchFamily="34" typeface="Calibri"/>
                        </a:rPr>
                        <a:t> </a:t>
                      </a:r>
                      <a:endParaRPr b="0" i="0" lang="en-US" sz="1100">
                        <a:effectLst/>
                        <a:latin charset="0" panose="020F0502020204030204" pitchFamily="34" typeface="Calibri"/>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002442998"/>
                  </a:ext>
                </a:extLst>
              </a:tr>
              <a:tr h="152400">
                <a:tc gridSpan="2" rowSpan="2">
                  <a:txBody>
                    <a:bodyPr/>
                    <a:lstStyle/>
                    <a:p>
                      <a:pPr algn="ctr" fontAlgn="base" rtl="0">
                        <a:lnSpc>
                          <a:spcPts val="1650"/>
                        </a:lnSpc>
                        <a:buNone/>
                      </a:pPr>
                      <a:r>
                        <a:rPr b="0" i="0" lang="en-US" sz="1400">
                          <a:solidFill>
                            <a:srgbClr val="000000"/>
                          </a:solidFill>
                          <a:effectLst/>
                          <a:latin charset="0" panose="020F0502020204030204" pitchFamily="34" typeface="Calibri"/>
                        </a:rPr>
                        <a:t> </a:t>
                      </a: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hMerge="1" rowSpan="2">
                  <a:txBody>
                    <a:bodyPr/>
                    <a:lstStyle/>
                    <a:p>
                      <a:endParaRPr lang="en-US"/>
                    </a:p>
                  </a:txBody>
                  <a:tcPr/>
                </a:tc>
                <a:tc gridSpan="4">
                  <a:txBody>
                    <a:bodyPr/>
                    <a:lstStyle/>
                    <a:p>
                      <a:pPr algn="ctr" fontAlgn="base" rtl="0">
                        <a:lnSpc>
                          <a:spcPts val="1650"/>
                        </a:lnSpc>
                        <a:buNone/>
                      </a:pPr>
                      <a:r>
                        <a:rPr b="1" i="0" lang="en-US" sz="1400">
                          <a:solidFill>
                            <a:srgbClr val="000000"/>
                          </a:solidFill>
                          <a:effectLst/>
                          <a:latin charset="0" panose="020F0502020204030204" pitchFamily="34" typeface="Calibri"/>
                        </a:rPr>
                        <a:t>Opinion</a:t>
                      </a:r>
                      <a:r>
                        <a:rPr b="0" i="0" lang="en-US" sz="1400">
                          <a:solidFill>
                            <a:srgbClr val="000000"/>
                          </a:solidFill>
                          <a:effectLst/>
                          <a:latin charset="0" panose="020F0502020204030204" pitchFamily="34" typeface="Calibri"/>
                        </a:rPr>
                        <a:t>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65878024"/>
                  </a:ext>
                </a:extLst>
              </a:tr>
              <a:tr h="152400">
                <a:tc gridSpan="2" vMerge="1">
                  <a:txBody>
                    <a:bodyPr/>
                    <a:lstStyle/>
                    <a:p>
                      <a:endParaRPr lang="en-US"/>
                    </a:p>
                  </a:txBody>
                  <a:tcPr/>
                </a:tc>
                <a:tc hMerge="1" vMerge="1">
                  <a:txBody>
                    <a:bodyPr/>
                    <a:lstStyle/>
                    <a:p>
                      <a:endParaRPr lang="en-US"/>
                    </a:p>
                  </a:txBody>
                  <a:tcPr/>
                </a:tc>
                <a:tc>
                  <a:txBody>
                    <a:bodyPr/>
                    <a:lstStyle/>
                    <a:p>
                      <a:pPr algn="ctr" fontAlgn="base" rtl="0">
                        <a:lnSpc>
                          <a:spcPts val="1650"/>
                        </a:lnSpc>
                        <a:buNone/>
                      </a:pPr>
                      <a:r>
                        <a:rPr b="1" i="0" lang="en-US" sz="1400">
                          <a:solidFill>
                            <a:srgbClr val="000000"/>
                          </a:solidFill>
                          <a:effectLst/>
                          <a:latin charset="0" panose="020F0502020204030204" pitchFamily="34" typeface="Calibri"/>
                        </a:rPr>
                        <a:t>Favor</a:t>
                      </a:r>
                      <a:r>
                        <a:rPr b="0" i="0" lang="en-US" sz="1400">
                          <a:solidFill>
                            <a:srgbClr val="000000"/>
                          </a:solidFill>
                          <a:effectLst/>
                          <a:latin charset="0" panose="020F0502020204030204" pitchFamily="34" typeface="Calibri"/>
                        </a:rPr>
                        <a:t>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ctr" fontAlgn="base" rtl="0">
                        <a:lnSpc>
                          <a:spcPts val="1650"/>
                        </a:lnSpc>
                        <a:buNone/>
                      </a:pPr>
                      <a:r>
                        <a:rPr b="1" i="0" lang="en-US" sz="1400">
                          <a:solidFill>
                            <a:srgbClr val="000000"/>
                          </a:solidFill>
                          <a:effectLst/>
                          <a:latin charset="0" panose="020F0502020204030204" pitchFamily="34" typeface="Calibri"/>
                        </a:rPr>
                        <a:t>Opposed</a:t>
                      </a:r>
                      <a:r>
                        <a:rPr b="0" i="0" lang="en-US" sz="1400">
                          <a:solidFill>
                            <a:srgbClr val="000000"/>
                          </a:solidFill>
                          <a:effectLst/>
                          <a:latin charset="0" panose="020F0502020204030204" pitchFamily="34" typeface="Calibri"/>
                        </a:rPr>
                        <a:t>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ctr" fontAlgn="base" rtl="0">
                        <a:lnSpc>
                          <a:spcPts val="1650"/>
                        </a:lnSpc>
                        <a:buNone/>
                      </a:pPr>
                      <a:r>
                        <a:rPr b="1" i="0" lang="en-US" sz="1400">
                          <a:solidFill>
                            <a:srgbClr val="000000"/>
                          </a:solidFill>
                          <a:effectLst/>
                          <a:latin charset="0" panose="020F0502020204030204" pitchFamily="34" typeface="Calibri"/>
                        </a:rPr>
                        <a:t>Undecided</a:t>
                      </a:r>
                      <a:r>
                        <a:rPr b="0" i="0" lang="en-US" sz="1400">
                          <a:solidFill>
                            <a:srgbClr val="000000"/>
                          </a:solidFill>
                          <a:effectLst/>
                          <a:latin charset="0" panose="020F0502020204030204" pitchFamily="34" typeface="Calibri"/>
                        </a:rPr>
                        <a:t>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ctr" fontAlgn="base" rtl="0">
                        <a:lnSpc>
                          <a:spcPts val="1650"/>
                        </a:lnSpc>
                        <a:buNone/>
                      </a:pPr>
                      <a:r>
                        <a:rPr b="1" i="0" lang="en-US" sz="1400">
                          <a:solidFill>
                            <a:srgbClr val="000000"/>
                          </a:solidFill>
                          <a:effectLst/>
                          <a:latin charset="0" panose="020F0502020204030204" pitchFamily="34" typeface="Calibri"/>
                        </a:rPr>
                        <a:t>Totals</a:t>
                      </a:r>
                      <a:r>
                        <a:rPr b="0" i="0" lang="en-US" sz="1400">
                          <a:solidFill>
                            <a:srgbClr val="000000"/>
                          </a:solidFill>
                          <a:effectLst/>
                          <a:latin charset="0" panose="020F0502020204030204" pitchFamily="34" typeface="Calibri"/>
                        </a:rPr>
                        <a:t>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extLst>
                  <a:ext uri="{0D108BD9-81ED-4DB2-BD59-A6C34878D82A}">
                    <a16:rowId xmlns:a16="http://schemas.microsoft.com/office/drawing/2014/main" val="828139136"/>
                  </a:ext>
                </a:extLst>
              </a:tr>
              <a:tr h="152400">
                <a:tc rowSpan="3">
                  <a:txBody>
                    <a:bodyPr/>
                    <a:lstStyle/>
                    <a:p>
                      <a:pPr algn="ctr" fontAlgn="base" rtl="0">
                        <a:lnSpc>
                          <a:spcPts val="1650"/>
                        </a:lnSpc>
                        <a:buNone/>
                      </a:pPr>
                      <a:r>
                        <a:rPr b="1" i="0" lang="en-US" sz="1400">
                          <a:solidFill>
                            <a:srgbClr val="000000"/>
                          </a:solidFill>
                          <a:effectLst/>
                          <a:latin charset="0" panose="020F0502020204030204" pitchFamily="34" typeface="Calibri"/>
                        </a:rPr>
                        <a:t>Likelihood to Vote </a:t>
                      </a:r>
                      <a:r>
                        <a:rPr b="0" i="0" lang="en-US" sz="1400">
                          <a:solidFill>
                            <a:srgbClr val="000000"/>
                          </a:solidFill>
                          <a:effectLst/>
                          <a:latin charset="0" panose="020F0502020204030204" pitchFamily="34" typeface="Calibri"/>
                        </a:rPr>
                        <a:t>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ctr" fontAlgn="base" rtl="0">
                        <a:lnSpc>
                          <a:spcPts val="1650"/>
                        </a:lnSpc>
                        <a:buNone/>
                      </a:pPr>
                      <a:r>
                        <a:rPr b="1" i="0" lang="en-US" sz="1400">
                          <a:solidFill>
                            <a:srgbClr val="000000"/>
                          </a:solidFill>
                          <a:effectLst/>
                          <a:latin charset="0" panose="020F0502020204030204" pitchFamily="34" typeface="Calibri"/>
                        </a:rPr>
                        <a:t>Likely</a:t>
                      </a:r>
                      <a:r>
                        <a:rPr b="0" i="0" lang="en-US" sz="1400">
                          <a:solidFill>
                            <a:srgbClr val="000000"/>
                          </a:solidFill>
                          <a:effectLst/>
                          <a:latin charset="0" panose="020F0502020204030204" pitchFamily="34" typeface="Calibri"/>
                        </a:rPr>
                        <a:t>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ctr" fontAlgn="base" rtl="0">
                        <a:lnSpc>
                          <a:spcPts val="1650"/>
                        </a:lnSpc>
                        <a:buNone/>
                      </a:pPr>
                      <a:r>
                        <a:rPr b="0" i="0" lang="en-US" sz="1400">
                          <a:solidFill>
                            <a:srgbClr val="000000"/>
                          </a:solidFill>
                          <a:effectLst/>
                          <a:latin charset="0" panose="020F0502020204030204" pitchFamily="34" typeface="Calibri"/>
                        </a:rPr>
                        <a:t>372 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ctr" fontAlgn="base" rtl="0">
                        <a:lnSpc>
                          <a:spcPts val="1650"/>
                        </a:lnSpc>
                        <a:buNone/>
                      </a:pPr>
                      <a:r>
                        <a:rPr b="0" i="0" lang="en-US" sz="1400">
                          <a:solidFill>
                            <a:srgbClr val="000000"/>
                          </a:solidFill>
                          <a:effectLst/>
                          <a:latin charset="0" panose="020F0502020204030204" pitchFamily="34" typeface="Calibri"/>
                        </a:rPr>
                        <a:t>262 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ctr" fontAlgn="base" rtl="0">
                        <a:lnSpc>
                          <a:spcPts val="1650"/>
                        </a:lnSpc>
                        <a:buNone/>
                      </a:pPr>
                      <a:r>
                        <a:rPr b="0" i="0" lang="en-US" sz="1400">
                          <a:solidFill>
                            <a:srgbClr val="000000"/>
                          </a:solidFill>
                          <a:effectLst/>
                          <a:latin charset="0" panose="020F0502020204030204" pitchFamily="34" typeface="Calibri"/>
                        </a:rPr>
                        <a:t>87 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ctr" fontAlgn="base" rtl="0">
                        <a:lnSpc>
                          <a:spcPts val="1650"/>
                        </a:lnSpc>
                        <a:buNone/>
                      </a:pPr>
                      <a:r>
                        <a:rPr b="1" i="0" lang="en-US" sz="1400">
                          <a:solidFill>
                            <a:srgbClr val="000000"/>
                          </a:solidFill>
                          <a:effectLst/>
                          <a:latin charset="0" panose="020F0502020204030204" pitchFamily="34" typeface="Calibri"/>
                        </a:rPr>
                        <a:t>721</a:t>
                      </a:r>
                      <a:r>
                        <a:rPr b="0" i="0" lang="en-US" sz="1400">
                          <a:solidFill>
                            <a:srgbClr val="000000"/>
                          </a:solidFill>
                          <a:effectLst/>
                          <a:latin charset="0" panose="020F0502020204030204" pitchFamily="34" typeface="Calibri"/>
                        </a:rPr>
                        <a:t>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extLst>
                  <a:ext uri="{0D108BD9-81ED-4DB2-BD59-A6C34878D82A}">
                    <a16:rowId xmlns:a16="http://schemas.microsoft.com/office/drawing/2014/main" val="1820504845"/>
                  </a:ext>
                </a:extLst>
              </a:tr>
              <a:tr h="205740">
                <a:tc vMerge="1">
                  <a:txBody>
                    <a:bodyPr/>
                    <a:lstStyle/>
                    <a:p>
                      <a:endParaRPr lang="en-US"/>
                    </a:p>
                  </a:txBody>
                  <a:tcPr/>
                </a:tc>
                <a:tc>
                  <a:txBody>
                    <a:bodyPr/>
                    <a:lstStyle/>
                    <a:p>
                      <a:pPr algn="ctr" fontAlgn="base" rtl="0">
                        <a:lnSpc>
                          <a:spcPts val="1650"/>
                        </a:lnSpc>
                        <a:buNone/>
                      </a:pPr>
                      <a:r>
                        <a:rPr b="1" i="0" lang="en-US" sz="1400">
                          <a:solidFill>
                            <a:srgbClr val="000000"/>
                          </a:solidFill>
                          <a:effectLst/>
                          <a:latin charset="0" panose="020F0502020204030204" pitchFamily="34" typeface="Calibri"/>
                        </a:rPr>
                        <a:t>Not likely</a:t>
                      </a:r>
                      <a:r>
                        <a:rPr b="0" i="0" lang="en-US" sz="1400">
                          <a:solidFill>
                            <a:srgbClr val="000000"/>
                          </a:solidFill>
                          <a:effectLst/>
                          <a:latin charset="0" panose="020F0502020204030204" pitchFamily="34" typeface="Calibri"/>
                        </a:rPr>
                        <a:t>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ctr" fontAlgn="base" rtl="0">
                        <a:lnSpc>
                          <a:spcPts val="1650"/>
                        </a:lnSpc>
                        <a:buNone/>
                      </a:pPr>
                      <a:r>
                        <a:rPr b="0" i="0" lang="en-US" sz="1400">
                          <a:solidFill>
                            <a:srgbClr val="000000"/>
                          </a:solidFill>
                          <a:effectLst/>
                          <a:latin charset="0" panose="020F0502020204030204" pitchFamily="34" typeface="Calibri"/>
                        </a:rPr>
                        <a:t>151 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ctr" fontAlgn="base" rtl="0">
                        <a:lnSpc>
                          <a:spcPts val="1650"/>
                        </a:lnSpc>
                        <a:buNone/>
                      </a:pPr>
                      <a:r>
                        <a:rPr b="0" i="0" lang="en-US" sz="1400">
                          <a:solidFill>
                            <a:srgbClr val="000000"/>
                          </a:solidFill>
                          <a:effectLst/>
                          <a:latin charset="0" panose="020F0502020204030204" pitchFamily="34" typeface="Calibri"/>
                        </a:rPr>
                        <a:t>103 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ctr" fontAlgn="base" rtl="0">
                        <a:lnSpc>
                          <a:spcPts val="1650"/>
                        </a:lnSpc>
                        <a:buNone/>
                      </a:pPr>
                      <a:r>
                        <a:rPr b="0" i="0" lang="en-US" sz="1400">
                          <a:solidFill>
                            <a:srgbClr val="000000"/>
                          </a:solidFill>
                          <a:effectLst/>
                          <a:latin charset="0" panose="020F0502020204030204" pitchFamily="34" typeface="Calibri"/>
                        </a:rPr>
                        <a:t>25 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ctr" fontAlgn="base" rtl="0">
                        <a:lnSpc>
                          <a:spcPts val="1650"/>
                        </a:lnSpc>
                        <a:buNone/>
                      </a:pPr>
                      <a:r>
                        <a:rPr b="1" i="0" lang="en-US" sz="1400">
                          <a:solidFill>
                            <a:srgbClr val="000000"/>
                          </a:solidFill>
                          <a:effectLst/>
                          <a:latin charset="0" panose="020F0502020204030204" pitchFamily="34" typeface="Calibri"/>
                        </a:rPr>
                        <a:t>279</a:t>
                      </a:r>
                      <a:r>
                        <a:rPr b="0" i="0" lang="en-US" sz="1400">
                          <a:solidFill>
                            <a:srgbClr val="000000"/>
                          </a:solidFill>
                          <a:effectLst/>
                          <a:latin charset="0" panose="020F0502020204030204" pitchFamily="34" typeface="Calibri"/>
                        </a:rPr>
                        <a:t>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extLst>
                  <a:ext uri="{0D108BD9-81ED-4DB2-BD59-A6C34878D82A}">
                    <a16:rowId xmlns:a16="http://schemas.microsoft.com/office/drawing/2014/main" val="1849024140"/>
                  </a:ext>
                </a:extLst>
              </a:tr>
              <a:tr h="152400">
                <a:tc vMerge="1">
                  <a:txBody>
                    <a:bodyPr/>
                    <a:lstStyle/>
                    <a:p>
                      <a:endParaRPr lang="en-US"/>
                    </a:p>
                  </a:txBody>
                  <a:tcPr/>
                </a:tc>
                <a:tc>
                  <a:txBody>
                    <a:bodyPr/>
                    <a:lstStyle/>
                    <a:p>
                      <a:pPr algn="ctr" fontAlgn="base" rtl="0">
                        <a:lnSpc>
                          <a:spcPts val="1650"/>
                        </a:lnSpc>
                        <a:buNone/>
                      </a:pPr>
                      <a:r>
                        <a:rPr b="1" i="0" lang="en-US" sz="1400">
                          <a:solidFill>
                            <a:srgbClr val="000000"/>
                          </a:solidFill>
                          <a:effectLst/>
                          <a:latin charset="0" panose="020F0502020204030204" pitchFamily="34" typeface="Calibri"/>
                        </a:rPr>
                        <a:t>Totals</a:t>
                      </a:r>
                      <a:r>
                        <a:rPr b="0" i="0" lang="en-US" sz="1400">
                          <a:solidFill>
                            <a:srgbClr val="000000"/>
                          </a:solidFill>
                          <a:effectLst/>
                          <a:latin charset="0" panose="020F0502020204030204" pitchFamily="34" typeface="Calibri"/>
                        </a:rPr>
                        <a:t>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ctr" fontAlgn="base" rtl="0">
                        <a:lnSpc>
                          <a:spcPts val="1650"/>
                        </a:lnSpc>
                        <a:buNone/>
                      </a:pPr>
                      <a:r>
                        <a:rPr b="1" i="0" lang="en-US" sz="1400">
                          <a:solidFill>
                            <a:srgbClr val="000000"/>
                          </a:solidFill>
                          <a:effectLst/>
                          <a:latin charset="0" panose="020F0502020204030204" pitchFamily="34" typeface="Calibri"/>
                        </a:rPr>
                        <a:t>523</a:t>
                      </a:r>
                      <a:r>
                        <a:rPr b="0" i="0" lang="en-US" sz="1400">
                          <a:solidFill>
                            <a:srgbClr val="000000"/>
                          </a:solidFill>
                          <a:effectLst/>
                          <a:latin charset="0" panose="020F0502020204030204" pitchFamily="34" typeface="Calibri"/>
                        </a:rPr>
                        <a:t>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ctr" fontAlgn="base" rtl="0">
                        <a:lnSpc>
                          <a:spcPts val="1650"/>
                        </a:lnSpc>
                        <a:buNone/>
                      </a:pPr>
                      <a:r>
                        <a:rPr b="1" i="0" lang="en-US" sz="1400">
                          <a:solidFill>
                            <a:srgbClr val="000000"/>
                          </a:solidFill>
                          <a:effectLst/>
                          <a:latin charset="0" panose="020F0502020204030204" pitchFamily="34" typeface="Calibri"/>
                        </a:rPr>
                        <a:t>365</a:t>
                      </a:r>
                      <a:r>
                        <a:rPr b="0" i="0" lang="en-US" sz="1400">
                          <a:solidFill>
                            <a:srgbClr val="000000"/>
                          </a:solidFill>
                          <a:effectLst/>
                          <a:latin charset="0" panose="020F0502020204030204" pitchFamily="34" typeface="Calibri"/>
                        </a:rPr>
                        <a:t>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ctr" fontAlgn="base" rtl="0">
                        <a:lnSpc>
                          <a:spcPts val="1650"/>
                        </a:lnSpc>
                        <a:buNone/>
                      </a:pPr>
                      <a:r>
                        <a:rPr b="1" i="0" lang="en-US" sz="1400">
                          <a:solidFill>
                            <a:srgbClr val="000000"/>
                          </a:solidFill>
                          <a:effectLst/>
                          <a:latin charset="0" panose="020F0502020204030204" pitchFamily="34" typeface="Calibri"/>
                        </a:rPr>
                        <a:t>112</a:t>
                      </a:r>
                      <a:r>
                        <a:rPr b="0" i="0" lang="en-US" sz="1400">
                          <a:solidFill>
                            <a:srgbClr val="000000"/>
                          </a:solidFill>
                          <a:effectLst/>
                          <a:latin charset="0" panose="020F0502020204030204" pitchFamily="34" typeface="Calibri"/>
                        </a:rPr>
                        <a:t>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tc>
                  <a:txBody>
                    <a:bodyPr/>
                    <a:lstStyle/>
                    <a:p>
                      <a:pPr algn="ctr" fontAlgn="base" rtl="0">
                        <a:lnSpc>
                          <a:spcPts val="1650"/>
                        </a:lnSpc>
                        <a:buNone/>
                      </a:pPr>
                      <a:r>
                        <a:rPr b="1" i="0" lang="en-US" sz="1400">
                          <a:solidFill>
                            <a:srgbClr val="000000"/>
                          </a:solidFill>
                          <a:effectLst/>
                          <a:latin charset="0" panose="020F0502020204030204" pitchFamily="34" typeface="Calibri"/>
                        </a:rPr>
                        <a:t>1,000</a:t>
                      </a:r>
                      <a:r>
                        <a:rPr b="0" i="0" lang="en-US" sz="1400">
                          <a:solidFill>
                            <a:srgbClr val="000000"/>
                          </a:solidFill>
                          <a:effectLst/>
                          <a:latin charset="0" panose="020F0502020204030204" pitchFamily="34" typeface="Calibri"/>
                        </a:rPr>
                        <a:t> </a:t>
                      </a:r>
                      <a:endParaRPr b="0" i="0" lang="en-US">
                        <a:effectLst/>
                      </a:endParaRPr>
                    </a:p>
                  </a:txBody>
                  <a:tcPr anchor="ctr">
                    <a:lnL algn="ctr" cap="flat" cmpd="sng" w="7620">
                      <a:solidFill>
                        <a:srgbClr val="000000"/>
                      </a:solidFill>
                      <a:prstDash val="solid"/>
                      <a:round/>
                      <a:headEnd len="med" type="none" w="med"/>
                      <a:tailEnd len="med" type="none" w="med"/>
                    </a:lnL>
                    <a:lnR algn="ctr" cap="flat" cmpd="sng" w="7620">
                      <a:solidFill>
                        <a:srgbClr val="000000"/>
                      </a:solidFill>
                      <a:prstDash val="solid"/>
                      <a:round/>
                      <a:headEnd len="med" type="none" w="med"/>
                      <a:tailEnd len="med" type="none" w="med"/>
                    </a:lnR>
                    <a:lnT algn="ctr" cap="flat" cmpd="sng" w="7620">
                      <a:solidFill>
                        <a:srgbClr val="000000"/>
                      </a:solidFill>
                      <a:prstDash val="solid"/>
                      <a:round/>
                      <a:headEnd len="med" type="none" w="med"/>
                      <a:tailEnd len="med" type="none" w="med"/>
                    </a:lnT>
                    <a:lnB algn="ctr" cap="flat" cmpd="sng" w="7620">
                      <a:solidFill>
                        <a:srgbClr val="000000"/>
                      </a:solidFill>
                      <a:prstDash val="solid"/>
                      <a:round/>
                      <a:headEnd len="med" type="none" w="med"/>
                      <a:tailEnd len="med" type="none" w="med"/>
                    </a:lnB>
                    <a:noFill/>
                  </a:tcPr>
                </a:tc>
                <a:extLst>
                  <a:ext uri="{0D108BD9-81ED-4DB2-BD59-A6C34878D82A}">
                    <a16:rowId xmlns:a16="http://schemas.microsoft.com/office/drawing/2014/main" val="1128031271"/>
                  </a:ext>
                </a:extLst>
              </a:tr>
            </a:tbl>
          </a:graphicData>
        </a:graphic>
      </p:graphicFrame>
    </p:spTree>
    <p:extLst>
      <p:ext uri="{BB962C8B-B14F-4D97-AF65-F5344CB8AC3E}">
        <p14:creationId xmlns:p14="http://schemas.microsoft.com/office/powerpoint/2010/main" val="569887188"/>
      </p:ext>
    </p:extLst>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53E6C-206B-7401-B402-397BB0CA68B2}"/>
              </a:ext>
            </a:extLst>
          </p:cNvPr>
          <p:cNvSpPr>
            <a:spLocks noGrp="1"/>
          </p:cNvSpPr>
          <p:nvPr>
            <p:ph type="title"/>
          </p:nvPr>
        </p:nvSpPr>
        <p:spPr>
          <a:xfrm>
            <a:off x="1057221" y="136525"/>
            <a:ext cx="10077557" cy="766431"/>
          </a:xfrm>
        </p:spPr>
        <p:txBody>
          <a:bodyPr/>
          <a:lstStyle/>
          <a:p>
            <a:pPr algn="ctr"/>
            <a:r>
              <a:rPr lang="en-US">
                <a:solidFill>
                  <a:srgbClr val="000000"/>
                </a:solidFill>
              </a:rPr>
              <a:t>Sampling With vs. Without Replacement </a:t>
            </a:r>
          </a:p>
        </p:txBody>
      </p:sp>
      <p:sp>
        <p:nvSpPr>
          <p:cNvPr id="3" name="Content Placeholder 2">
            <a:extLst>
              <a:ext uri="{FF2B5EF4-FFF2-40B4-BE49-F238E27FC236}">
                <a16:creationId xmlns:a16="http://schemas.microsoft.com/office/drawing/2014/main" id="{E96B1CA9-274A-8EFB-232C-557E6A8CE828}"/>
              </a:ext>
            </a:extLst>
          </p:cNvPr>
          <p:cNvSpPr>
            <a:spLocks noGrp="1"/>
          </p:cNvSpPr>
          <p:nvPr>
            <p:ph idx="1"/>
          </p:nvPr>
        </p:nvSpPr>
        <p:spPr>
          <a:xfrm>
            <a:off x="390250" y="1176932"/>
            <a:ext cx="11463083" cy="5167974"/>
          </a:xfrm>
          <a:solidFill>
            <a:schemeClr val="bg2"/>
          </a:solidFill>
        </p:spPr>
        <p:txBody>
          <a:bodyPr>
            <a:normAutofit/>
          </a:bodyPr>
          <a:lstStyle/>
          <a:p>
            <a:pPr fontAlgn="base"/>
            <a:r>
              <a:rPr lang="en-US"/>
              <a:t>When we select an item from a sample, we have two choices: either we replace the item before the second selection, or we do not. This choice will change the probabilities associated with the subsequent selection.   </a:t>
            </a:r>
          </a:p>
          <a:p>
            <a:pPr fontAlgn="base"/>
            <a:r>
              <a:rPr b="1" lang="en-US"/>
              <a:t>Example: </a:t>
            </a:r>
            <a:r>
              <a:rPr lang="en-US"/>
              <a:t>In one hand, Smaug holds 15 rubies, 12 diamonds, 22 gold coins, and 9 emeralds.   </a:t>
            </a:r>
          </a:p>
          <a:p>
            <a:pPr fontAlgn="base" indent="-457200" marL="457200">
              <a:buFont typeface="+mj-lt"/>
              <a:buAutoNum type="arabicPeriod"/>
            </a:pPr>
            <a:r>
              <a:rPr lang="en-US"/>
              <a:t> If he randomly selects one treasure, what is the probability that it will be a diamond?  </a:t>
            </a:r>
          </a:p>
          <a:p>
            <a:pPr fontAlgn="base" indent="-457200" marL="457200">
              <a:buFont typeface="+mj-lt"/>
              <a:buAutoNum type="arabicPeriod"/>
            </a:pPr>
            <a:r>
              <a:rPr lang="en-US"/>
              <a:t>What is the probability that it will be an emerald or a ruby?   </a:t>
            </a:r>
          </a:p>
          <a:p>
            <a:pPr fontAlgn="base" indent="-457200" marL="457200">
              <a:buFont typeface="+mj-lt"/>
              <a:buAutoNum type="arabicPeriod"/>
            </a:pPr>
            <a:r>
              <a:rPr lang="en-US"/>
              <a:t>If he replaces each treasure after selecting it, what is the probability that he will select a gold coin, then an emerald, and then a diamond?   </a:t>
            </a:r>
          </a:p>
          <a:p>
            <a:pPr fontAlgn="base" indent="-457200" marL="457200">
              <a:buFont typeface="+mj-lt"/>
              <a:buAutoNum type="arabicPeriod"/>
            </a:pPr>
            <a:r>
              <a:rPr lang="en-US"/>
              <a:t>If he throws each gem over his shoulder after selecting, what is the probability that he will select a ruby and then a diamond?   </a:t>
            </a:r>
          </a:p>
          <a:p>
            <a:pPr fontAlgn="base" indent="-457200" marL="457200">
              <a:buFont typeface="+mj-lt"/>
              <a:buAutoNum type="arabicPeriod"/>
            </a:pPr>
            <a:r>
              <a:rPr lang="en-US"/>
              <a:t>If he throws each gem over his shoulder after selecting, what is the probability that he will select 3 emeralds in a row? </a:t>
            </a:r>
          </a:p>
          <a:p>
            <a:endParaRPr lang="en-US"/>
          </a:p>
        </p:txBody>
      </p:sp>
      <p:sp>
        <p:nvSpPr>
          <p:cNvPr id="4" name="Footer Placeholder 3">
            <a:extLst>
              <a:ext uri="{FF2B5EF4-FFF2-40B4-BE49-F238E27FC236}">
                <a16:creationId xmlns:a16="http://schemas.microsoft.com/office/drawing/2014/main" id="{1E1541EC-9126-D041-A9C4-3BD5D51D45D5}"/>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7FD27484-30DF-8677-78AA-A3CCAB7051F1}"/>
              </a:ext>
              <a:ext uri="{C183D7F6-B498-43B3-948B-1728B52AA6E4}">
                <adec:decorative xmlns:adec="http://schemas.microsoft.com/office/drawing/2017/decorative" val="1"/>
              </a:ext>
            </a:extLst>
          </p:cNvPr>
          <p:cNvSpPr>
            <a:spLocks noGrp="1"/>
          </p:cNvSpPr>
          <p:nvPr>
            <p:ph idx="12" sz="quarter" type="sldNum"/>
          </p:nvPr>
        </p:nvSpPr>
        <p:spPr/>
        <p:txBody>
          <a:bodyPr/>
          <a:lstStyle/>
          <a:p>
            <a:fld id="{E1076ED0-0DB3-4879-AAE5-5C20D22C1DF4}" type="slidenum">
              <a:rPr lang="en-US" smtClean="0"/>
              <a:t>27</a:t>
            </a:fld>
            <a:endParaRPr lang="en-US"/>
          </a:p>
        </p:txBody>
      </p:sp>
    </p:spTree>
    <p:extLst>
      <p:ext uri="{BB962C8B-B14F-4D97-AF65-F5344CB8AC3E}">
        <p14:creationId xmlns:p14="http://schemas.microsoft.com/office/powerpoint/2010/main" val="2810604015"/>
      </p:ext>
    </p:extLst>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7D810-EBEC-6C9F-562E-00321C2EBD31}"/>
              </a:ext>
            </a:extLst>
          </p:cNvPr>
          <p:cNvSpPr>
            <a:spLocks noGrp="1"/>
          </p:cNvSpPr>
          <p:nvPr>
            <p:ph type="title"/>
          </p:nvPr>
        </p:nvSpPr>
        <p:spPr>
          <a:xfrm>
            <a:off x="1057221" y="237066"/>
            <a:ext cx="10077557" cy="741031"/>
          </a:xfrm>
        </p:spPr>
        <p:txBody>
          <a:bodyPr/>
          <a:lstStyle/>
          <a:p>
            <a:pPr algn="ctr"/>
            <a:r>
              <a:rPr lang="en-US"/>
              <a:t>Sampling from Large Populations </a:t>
            </a:r>
          </a:p>
        </p:txBody>
      </p:sp>
      <p:sp>
        <p:nvSpPr>
          <p:cNvPr id="3" name="Content Placeholder 2">
            <a:extLst>
              <a:ext uri="{FF2B5EF4-FFF2-40B4-BE49-F238E27FC236}">
                <a16:creationId xmlns:a16="http://schemas.microsoft.com/office/drawing/2014/main" id="{64AFEA91-817A-421F-EEDC-8E9C9B73EFAB}"/>
              </a:ext>
            </a:extLst>
          </p:cNvPr>
          <p:cNvSpPr>
            <a:spLocks noGrp="1"/>
          </p:cNvSpPr>
          <p:nvPr>
            <p:ph idx="1"/>
          </p:nvPr>
        </p:nvSpPr>
        <p:spPr>
          <a:xfrm>
            <a:off x="449517" y="1583266"/>
            <a:ext cx="10077557" cy="4047067"/>
          </a:xfrm>
          <a:solidFill>
            <a:schemeClr val="bg2"/>
          </a:solidFill>
        </p:spPr>
        <p:txBody>
          <a:bodyPr>
            <a:normAutofit/>
          </a:bodyPr>
          <a:lstStyle/>
          <a:p>
            <a:pPr fontAlgn="base"/>
            <a:r>
              <a:rPr lang="en-US"/>
              <a:t>If we select items from a </a:t>
            </a:r>
            <a:r>
              <a:rPr b="1" lang="en-US"/>
              <a:t>large</a:t>
            </a:r>
            <a:r>
              <a:rPr lang="en-US"/>
              <a:t> population, then sampling with replacement does not matter.   </a:t>
            </a:r>
          </a:p>
          <a:p>
            <a:pPr fontAlgn="base"/>
            <a:r>
              <a:rPr lang="en-US"/>
              <a:t>If the sample size is less than 5% of the population, then we can treat all sampled items as </a:t>
            </a:r>
            <a:r>
              <a:rPr b="1" lang="en-US"/>
              <a:t>independent</a:t>
            </a:r>
            <a:r>
              <a:rPr lang="en-US"/>
              <a:t>.   </a:t>
            </a:r>
          </a:p>
          <a:p>
            <a:pPr algn="ctr" fontAlgn="base"/>
            <a:r>
              <a:rPr b="1" lang="en-US"/>
              <a:t>n &lt; 0.05*N</a:t>
            </a:r>
            <a:r>
              <a:rPr lang="en-US"/>
              <a:t>  </a:t>
            </a:r>
          </a:p>
          <a:p>
            <a:pPr algn="ctr" fontAlgn="base"/>
            <a:r>
              <a:rPr b="1" lang="en-US"/>
              <a:t>N &gt; 20*n</a:t>
            </a:r>
            <a:r>
              <a:rPr lang="en-US"/>
              <a:t>  </a:t>
            </a:r>
          </a:p>
          <a:p>
            <a:pPr fontAlgn="base"/>
            <a:r>
              <a:rPr lang="en-US"/>
              <a:t>For example, let’s say Jesse wins the lottery this month and he doesn’t play anymore. Does that change the probability that the next lottery winner will be Walter?  (Assume roughly 173,000,000 people play the lottery.) </a:t>
            </a:r>
          </a:p>
          <a:p>
            <a:endParaRPr lang="en-US"/>
          </a:p>
        </p:txBody>
      </p:sp>
      <p:sp>
        <p:nvSpPr>
          <p:cNvPr id="4" name="Footer Placeholder 3">
            <a:extLst>
              <a:ext uri="{FF2B5EF4-FFF2-40B4-BE49-F238E27FC236}">
                <a16:creationId xmlns:a16="http://schemas.microsoft.com/office/drawing/2014/main" id="{1C4630F9-F7D6-E03B-5530-99E34AA8B862}"/>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7BCE9E39-590D-BCAD-E3B1-E1A98E948E5A}"/>
              </a:ext>
              <a:ext uri="{C183D7F6-B498-43B3-948B-1728B52AA6E4}">
                <adec:decorative xmlns:adec="http://schemas.microsoft.com/office/drawing/2017/decorative" val="1"/>
              </a:ext>
            </a:extLst>
          </p:cNvPr>
          <p:cNvSpPr>
            <a:spLocks noGrp="1"/>
          </p:cNvSpPr>
          <p:nvPr>
            <p:ph idx="12" sz="quarter" type="sldNum"/>
          </p:nvPr>
        </p:nvSpPr>
        <p:spPr/>
        <p:txBody>
          <a:bodyPr/>
          <a:lstStyle/>
          <a:p>
            <a:fld id="{E1076ED0-0DB3-4879-AAE5-5C20D22C1DF4}" type="slidenum">
              <a:rPr lang="en-US" smtClean="0"/>
              <a:t>28</a:t>
            </a:fld>
            <a:endParaRPr lang="en-US"/>
          </a:p>
        </p:txBody>
      </p:sp>
    </p:spTree>
    <p:extLst>
      <p:ext uri="{BB962C8B-B14F-4D97-AF65-F5344CB8AC3E}">
        <p14:creationId xmlns:p14="http://schemas.microsoft.com/office/powerpoint/2010/main" val="2790327782"/>
      </p:ext>
    </p:extLst>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3916D-D6CC-4EB8-94D5-515CC1861A5A}"/>
              </a:ext>
            </a:extLst>
          </p:cNvPr>
          <p:cNvSpPr>
            <a:spLocks noGrp="1"/>
          </p:cNvSpPr>
          <p:nvPr>
            <p:ph type="title"/>
          </p:nvPr>
        </p:nvSpPr>
        <p:spPr/>
        <p:txBody>
          <a:bodyPr/>
          <a:lstStyle/>
          <a:p>
            <a:r>
              <a:rPr lang="en-US">
                <a:solidFill>
                  <a:srgbClr val="000000"/>
                </a:solidFill>
              </a:rPr>
              <a:t>“At Least One” Problems </a:t>
            </a:r>
          </a:p>
        </p:txBody>
      </p:sp>
      <p:sp>
        <p:nvSpPr>
          <p:cNvPr id="3" name="Content Placeholder 2">
            <a:extLst>
              <a:ext uri="{FF2B5EF4-FFF2-40B4-BE49-F238E27FC236}">
                <a16:creationId xmlns:a16="http://schemas.microsoft.com/office/drawing/2014/main" id="{3A48A396-6B3D-5BBA-BAFF-0B8287F9DB25}"/>
              </a:ext>
            </a:extLst>
          </p:cNvPr>
          <p:cNvSpPr>
            <a:spLocks noGrp="1"/>
          </p:cNvSpPr>
          <p:nvPr>
            <p:ph idx="1"/>
          </p:nvPr>
        </p:nvSpPr>
        <p:spPr>
          <a:xfrm>
            <a:off x="525717" y="2521885"/>
            <a:ext cx="10235416" cy="3549045"/>
          </a:xfrm>
        </p:spPr>
        <p:txBody>
          <a:bodyPr>
            <a:normAutofit/>
          </a:bodyPr>
          <a:lstStyle/>
          <a:p>
            <a:pPr fontAlgn="base"/>
            <a:r>
              <a:rPr lang="en-US"/>
              <a:t>If a word problem asks for the probability of “at least one” something, there is a shortcut to solving it.   </a:t>
            </a:r>
          </a:p>
          <a:p>
            <a:pPr fontAlgn="base"/>
            <a:r>
              <a:rPr lang="en-US"/>
              <a:t>Let’s revisit the probability tree to illustrate this concept.   </a:t>
            </a:r>
          </a:p>
          <a:p>
            <a:pPr fontAlgn="base"/>
            <a:r>
              <a:rPr b="1" lang="en-US"/>
              <a:t>Example</a:t>
            </a:r>
            <a:r>
              <a:rPr lang="en-US"/>
              <a:t>: Harvey flips an unfair coin 3 times. (It’s weighted to favor one side.) The probability that it will land heads up is 0.55. What is the probability that it will land heads up at least once?  Make a probability tree.   </a:t>
            </a:r>
          </a:p>
        </p:txBody>
      </p:sp>
      <p:sp>
        <p:nvSpPr>
          <p:cNvPr id="4" name="Footer Placeholder 3">
            <a:extLst>
              <a:ext uri="{FF2B5EF4-FFF2-40B4-BE49-F238E27FC236}">
                <a16:creationId xmlns:a16="http://schemas.microsoft.com/office/drawing/2014/main" id="{D223BC27-B727-99F9-F9C1-2802895107FC}"/>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02BB9044-7165-213F-B8C3-559DD43F2403}"/>
              </a:ext>
              <a:ext uri="{C183D7F6-B498-43B3-948B-1728B52AA6E4}">
                <adec:decorative xmlns:adec="http://schemas.microsoft.com/office/drawing/2017/decorative" val="1"/>
              </a:ext>
            </a:extLst>
          </p:cNvPr>
          <p:cNvSpPr>
            <a:spLocks noGrp="1"/>
          </p:cNvSpPr>
          <p:nvPr>
            <p:ph idx="12" sz="quarter" type="sldNum"/>
          </p:nvPr>
        </p:nvSpPr>
        <p:spPr/>
        <p:txBody>
          <a:bodyPr/>
          <a:lstStyle/>
          <a:p>
            <a:fld id="{E1076ED0-0DB3-4879-AAE5-5C20D22C1DF4}" type="slidenum">
              <a:rPr lang="en-US" smtClean="0"/>
              <a:t>29</a:t>
            </a:fld>
            <a:endParaRPr lang="en-US"/>
          </a:p>
        </p:txBody>
      </p:sp>
    </p:spTree>
    <p:extLst>
      <p:ext uri="{BB962C8B-B14F-4D97-AF65-F5344CB8AC3E}">
        <p14:creationId xmlns:p14="http://schemas.microsoft.com/office/powerpoint/2010/main" val="3241997135"/>
      </p:ext>
    </p:extLst>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6844CD8-4E7B-2013-B562-C0D4B1B34D74}"/>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sp>
        <p:nvSpPr>
          <p:cNvPr id="3" name="Slide Number Placeholder 2">
            <a:extLst>
              <a:ext uri="{FF2B5EF4-FFF2-40B4-BE49-F238E27FC236}">
                <a16:creationId xmlns:a16="http://schemas.microsoft.com/office/drawing/2014/main" id="{7FE8647D-0DD9-9094-5BE3-943C83342FD9}"/>
              </a:ext>
              <a:ext uri="{C183D7F6-B498-43B3-948B-1728B52AA6E4}">
                <adec:decorative xmlns:adec="http://schemas.microsoft.com/office/drawing/2017/decorative" val="1"/>
              </a:ext>
            </a:extLst>
          </p:cNvPr>
          <p:cNvSpPr>
            <a:spLocks noGrp="1"/>
          </p:cNvSpPr>
          <p:nvPr>
            <p:ph idx="12" sz="quarter" type="sldNum"/>
          </p:nvPr>
        </p:nvSpPr>
        <p:spPr/>
        <p:txBody>
          <a:bodyPr/>
          <a:lstStyle/>
          <a:p>
            <a:fld id="{E1076ED0-0DB3-4879-AAE5-5C20D22C1DF4}" type="slidenum">
              <a:rPr lang="en-US" smtClean="0"/>
              <a:t>30</a:t>
            </a:fld>
            <a:endParaRPr lang="en-US"/>
          </a:p>
        </p:txBody>
      </p:sp>
      <p:sp>
        <p:nvSpPr>
          <p:cNvPr id="4" name="Title 3">
            <a:extLst>
              <a:ext uri="{FF2B5EF4-FFF2-40B4-BE49-F238E27FC236}">
                <a16:creationId xmlns:a16="http://schemas.microsoft.com/office/drawing/2014/main" id="{A8892E8C-99C3-3893-196D-D8E9F2CF71EE}"/>
              </a:ext>
            </a:extLst>
          </p:cNvPr>
          <p:cNvSpPr>
            <a:spLocks noGrp="1"/>
          </p:cNvSpPr>
          <p:nvPr>
            <p:ph idx="4294967295" type="title"/>
          </p:nvPr>
        </p:nvSpPr>
        <p:spPr>
          <a:xfrm>
            <a:off x="1057221" y="220133"/>
            <a:ext cx="10077557" cy="639431"/>
          </a:xfrm>
        </p:spPr>
        <p:txBody>
          <a:bodyPr>
            <a:normAutofit fontScale="90000"/>
          </a:bodyPr>
          <a:lstStyle/>
          <a:p>
            <a:r>
              <a:rPr lang="en-US">
                <a:solidFill>
                  <a:srgbClr val="000000"/>
                </a:solidFill>
              </a:rPr>
              <a:t>“At Least One” Problems – Probability Tree </a:t>
            </a:r>
          </a:p>
        </p:txBody>
      </p:sp>
    </p:spTree>
    <p:extLst>
      <p:ext uri="{BB962C8B-B14F-4D97-AF65-F5344CB8AC3E}">
        <p14:creationId xmlns:p14="http://schemas.microsoft.com/office/powerpoint/2010/main" val="3933668479"/>
      </p:ext>
    </p:extLst>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D08B3451-4D7D-B5FE-7F0D-9E957BD03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328F22-27B6-700A-2458-5E7EDA532859}"/>
              </a:ext>
            </a:extLst>
          </p:cNvPr>
          <p:cNvSpPr>
            <a:spLocks noGrp="1"/>
          </p:cNvSpPr>
          <p:nvPr>
            <p:ph type="title"/>
          </p:nvPr>
        </p:nvSpPr>
        <p:spPr/>
        <p:txBody>
          <a:bodyPr/>
          <a:lstStyle/>
          <a:p>
            <a:r>
              <a:rPr lang="en-US">
                <a:solidFill>
                  <a:srgbClr val="000000"/>
                </a:solidFill>
              </a:rPr>
              <a:t>“At Least One” Problems, continued  </a:t>
            </a:r>
          </a:p>
        </p:txBody>
      </p:sp>
      <p:sp>
        <p:nvSpPr>
          <p:cNvPr id="3" name="Content Placeholder 2">
            <a:extLst>
              <a:ext uri="{FF2B5EF4-FFF2-40B4-BE49-F238E27FC236}">
                <a16:creationId xmlns:a16="http://schemas.microsoft.com/office/drawing/2014/main" id="{5C248AFA-770C-0D4E-BBB2-F07C03D90C6A}"/>
              </a:ext>
            </a:extLst>
          </p:cNvPr>
          <p:cNvSpPr>
            <a:spLocks noGrp="1"/>
          </p:cNvSpPr>
          <p:nvPr>
            <p:ph idx="1"/>
          </p:nvPr>
        </p:nvSpPr>
        <p:spPr/>
        <p:txBody>
          <a:bodyPr>
            <a:normAutofit lnSpcReduction="10000"/>
          </a:bodyPr>
          <a:lstStyle/>
          <a:p>
            <a:pPr fontAlgn="base"/>
            <a:r>
              <a:rPr lang="en-US"/>
              <a:t>If a word problem asks for the probability of “at least one” something, there is a shortcut to solving it.   </a:t>
            </a:r>
          </a:p>
          <a:p>
            <a:pPr fontAlgn="base"/>
            <a:r>
              <a:rPr lang="en-US"/>
              <a:t>Let’s revisit the probability tree to illustrate this concept.   </a:t>
            </a:r>
          </a:p>
          <a:p>
            <a:pPr fontAlgn="base"/>
            <a:r>
              <a:rPr b="1" lang="en-US"/>
              <a:t>Example</a:t>
            </a:r>
            <a:r>
              <a:rPr lang="en-US"/>
              <a:t>: Harvey flips an unfair coin 3 times. (It’s weighted to favor one side.) The probability that it will land heads up is 0.55. What is the probability that it will land heads up at least once?  Make a probability tree.   </a:t>
            </a:r>
          </a:p>
          <a:p>
            <a:pPr fontAlgn="base"/>
            <a:r>
              <a:rPr lang="en-US"/>
              <a:t>Solve the same problem with this faster method:  </a:t>
            </a:r>
          </a:p>
          <a:p>
            <a:pPr fontAlgn="base"/>
            <a:r>
              <a:rPr b="1" i="1" lang="en-US"/>
              <a:t>P(at least one) = 1 – P(none)</a:t>
            </a:r>
            <a:r>
              <a:rPr lang="en-US"/>
              <a:t>  </a:t>
            </a:r>
          </a:p>
          <a:p>
            <a:pPr fontAlgn="base"/>
            <a:r>
              <a:rPr lang="en-US"/>
              <a:t>1 – P(tails)^3 = 1 – (0.45)^3 = 0.9089 </a:t>
            </a:r>
          </a:p>
          <a:p>
            <a:endParaRPr lang="en-US"/>
          </a:p>
        </p:txBody>
      </p:sp>
      <p:sp>
        <p:nvSpPr>
          <p:cNvPr id="4" name="Footer Placeholder 3">
            <a:extLst>
              <a:ext uri="{FF2B5EF4-FFF2-40B4-BE49-F238E27FC236}">
                <a16:creationId xmlns:a16="http://schemas.microsoft.com/office/drawing/2014/main" id="{555C04BE-9FA2-BB67-C5CA-0B7630504D72}"/>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1521FEFC-3B30-7193-32D9-0B8A3C766D5C}"/>
              </a:ext>
              <a:ext uri="{C183D7F6-B498-43B3-948B-1728B52AA6E4}">
                <adec:decorative xmlns:adec="http://schemas.microsoft.com/office/drawing/2017/decorative" val="1"/>
              </a:ext>
            </a:extLst>
          </p:cNvPr>
          <p:cNvSpPr>
            <a:spLocks noGrp="1"/>
          </p:cNvSpPr>
          <p:nvPr>
            <p:ph idx="12" sz="quarter" type="sldNum"/>
          </p:nvPr>
        </p:nvSpPr>
        <p:spPr/>
        <p:txBody>
          <a:bodyPr/>
          <a:lstStyle/>
          <a:p>
            <a:fld id="{E1076ED0-0DB3-4879-AAE5-5C20D22C1DF4}" type="slidenum">
              <a:rPr lang="en-US" smtClean="0"/>
              <a:t>31</a:t>
            </a:fld>
            <a:endParaRPr lang="en-US"/>
          </a:p>
        </p:txBody>
      </p:sp>
    </p:spTree>
    <p:extLst>
      <p:ext uri="{BB962C8B-B14F-4D97-AF65-F5344CB8AC3E}">
        <p14:creationId xmlns:p14="http://schemas.microsoft.com/office/powerpoint/2010/main" val="1206467495"/>
      </p:ext>
    </p:extLst>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A9A4D-3EAC-39E7-318C-DB15E9121246}"/>
              </a:ext>
            </a:extLst>
          </p:cNvPr>
          <p:cNvSpPr>
            <a:spLocks noGrp="1"/>
          </p:cNvSpPr>
          <p:nvPr>
            <p:ph type="title"/>
          </p:nvPr>
        </p:nvSpPr>
        <p:spPr>
          <a:xfrm>
            <a:off x="1057221" y="136525"/>
            <a:ext cx="10077557" cy="741031"/>
          </a:xfrm>
        </p:spPr>
        <p:txBody>
          <a:bodyPr/>
          <a:lstStyle/>
          <a:p>
            <a:pPr algn="ctr"/>
            <a:r>
              <a:rPr lang="en-US"/>
              <a:t>The Fundamental Principle of Counting </a:t>
            </a:r>
          </a:p>
        </p:txBody>
      </p:sp>
      <p:sp>
        <p:nvSpPr>
          <p:cNvPr id="3" name="Content Placeholder 2">
            <a:extLst>
              <a:ext uri="{FF2B5EF4-FFF2-40B4-BE49-F238E27FC236}">
                <a16:creationId xmlns:a16="http://schemas.microsoft.com/office/drawing/2014/main" id="{91AA7823-C74E-3138-F9D3-895BC28E28F1}"/>
              </a:ext>
            </a:extLst>
          </p:cNvPr>
          <p:cNvSpPr>
            <a:spLocks noGrp="1"/>
          </p:cNvSpPr>
          <p:nvPr>
            <p:ph idx="1"/>
          </p:nvPr>
        </p:nvSpPr>
        <p:spPr>
          <a:xfrm>
            <a:off x="525718" y="1162976"/>
            <a:ext cx="11310682" cy="5193374"/>
          </a:xfrm>
          <a:solidFill>
            <a:schemeClr val="bg2"/>
          </a:solidFill>
        </p:spPr>
        <p:txBody>
          <a:bodyPr>
            <a:normAutofit/>
          </a:bodyPr>
          <a:lstStyle/>
          <a:p>
            <a:pPr fontAlgn="base"/>
            <a:r>
              <a:rPr lang="en-US"/>
              <a:t>If one operation can be performed </a:t>
            </a:r>
            <a:r>
              <a:rPr i="1" lang="en-US">
                <a:solidFill>
                  <a:srgbClr val="666666"/>
                </a:solidFill>
              </a:rPr>
              <a:t>m</a:t>
            </a:r>
            <a:r>
              <a:rPr lang="en-US"/>
              <a:t> ways, and the 2</a:t>
            </a:r>
            <a:r>
              <a:rPr baseline="30000" lang="en-US"/>
              <a:t>nd</a:t>
            </a:r>
            <a:r>
              <a:rPr lang="en-US"/>
              <a:t> operation can be performed </a:t>
            </a:r>
            <a:r>
              <a:rPr i="1" lang="en-US">
                <a:solidFill>
                  <a:srgbClr val="000000"/>
                </a:solidFill>
              </a:rPr>
              <a:t>n</a:t>
            </a:r>
            <a:r>
              <a:rPr lang="en-US"/>
              <a:t> ways, then the total number of ways to perform the sequence of those two operations is </a:t>
            </a:r>
            <a:r>
              <a:rPr b="1" i="1" lang="en-US"/>
              <a:t>m*n</a:t>
            </a:r>
            <a:r>
              <a:rPr lang="en-US">
                <a:solidFill>
                  <a:srgbClr val="000000"/>
                </a:solidFill>
              </a:rPr>
              <a:t>.   </a:t>
            </a:r>
          </a:p>
          <a:p>
            <a:pPr fontAlgn="base"/>
            <a:r>
              <a:rPr lang="en-US"/>
              <a:t>We can extend this rule for any number of operations.    </a:t>
            </a:r>
          </a:p>
          <a:p>
            <a:pPr fontAlgn="base"/>
            <a:r>
              <a:rPr b="1" lang="en-US"/>
              <a:t>For example</a:t>
            </a:r>
            <a:r>
              <a:rPr lang="en-US"/>
              <a:t>: How many unique lunch orders can we make?  </a:t>
            </a:r>
          </a:p>
          <a:p>
            <a:pPr fontAlgn="base"/>
            <a:r>
              <a:rPr lang="en-US"/>
              <a:t>On the menu, we have 5 sandwiches to choose from,   </a:t>
            </a:r>
          </a:p>
          <a:p>
            <a:pPr fontAlgn="base"/>
            <a:r>
              <a:rPr lang="en-US"/>
              <a:t>4 kinds of chips,  </a:t>
            </a:r>
          </a:p>
          <a:p>
            <a:pPr fontAlgn="base"/>
            <a:r>
              <a:rPr lang="en-US"/>
              <a:t>3 kinds of cookies,  </a:t>
            </a:r>
          </a:p>
          <a:p>
            <a:pPr fontAlgn="base"/>
            <a:r>
              <a:rPr lang="en-US"/>
              <a:t>And 6 kinds of beverages.   </a:t>
            </a:r>
          </a:p>
          <a:p>
            <a:pPr fontAlgn="base"/>
            <a:r>
              <a:rPr lang="en-US"/>
              <a:t>If we choose one item per category, how many unique lunches can we make?   </a:t>
            </a:r>
          </a:p>
          <a:p>
            <a:pPr fontAlgn="base"/>
            <a:r>
              <a:rPr b="1" lang="en-US">
                <a:solidFill>
                  <a:srgbClr val="C00000"/>
                </a:solidFill>
              </a:rPr>
              <a:t>= 5*4*3*6 = 360 unique lunches </a:t>
            </a:r>
          </a:p>
        </p:txBody>
      </p:sp>
      <p:sp>
        <p:nvSpPr>
          <p:cNvPr id="4" name="Footer Placeholder 3">
            <a:extLst>
              <a:ext uri="{FF2B5EF4-FFF2-40B4-BE49-F238E27FC236}">
                <a16:creationId xmlns:a16="http://schemas.microsoft.com/office/drawing/2014/main" id="{18BB248B-D8D2-ADA4-4B98-2C95CD2CA96F}"/>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10EA2D34-B148-E9A1-66BB-6E1062927234}"/>
              </a:ext>
              <a:ext uri="{C183D7F6-B498-43B3-948B-1728B52AA6E4}">
                <adec:decorative xmlns:adec="http://schemas.microsoft.com/office/drawing/2017/decorative" val="1"/>
              </a:ext>
            </a:extLst>
          </p:cNvPr>
          <p:cNvSpPr>
            <a:spLocks noGrp="1"/>
          </p:cNvSpPr>
          <p:nvPr>
            <p:ph idx="12" sz="quarter" type="sldNum"/>
          </p:nvPr>
        </p:nvSpPr>
        <p:spPr/>
        <p:txBody>
          <a:bodyPr/>
          <a:lstStyle/>
          <a:p>
            <a:fld id="{E1076ED0-0DB3-4879-AAE5-5C20D22C1DF4}" type="slidenum">
              <a:rPr lang="en-US" smtClean="0"/>
              <a:t>32</a:t>
            </a:fld>
            <a:endParaRPr lang="en-US"/>
          </a:p>
        </p:txBody>
      </p:sp>
    </p:spTree>
    <p:extLst>
      <p:ext uri="{BB962C8B-B14F-4D97-AF65-F5344CB8AC3E}">
        <p14:creationId xmlns:p14="http://schemas.microsoft.com/office/powerpoint/2010/main" val="1160473836"/>
      </p:ext>
    </p:extLst>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BBD4DC5B-D221-1A73-6F3D-92BE9A7B6B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D7928A-CCCC-AD94-674B-1F9F35CC7C20}"/>
              </a:ext>
            </a:extLst>
          </p:cNvPr>
          <p:cNvSpPr>
            <a:spLocks noGrp="1"/>
          </p:cNvSpPr>
          <p:nvPr>
            <p:ph type="title"/>
          </p:nvPr>
        </p:nvSpPr>
        <p:spPr>
          <a:xfrm>
            <a:off x="1057221" y="136525"/>
            <a:ext cx="10077557" cy="741031"/>
          </a:xfrm>
        </p:spPr>
        <p:txBody>
          <a:bodyPr>
            <a:normAutofit fontScale="90000"/>
          </a:bodyPr>
          <a:lstStyle/>
          <a:p>
            <a:pPr algn="ctr"/>
            <a:r>
              <a:rPr lang="en-US"/>
              <a:t>The Fundamental Principle of Counting Practice </a:t>
            </a:r>
          </a:p>
        </p:txBody>
      </p:sp>
      <p:sp>
        <p:nvSpPr>
          <p:cNvPr id="3" name="Content Placeholder 2">
            <a:extLst>
              <a:ext uri="{FF2B5EF4-FFF2-40B4-BE49-F238E27FC236}">
                <a16:creationId xmlns:a16="http://schemas.microsoft.com/office/drawing/2014/main" id="{9E366D1D-322C-314A-3F4B-DACF88D9B46A}"/>
              </a:ext>
            </a:extLst>
          </p:cNvPr>
          <p:cNvSpPr>
            <a:spLocks noGrp="1"/>
          </p:cNvSpPr>
          <p:nvPr>
            <p:ph idx="1"/>
          </p:nvPr>
        </p:nvSpPr>
        <p:spPr>
          <a:xfrm>
            <a:off x="525718" y="1664625"/>
            <a:ext cx="11310682" cy="4118107"/>
          </a:xfrm>
          <a:solidFill>
            <a:schemeClr val="bg2"/>
          </a:solidFill>
        </p:spPr>
        <p:txBody>
          <a:bodyPr>
            <a:normAutofit/>
          </a:bodyPr>
          <a:lstStyle/>
          <a:p>
            <a:pPr fontAlgn="base"/>
            <a:r>
              <a:rPr b="1" lang="en-US"/>
              <a:t>Practice</a:t>
            </a:r>
            <a:r>
              <a:rPr lang="en-US"/>
              <a:t>: It’s time to plan an outfit for a job interview. In your closet, you have 5 shirts, 3 pairs of slacks, 2 pairs of shoes, 3 ties, and 2 blazers to choose from. </a:t>
            </a:r>
          </a:p>
          <a:p>
            <a:pPr fontAlgn="base" indent="-457200" marL="457200">
              <a:buFont typeface="+mj-lt"/>
              <a:buAutoNum type="arabicPeriod"/>
            </a:pPr>
            <a:r>
              <a:rPr lang="en-US"/>
              <a:t> How many unique outfits can you make?   </a:t>
            </a:r>
            <a:br>
              <a:rPr lang="en-US"/>
            </a:br>
            <a:endParaRPr lang="en-US"/>
          </a:p>
          <a:p>
            <a:pPr fontAlgn="base" indent="-457200" marL="457200">
              <a:buFont typeface="+mj-lt"/>
              <a:buAutoNum type="arabicPeriod"/>
            </a:pPr>
            <a:r>
              <a:rPr lang="en-US"/>
              <a:t>You decide to skip the blazer because it’s summertime. How many outfit choices does this leave you with? </a:t>
            </a:r>
            <a:br>
              <a:rPr lang="en-US"/>
            </a:br>
            <a:endParaRPr lang="en-US"/>
          </a:p>
          <a:p>
            <a:pPr fontAlgn="base" indent="-457200" marL="457200">
              <a:buFont typeface="+mj-lt"/>
              <a:buAutoNum type="arabicPeriod"/>
            </a:pPr>
            <a:r>
              <a:rPr lang="en-US"/>
              <a:t>You </a:t>
            </a:r>
            <a:r>
              <a:rPr i="1" lang="en-US">
                <a:solidFill>
                  <a:srgbClr val="666666"/>
                </a:solidFill>
              </a:rPr>
              <a:t>then </a:t>
            </a:r>
            <a:r>
              <a:rPr lang="en-US"/>
              <a:t>decide that you must wear your favorite shirt and tie. With this decision made, how many different outfits can you build from there? </a:t>
            </a:r>
          </a:p>
          <a:p>
            <a:pPr fontAlgn="base"/>
            <a:endParaRPr lang="en-US"/>
          </a:p>
        </p:txBody>
      </p:sp>
      <p:sp>
        <p:nvSpPr>
          <p:cNvPr id="4" name="Footer Placeholder 3">
            <a:extLst>
              <a:ext uri="{FF2B5EF4-FFF2-40B4-BE49-F238E27FC236}">
                <a16:creationId xmlns:a16="http://schemas.microsoft.com/office/drawing/2014/main" id="{97BBB858-B713-18AD-BF18-415EDE76D053}"/>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D3FF24FF-6528-7916-8D60-EE17ED4A7351}"/>
              </a:ext>
              <a:ext uri="{C183D7F6-B498-43B3-948B-1728B52AA6E4}">
                <adec:decorative xmlns:adec="http://schemas.microsoft.com/office/drawing/2017/decorative" val="1"/>
              </a:ext>
            </a:extLst>
          </p:cNvPr>
          <p:cNvSpPr>
            <a:spLocks noGrp="1"/>
          </p:cNvSpPr>
          <p:nvPr>
            <p:ph idx="12" sz="quarter" type="sldNum"/>
          </p:nvPr>
        </p:nvSpPr>
        <p:spPr/>
        <p:txBody>
          <a:bodyPr/>
          <a:lstStyle/>
          <a:p>
            <a:fld id="{E1076ED0-0DB3-4879-AAE5-5C20D22C1DF4}" type="slidenum">
              <a:rPr lang="en-US" smtClean="0"/>
              <a:t>33</a:t>
            </a:fld>
            <a:endParaRPr lang="en-US"/>
          </a:p>
        </p:txBody>
      </p:sp>
    </p:spTree>
    <p:extLst>
      <p:ext uri="{BB962C8B-B14F-4D97-AF65-F5344CB8AC3E}">
        <p14:creationId xmlns:p14="http://schemas.microsoft.com/office/powerpoint/2010/main" val="3903517770"/>
      </p:ext>
    </p:extLst>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28EA2-9962-3574-4942-25FC49907A72}"/>
              </a:ext>
            </a:extLst>
          </p:cNvPr>
          <p:cNvSpPr>
            <a:spLocks noGrp="1"/>
          </p:cNvSpPr>
          <p:nvPr>
            <p:ph type="title"/>
          </p:nvPr>
        </p:nvSpPr>
        <p:spPr>
          <a:xfrm>
            <a:off x="1057221" y="321733"/>
            <a:ext cx="10077557" cy="605564"/>
          </a:xfrm>
        </p:spPr>
        <p:txBody>
          <a:bodyPr>
            <a:normAutofit fontScale="90000"/>
          </a:bodyPr>
          <a:lstStyle/>
          <a:p>
            <a:pPr algn="ctr"/>
            <a:r>
              <a:rPr lang="en-US"/>
              <a:t>Permutations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6B401C3F-0663-A879-2BD4-D968EBDA1B2F}"/>
                  </a:ext>
                </a:extLst>
              </p:cNvPr>
              <p:cNvSpPr>
                <a:spLocks noGrp="1"/>
              </p:cNvSpPr>
              <p:nvPr>
                <p:ph idx="1"/>
              </p:nvPr>
            </p:nvSpPr>
            <p:spPr>
              <a:xfrm>
                <a:off x="525717" y="1058333"/>
                <a:ext cx="11344550" cy="5012597"/>
              </a:xfrm>
              <a:solidFill>
                <a:schemeClr val="bg2"/>
              </a:solidFill>
            </p:spPr>
            <p:txBody>
              <a:bodyPr>
                <a:normAutofit/>
              </a:bodyPr>
              <a:lstStyle/>
              <a:p>
                <a:r>
                  <a:rPr lang="en-US"/>
                  <a:t>A permutation is a unique ordering, or arrangement, of items. If asked how many permutations exist, we want to know the number of different ways a group of items can be ordered.  </a:t>
                </a:r>
              </a:p>
              <a:p>
                <a:r>
                  <a:rPr lang="en-US"/>
                  <a:t>For example, there are 5 runners in a race (Barry, Pietro, Dash, Sonic, and Kara). In how many ways can the race be finished? </a:t>
                </a:r>
                <a:r>
                  <a:rPr b="1" lang="en-US">
                    <a:solidFill>
                      <a:srgbClr val="C00000"/>
                    </a:solidFill>
                  </a:rPr>
                  <a:t>5*4*3*2*1 = 120 ways</a:t>
                </a:r>
                <a:r>
                  <a:rPr lang="en-US"/>
                  <a:t>  </a:t>
                </a:r>
              </a:p>
              <a:p>
                <a:r>
                  <a:rPr lang="en-US"/>
                  <a:t>The number of permutations of 5 individuals is 5! (! means factorial).   </a:t>
                </a:r>
              </a:p>
              <a:p>
                <a:r>
                  <a:rPr lang="en-US"/>
                  <a:t>If we focus on awarding medals (gold, silver, and bronze), how many unique ways can this happen?   </a:t>
                </a:r>
              </a:p>
              <a:p>
                <a:r>
                  <a:rPr lang="en-US"/>
                  <a:t>A permutation of r items chosen from n items is denoted </a:t>
                </a:r>
                <a:r>
                  <a:rPr b="1" lang="en-US"/>
                  <a:t>nPr</a:t>
                </a:r>
                <a:r>
                  <a:rPr lang="en-US"/>
                  <a:t>.  </a:t>
                </a:r>
              </a:p>
              <a:p>
                <a:pPr algn="ctr"/>
                <a14:m>
                  <m:oMathPara xmlns:m="http://schemas.openxmlformats.org/officeDocument/2006/math">
                    <m:oMathParaPr>
                      <m:jc m:val="centerGroup"/>
                    </m:oMathParaPr>
                    <m:oMath>
                      <m:r>
                        <a:rPr b="0" i="1" lang="en-US" smtClean="0">
                          <a:latin charset="0" panose="02040503050406030204" pitchFamily="18" typeface="Cambria Math"/>
                        </a:rPr>
                        <m:t>𝑛𝑃𝑟</m:t>
                      </m:r>
                      <m:r>
                        <a:rPr b="0" i="1" lang="en-US" smtClean="0">
                          <a:latin charset="0" panose="02040503050406030204" pitchFamily="18" typeface="Cambria Math"/>
                        </a:rPr>
                        <m:t>=</m:t>
                      </m:r>
                      <m:f>
                        <m:fPr>
                          <m:ctrlPr>
                            <a:rPr b="0" i="1" lang="en-US" smtClean="0">
                              <a:latin charset="0" panose="02040503050406030204" pitchFamily="18" typeface="Cambria Math"/>
                            </a:rPr>
                          </m:ctrlPr>
                        </m:fPr>
                        <m:num>
                          <m:r>
                            <a:rPr b="0" i="1" lang="en-US" smtClean="0">
                              <a:latin charset="0" panose="02040503050406030204" pitchFamily="18" typeface="Cambria Math"/>
                            </a:rPr>
                            <m:t>𝑛</m:t>
                          </m:r>
                          <m:r>
                            <a:rPr b="0" i="1" lang="en-US" smtClean="0">
                              <a:latin charset="0" panose="02040503050406030204" pitchFamily="18" typeface="Cambria Math"/>
                            </a:rPr>
                            <m:t>!</m:t>
                          </m:r>
                        </m:num>
                        <m:den>
                          <m:d>
                            <m:dPr>
                              <m:ctrlPr>
                                <a:rPr b="0" i="1" lang="en-US" smtClean="0">
                                  <a:latin charset="0" panose="02040503050406030204" pitchFamily="18" typeface="Cambria Math"/>
                                </a:rPr>
                              </m:ctrlPr>
                            </m:dPr>
                            <m:e>
                              <m:r>
                                <a:rPr b="0" i="1" lang="en-US" smtClean="0">
                                  <a:latin charset="0" panose="02040503050406030204" pitchFamily="18" typeface="Cambria Math"/>
                                </a:rPr>
                                <m:t>𝑛</m:t>
                              </m:r>
                              <m:r>
                                <a:rPr b="0" i="1" lang="en-US" smtClean="0">
                                  <a:latin charset="0" panose="02040503050406030204" pitchFamily="18" typeface="Cambria Math"/>
                                </a:rPr>
                                <m:t>−</m:t>
                              </m:r>
                              <m:r>
                                <a:rPr b="0" i="1" lang="en-US" smtClean="0">
                                  <a:latin charset="0" panose="02040503050406030204" pitchFamily="18" typeface="Cambria Math"/>
                                </a:rPr>
                                <m:t>𝑟</m:t>
                              </m:r>
                            </m:e>
                          </m:d>
                          <m:r>
                            <a:rPr b="0" i="1" lang="en-US" smtClean="0">
                              <a:latin charset="0" panose="02040503050406030204" pitchFamily="18" typeface="Cambria Math"/>
                            </a:rPr>
                            <m:t>!</m:t>
                          </m:r>
                        </m:den>
                      </m:f>
                    </m:oMath>
                  </m:oMathPara>
                </a14:m>
                <a:endParaRPr lang="en-US"/>
              </a:p>
              <a:p>
                <a:pPr algn="ctr"/>
                <a:r>
                  <a:rPr lang="en-US"/>
                  <a:t>factorial(n)/factorial(n-r) </a:t>
                </a:r>
              </a:p>
              <a:p>
                <a:r>
                  <a:rPr lang="en-US"/>
                  <a:t>Using this formula for the racers’ medals … </a:t>
                </a:r>
                <a:r>
                  <a:rPr b="1" lang="en-US">
                    <a:solidFill>
                      <a:srgbClr val="C00000"/>
                    </a:solidFill>
                  </a:rPr>
                  <a:t>60 permutations </a:t>
                </a:r>
              </a:p>
            </p:txBody>
          </p:sp>
        </mc:Choice>
        <mc:Fallback>
          <p:sp>
            <p:nvSpPr>
              <p:cNvPr id="3" name="Content Placeholder 2">
                <a:extLst>
                  <a:ext uri="{FF2B5EF4-FFF2-40B4-BE49-F238E27FC236}">
                    <a16:creationId xmlns:a16="http://schemas.microsoft.com/office/drawing/2014/main" id="{6B401C3F-0663-A879-2BD4-D968EBDA1B2F}"/>
                  </a:ext>
                </a:extLst>
              </p:cNvPr>
              <p:cNvSpPr>
                <a:spLocks noAdjustHandles="1" noChangeArrowheads="1" noChangeAspect="1" noChangeShapeType="1" noEditPoints="1" noGrp="1" noMove="1" noResize="1" noRot="1" noTextEdit="1"/>
              </p:cNvSpPr>
              <p:nvPr>
                <p:ph idx="1"/>
              </p:nvPr>
            </p:nvSpPr>
            <p:spPr>
              <a:xfrm>
                <a:off x="525717" y="1058333"/>
                <a:ext cx="11344550" cy="5012597"/>
              </a:xfrm>
              <a:blipFill>
                <a:blip r:embed="rId2"/>
                <a:stretch>
                  <a:fillRect l="-537" t="-487"/>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8CA4BB90-E59E-88B0-7E31-6FE98FBF24EC}"/>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9FA0E59A-DF36-ED36-E4D9-DE618C5FDCA9}"/>
              </a:ext>
              <a:ext uri="{C183D7F6-B498-43B3-948B-1728B52AA6E4}">
                <adec:decorative xmlns:adec="http://schemas.microsoft.com/office/drawing/2017/decorative" val="1"/>
              </a:ext>
            </a:extLst>
          </p:cNvPr>
          <p:cNvSpPr>
            <a:spLocks noGrp="1"/>
          </p:cNvSpPr>
          <p:nvPr>
            <p:ph idx="12" sz="quarter" type="sldNum"/>
          </p:nvPr>
        </p:nvSpPr>
        <p:spPr/>
        <p:txBody>
          <a:bodyPr/>
          <a:lstStyle/>
          <a:p>
            <a:fld id="{E1076ED0-0DB3-4879-AAE5-5C20D22C1DF4}" type="slidenum">
              <a:rPr lang="en-US" smtClean="0"/>
              <a:t>34</a:t>
            </a:fld>
            <a:endParaRPr lang="en-US"/>
          </a:p>
        </p:txBody>
      </p:sp>
    </p:spTree>
    <p:extLst>
      <p:ext uri="{BB962C8B-B14F-4D97-AF65-F5344CB8AC3E}">
        <p14:creationId xmlns:p14="http://schemas.microsoft.com/office/powerpoint/2010/main" val="755947800"/>
      </p:ext>
    </p:extLst>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54DFAF9D-48D4-4F0E-E8F3-AD7D96133C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C6BCBD-DAB9-D7AF-EA09-35D66F294761}"/>
              </a:ext>
            </a:extLst>
          </p:cNvPr>
          <p:cNvSpPr>
            <a:spLocks noGrp="1"/>
          </p:cNvSpPr>
          <p:nvPr>
            <p:ph type="title"/>
          </p:nvPr>
        </p:nvSpPr>
        <p:spPr>
          <a:xfrm>
            <a:off x="1057221" y="321733"/>
            <a:ext cx="10077557" cy="605564"/>
          </a:xfrm>
        </p:spPr>
        <p:txBody>
          <a:bodyPr>
            <a:normAutofit fontScale="90000"/>
          </a:bodyPr>
          <a:lstStyle/>
          <a:p>
            <a:pPr algn="ctr"/>
            <a:r>
              <a:rPr lang="en-US"/>
              <a:t>Permutations Practice  </a:t>
            </a:r>
          </a:p>
        </p:txBody>
      </p:sp>
      <p:sp>
        <p:nvSpPr>
          <p:cNvPr id="3" name="Content Placeholder 2">
            <a:extLst>
              <a:ext uri="{FF2B5EF4-FFF2-40B4-BE49-F238E27FC236}">
                <a16:creationId xmlns:a16="http://schemas.microsoft.com/office/drawing/2014/main" id="{2C59C040-E43D-63F9-09BF-FB32506A946C}"/>
              </a:ext>
            </a:extLst>
          </p:cNvPr>
          <p:cNvSpPr>
            <a:spLocks noGrp="1"/>
          </p:cNvSpPr>
          <p:nvPr>
            <p:ph idx="1"/>
          </p:nvPr>
        </p:nvSpPr>
        <p:spPr>
          <a:xfrm>
            <a:off x="525718" y="1735668"/>
            <a:ext cx="11344550" cy="3166534"/>
          </a:xfrm>
          <a:solidFill>
            <a:schemeClr val="bg2"/>
          </a:solidFill>
        </p:spPr>
        <p:txBody>
          <a:bodyPr>
            <a:normAutofit/>
          </a:bodyPr>
          <a:lstStyle/>
          <a:p>
            <a:r>
              <a:rPr lang="en-US"/>
              <a:t>Practice: There’s a team of 12 people at work, and 3 employees are needed to work late today. No one really wants to work late, so they decided to choose people at random. Someone needs to mop, someone needs to stock shelves, and someone needs to clean the bathroom.   </a:t>
            </a:r>
            <a:br>
              <a:rPr lang="en-US"/>
            </a:br>
            <a:endParaRPr lang="en-US"/>
          </a:p>
          <a:p>
            <a:pPr indent="-457200" marL="457200">
              <a:buFont typeface="+mj-lt"/>
              <a:buAutoNum type="arabicPeriod"/>
            </a:pPr>
            <a:r>
              <a:rPr lang="en-US"/>
              <a:t>How many permutations of 3 employees are there?   </a:t>
            </a:r>
            <a:br>
              <a:rPr lang="en-US"/>
            </a:br>
            <a:endParaRPr lang="en-US"/>
          </a:p>
          <a:p>
            <a:pPr indent="-457200" marL="457200">
              <a:buFont typeface="+mj-lt"/>
              <a:buAutoNum type="arabicPeriod"/>
            </a:pPr>
            <a:r>
              <a:rPr lang="en-US"/>
              <a:t>If the boss decides that Dante has to mop, then how many permutations are there? </a:t>
            </a:r>
          </a:p>
          <a:p>
            <a:endParaRPr lang="en-US"/>
          </a:p>
        </p:txBody>
      </p:sp>
      <p:sp>
        <p:nvSpPr>
          <p:cNvPr id="4" name="Footer Placeholder 3">
            <a:extLst>
              <a:ext uri="{FF2B5EF4-FFF2-40B4-BE49-F238E27FC236}">
                <a16:creationId xmlns:a16="http://schemas.microsoft.com/office/drawing/2014/main" id="{74A8A336-42DE-0F9E-DF0E-C3DE497ABC99}"/>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F6ACEED3-3706-4CEE-92DA-19FD36FB3C35}"/>
              </a:ext>
              <a:ext uri="{C183D7F6-B498-43B3-948B-1728B52AA6E4}">
                <adec:decorative xmlns:adec="http://schemas.microsoft.com/office/drawing/2017/decorative" val="1"/>
              </a:ext>
            </a:extLst>
          </p:cNvPr>
          <p:cNvSpPr>
            <a:spLocks noGrp="1"/>
          </p:cNvSpPr>
          <p:nvPr>
            <p:ph idx="12" sz="quarter" type="sldNum"/>
          </p:nvPr>
        </p:nvSpPr>
        <p:spPr/>
        <p:txBody>
          <a:bodyPr/>
          <a:lstStyle/>
          <a:p>
            <a:fld id="{E1076ED0-0DB3-4879-AAE5-5C20D22C1DF4}" type="slidenum">
              <a:rPr lang="en-US" smtClean="0"/>
              <a:t>35</a:t>
            </a:fld>
            <a:endParaRPr lang="en-US"/>
          </a:p>
        </p:txBody>
      </p:sp>
    </p:spTree>
    <p:extLst>
      <p:ext uri="{BB962C8B-B14F-4D97-AF65-F5344CB8AC3E}">
        <p14:creationId xmlns:p14="http://schemas.microsoft.com/office/powerpoint/2010/main" val="1937774288"/>
      </p:ext>
    </p:extLst>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B7945-A6A9-9D69-85AA-71E0A9F43359}"/>
              </a:ext>
            </a:extLst>
          </p:cNvPr>
          <p:cNvSpPr>
            <a:spLocks noGrp="1"/>
          </p:cNvSpPr>
          <p:nvPr>
            <p:ph type="title"/>
          </p:nvPr>
        </p:nvSpPr>
        <p:spPr>
          <a:xfrm>
            <a:off x="1057221" y="245534"/>
            <a:ext cx="10077557" cy="681764"/>
          </a:xfrm>
        </p:spPr>
        <p:txBody>
          <a:bodyPr/>
          <a:lstStyle/>
          <a:p>
            <a:pPr algn="ctr"/>
            <a:r>
              <a:rPr lang="en-US">
                <a:solidFill>
                  <a:srgbClr val="000000"/>
                </a:solidFill>
              </a:rPr>
              <a:t>Combinations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6A772D8-3955-34D7-D597-FEAE50054ECB}"/>
                  </a:ext>
                </a:extLst>
              </p:cNvPr>
              <p:cNvSpPr>
                <a:spLocks noGrp="1"/>
              </p:cNvSpPr>
              <p:nvPr>
                <p:ph idx="1"/>
              </p:nvPr>
            </p:nvSpPr>
            <p:spPr>
              <a:xfrm>
                <a:off x="525718" y="1967474"/>
                <a:ext cx="11389322" cy="4383816"/>
              </a:xfrm>
              <a:solidFill>
                <a:schemeClr val="bg2"/>
              </a:solidFill>
            </p:spPr>
            <p:txBody>
              <a:bodyPr>
                <a:normAutofit/>
              </a:bodyPr>
              <a:lstStyle/>
              <a:p>
                <a:r>
                  <a:rPr lang="en-US"/>
                  <a:t>A unique selection of r objects chosen from n objects is called a combination. In a combination, the order or arrangement of items does not matter. It is not relevant to the situation.   </a:t>
                </a:r>
              </a:p>
              <a:p>
                <a:r>
                  <a:rPr lang="en-US"/>
                  <a:t>The number of unique combinations of r items from n is denoted </a:t>
                </a:r>
                <a:r>
                  <a:rPr b="1" lang="en-US"/>
                  <a:t>nCr</a:t>
                </a:r>
                <a:r>
                  <a:rPr lang="en-US"/>
                  <a:t>.</a:t>
                </a:r>
              </a:p>
              <a:p>
                <a:pPr/>
                <a14:m>
                  <m:oMathPara xmlns:m="http://schemas.openxmlformats.org/officeDocument/2006/math">
                    <m:oMathParaPr>
                      <m:jc m:val="centerGroup"/>
                    </m:oMathParaPr>
                    <m:oMath>
                      <m:r>
                        <a:rPr b="0" i="1" lang="en-US" smtClean="0">
                          <a:latin charset="0" panose="02040503050406030204" pitchFamily="18" typeface="Cambria Math"/>
                        </a:rPr>
                        <m:t>𝑛𝐶𝑟</m:t>
                      </m:r>
                      <m:r>
                        <a:rPr b="0" i="1" lang="en-US" smtClean="0">
                          <a:latin charset="0" panose="02040503050406030204" pitchFamily="18" typeface="Cambria Math"/>
                        </a:rPr>
                        <m:t>=</m:t>
                      </m:r>
                      <m:f>
                        <m:fPr>
                          <m:ctrlPr>
                            <a:rPr b="0" i="1" lang="en-US" smtClean="0">
                              <a:latin charset="0" panose="02040503050406030204" pitchFamily="18" typeface="Cambria Math"/>
                            </a:rPr>
                          </m:ctrlPr>
                        </m:fPr>
                        <m:num>
                          <m:r>
                            <a:rPr b="0" i="1" lang="en-US" smtClean="0">
                              <a:latin charset="0" panose="02040503050406030204" pitchFamily="18" typeface="Cambria Math"/>
                            </a:rPr>
                            <m:t>𝑛</m:t>
                          </m:r>
                          <m:r>
                            <a:rPr b="0" i="1" lang="en-US" smtClean="0">
                              <a:latin charset="0" panose="02040503050406030204" pitchFamily="18" typeface="Cambria Math"/>
                            </a:rPr>
                            <m:t>!</m:t>
                          </m:r>
                        </m:num>
                        <m:den>
                          <m:r>
                            <a:rPr b="0" i="1" lang="en-US" smtClean="0">
                              <a:latin charset="0" panose="02040503050406030204" pitchFamily="18" typeface="Cambria Math"/>
                            </a:rPr>
                            <m:t>𝑟</m:t>
                          </m:r>
                          <m:r>
                            <a:rPr b="0" i="1" lang="en-US" smtClean="0">
                              <a:latin charset="0" panose="02040503050406030204" pitchFamily="18" typeface="Cambria Math"/>
                            </a:rPr>
                            <m:t>!</m:t>
                          </m:r>
                          <m:d>
                            <m:dPr>
                              <m:ctrlPr>
                                <a:rPr b="0" i="1" lang="en-US" smtClean="0">
                                  <a:latin charset="0" panose="02040503050406030204" pitchFamily="18" typeface="Cambria Math"/>
                                </a:rPr>
                              </m:ctrlPr>
                            </m:dPr>
                            <m:e>
                              <m:r>
                                <a:rPr b="0" i="1" lang="en-US" smtClean="0">
                                  <a:latin charset="0" panose="02040503050406030204" pitchFamily="18" typeface="Cambria Math"/>
                                </a:rPr>
                                <m:t>𝑛</m:t>
                              </m:r>
                              <m:r>
                                <a:rPr b="0" i="1" lang="en-US" smtClean="0">
                                  <a:latin charset="0" panose="02040503050406030204" pitchFamily="18" typeface="Cambria Math"/>
                                </a:rPr>
                                <m:t>−</m:t>
                              </m:r>
                              <m:r>
                                <a:rPr b="0" i="1" lang="en-US" smtClean="0">
                                  <a:latin charset="0" panose="02040503050406030204" pitchFamily="18" typeface="Cambria Math"/>
                                </a:rPr>
                                <m:t>𝑟</m:t>
                              </m:r>
                            </m:e>
                          </m:d>
                          <m:r>
                            <a:rPr b="0" i="1" lang="en-US" smtClean="0">
                              <a:latin charset="0" panose="02040503050406030204" pitchFamily="18" typeface="Cambria Math"/>
                            </a:rPr>
                            <m:t>!</m:t>
                          </m:r>
                        </m:den>
                      </m:f>
                    </m:oMath>
                  </m:oMathPara>
                </a14:m>
                <a:endParaRPr lang="en-US"/>
              </a:p>
            </p:txBody>
          </p:sp>
        </mc:Choice>
        <mc:Fallback>
          <p:sp>
            <p:nvSpPr>
              <p:cNvPr id="3" name="Content Placeholder 2">
                <a:extLst>
                  <a:ext uri="{FF2B5EF4-FFF2-40B4-BE49-F238E27FC236}">
                    <a16:creationId xmlns:a16="http://schemas.microsoft.com/office/drawing/2014/main" id="{56A772D8-3955-34D7-D597-FEAE50054ECB}"/>
                  </a:ext>
                </a:extLst>
              </p:cNvPr>
              <p:cNvSpPr>
                <a:spLocks noAdjustHandles="1" noChangeArrowheads="1" noChangeAspect="1" noChangeShapeType="1" noEditPoints="1" noGrp="1" noMove="1" noResize="1" noRot="1" noTextEdit="1"/>
              </p:cNvSpPr>
              <p:nvPr>
                <p:ph idx="1"/>
              </p:nvPr>
            </p:nvSpPr>
            <p:spPr>
              <a:xfrm>
                <a:off x="525718" y="1967474"/>
                <a:ext cx="11389322" cy="4383816"/>
              </a:xfrm>
              <a:blipFill>
                <a:blip r:embed="rId2"/>
                <a:stretch>
                  <a:fillRect l="-535" t="-695"/>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5E08DF6C-AC55-6107-5E93-B8E677886B2A}"/>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F8063E99-8B8F-8639-5937-D3AE6EAEBD1E}"/>
              </a:ext>
              <a:ext uri="{C183D7F6-B498-43B3-948B-1728B52AA6E4}">
                <adec:decorative xmlns:adec="http://schemas.microsoft.com/office/drawing/2017/decorative" val="1"/>
              </a:ext>
            </a:extLst>
          </p:cNvPr>
          <p:cNvSpPr>
            <a:spLocks noGrp="1"/>
          </p:cNvSpPr>
          <p:nvPr>
            <p:ph idx="12" sz="quarter" type="sldNum"/>
          </p:nvPr>
        </p:nvSpPr>
        <p:spPr/>
        <p:txBody>
          <a:bodyPr/>
          <a:lstStyle/>
          <a:p>
            <a:fld id="{E1076ED0-0DB3-4879-AAE5-5C20D22C1DF4}" type="slidenum">
              <a:rPr lang="en-US" smtClean="0"/>
              <a:t>36</a:t>
            </a:fld>
            <a:endParaRPr lang="en-US"/>
          </a:p>
        </p:txBody>
      </p:sp>
      <p:sp>
        <p:nvSpPr>
          <p:cNvPr id="6" name="TextBox 5">
            <a:extLst>
              <a:ext uri="{FF2B5EF4-FFF2-40B4-BE49-F238E27FC236}">
                <a16:creationId xmlns:a16="http://schemas.microsoft.com/office/drawing/2014/main" id="{C8A2B599-AF8E-558E-2393-45A4085E98EB}"/>
              </a:ext>
            </a:extLst>
          </p:cNvPr>
          <p:cNvSpPr txBox="1"/>
          <p:nvPr/>
        </p:nvSpPr>
        <p:spPr>
          <a:xfrm>
            <a:off x="523068" y="4158712"/>
            <a:ext cx="10474271" cy="1908215"/>
          </a:xfrm>
          <a:prstGeom prst="rect">
            <a:avLst/>
          </a:prstGeom>
          <a:noFill/>
        </p:spPr>
        <p:txBody>
          <a:bodyPr anchor="t" anchorCtr="0" bIns="45720" compatLnSpc="1" forceAA="0" fromWordArt="0" horzOverflow="overflow" lIns="91440" numCol="1" rIns="91440" rot="0" rtlCol="0" spcCol="0" spcFirstLastPara="0" tIns="45720" vert="horz" vertOverflow="overflow" wrap="square">
            <a:prstTxWarp prst="textNoShape">
              <a:avLst/>
            </a:prstTxWarp>
            <a:spAutoFit/>
          </a:bodyPr>
          <a:lstStyle/>
          <a:p>
            <a:pPr algn="l" indent="0" marL="0" rtl="0"/>
            <a:r>
              <a:rPr kern="1200" lang="en-US" sz="2000">
                <a:solidFill>
                  <a:schemeClr val="tx1"/>
                </a:solidFill>
                <a:latin typeface="Avenir Next LT Pro"/>
                <a:ea typeface="+mn-ea"/>
                <a:cs typeface="+mn-cs"/>
              </a:rPr>
              <a:t>For example: Jack is preparing a fruit salad. He has the following in his pantry: pineapples, green apples, cherries, oranges, coconuts, and bananas. He wants to pick a total of four fruit types for the salad. How many unique combinations of fruit does he have to choose from for the recipe? </a:t>
            </a:r>
          </a:p>
          <a:p>
            <a:pPr algn="l" indent="0" marL="0" rtl="0"/>
            <a:r>
              <a:rPr b="1" i="1" kern="1200" lang="en-US" sz="2000">
                <a:solidFill>
                  <a:srgbClr val="C00000"/>
                </a:solidFill>
                <a:latin typeface="Avenir Next LT Pro"/>
                <a:ea typeface="+mn-ea"/>
                <a:cs typeface="+mn-cs"/>
              </a:rPr>
              <a:t>6C4 = 15 </a:t>
            </a:r>
          </a:p>
          <a:p>
            <a:pPr algn="ctr"/>
            <a:endParaRPr lang="en-US"/>
          </a:p>
        </p:txBody>
      </p:sp>
    </p:spTree>
    <p:extLst>
      <p:ext uri="{BB962C8B-B14F-4D97-AF65-F5344CB8AC3E}">
        <p14:creationId xmlns:p14="http://schemas.microsoft.com/office/powerpoint/2010/main" val="1400480354"/>
      </p:ext>
    </p:extLst>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F0239338-6BA9-231C-AA47-88DA98E60A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352FFB-54FE-652D-D98D-D4B994AF7959}"/>
              </a:ext>
            </a:extLst>
          </p:cNvPr>
          <p:cNvSpPr>
            <a:spLocks noGrp="1"/>
          </p:cNvSpPr>
          <p:nvPr>
            <p:ph type="title"/>
          </p:nvPr>
        </p:nvSpPr>
        <p:spPr>
          <a:xfrm>
            <a:off x="1057221" y="245534"/>
            <a:ext cx="10077557" cy="681764"/>
          </a:xfrm>
        </p:spPr>
        <p:txBody>
          <a:bodyPr/>
          <a:lstStyle/>
          <a:p>
            <a:pPr algn="ctr"/>
            <a:r>
              <a:rPr lang="en-US"/>
              <a:t>Combinations Practice</a:t>
            </a:r>
          </a:p>
        </p:txBody>
      </p:sp>
      <p:sp>
        <p:nvSpPr>
          <p:cNvPr id="3" name="Content Placeholder 2">
            <a:extLst>
              <a:ext uri="{FF2B5EF4-FFF2-40B4-BE49-F238E27FC236}">
                <a16:creationId xmlns:a16="http://schemas.microsoft.com/office/drawing/2014/main" id="{F9DD49A7-C413-2AE0-1A7C-71CA0D36F4EB}"/>
              </a:ext>
            </a:extLst>
          </p:cNvPr>
          <p:cNvSpPr>
            <a:spLocks noGrp="1"/>
          </p:cNvSpPr>
          <p:nvPr>
            <p:ph idx="1"/>
          </p:nvPr>
        </p:nvSpPr>
        <p:spPr>
          <a:xfrm>
            <a:off x="525718" y="1041400"/>
            <a:ext cx="11369950" cy="5173133"/>
          </a:xfrm>
          <a:solidFill>
            <a:schemeClr val="bg2"/>
          </a:solidFill>
        </p:spPr>
        <p:txBody>
          <a:bodyPr>
            <a:normAutofit lnSpcReduction="10000"/>
          </a:bodyPr>
          <a:lstStyle/>
          <a:p>
            <a:r>
              <a:rPr lang="en-US"/>
              <a:t>Sambhaji oversees 35 employees. He wants to select 2 people at random to receive a prize at the company picnic (the prize is the same for both people).  </a:t>
            </a:r>
          </a:p>
          <a:p>
            <a:pPr indent="-457200" marL="457200">
              <a:buFont typeface="+mj-lt"/>
              <a:buAutoNum type="arabicPeriod"/>
            </a:pPr>
            <a:r>
              <a:rPr lang="en-US"/>
              <a:t>How many combinations of 2 people from 35 can be chosen?  </a:t>
            </a:r>
          </a:p>
          <a:p>
            <a:pPr indent="-457200" marL="457200">
              <a:buFont typeface="+mj-lt"/>
              <a:buAutoNum type="arabicPeriod"/>
            </a:pPr>
            <a:r>
              <a:rPr lang="en-US"/>
              <a:t>What if 4 people didn’t show up to the picnic? </a:t>
            </a:r>
          </a:p>
          <a:p>
            <a:pPr indent="-457200" marL="457200">
              <a:buFont typeface="+mj-lt"/>
              <a:buAutoNum type="arabicPeriod"/>
            </a:pPr>
            <a:r>
              <a:rPr lang="en-US"/>
              <a:t>At Sambhaji’s company, 16 people work the night shift and 19 work the day shift. If 2 people are selected at random to win a prize, what is the probability that both work the night shift?   </a:t>
            </a:r>
          </a:p>
          <a:p>
            <a:pPr indent="-457200" marL="457200">
              <a:buFont typeface="+mj-lt"/>
              <a:buAutoNum type="arabicPeriod"/>
            </a:pPr>
            <a:r>
              <a:rPr lang="en-US"/>
              <a:t>How many combinations of one night shift and one day shift workers are there?   </a:t>
            </a:r>
          </a:p>
          <a:p>
            <a:pPr indent="-457200" marL="457200">
              <a:buFont typeface="+mj-lt"/>
              <a:buAutoNum type="arabicPeriod"/>
            </a:pPr>
            <a:r>
              <a:rPr lang="en-US"/>
              <a:t>What is the probability that if 2 winners are chosen, at least one of them will work the night shift?  </a:t>
            </a:r>
          </a:p>
          <a:p>
            <a:pPr indent="-457200" marL="457200">
              <a:buFont typeface="+mj-lt"/>
              <a:buAutoNum type="arabicPeriod"/>
            </a:pPr>
            <a:r>
              <a:rPr lang="en-US"/>
              <a:t>What if the boss decides to award two different prizes ($200 and $100)? How would this change the problem?  </a:t>
            </a:r>
          </a:p>
          <a:p>
            <a:pPr indent="-457200" marL="457200">
              <a:buFont typeface="+mj-lt"/>
              <a:buAutoNum type="arabicPeriod"/>
            </a:pPr>
            <a:r>
              <a:rPr lang="en-US"/>
              <a:t>Given the same n and the same r, will there always be more combinations or more permutations? Explain.  </a:t>
            </a:r>
          </a:p>
          <a:p>
            <a:endParaRPr b="1" lang="en-US"/>
          </a:p>
        </p:txBody>
      </p:sp>
      <p:sp>
        <p:nvSpPr>
          <p:cNvPr id="4" name="Footer Placeholder 3">
            <a:extLst>
              <a:ext uri="{FF2B5EF4-FFF2-40B4-BE49-F238E27FC236}">
                <a16:creationId xmlns:a16="http://schemas.microsoft.com/office/drawing/2014/main" id="{5E81309E-239D-CFA3-5D41-5F5D88FBDC37}"/>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F8F1A221-48A6-28DE-7C92-7B8F88BAF012}"/>
              </a:ext>
              <a:ext uri="{C183D7F6-B498-43B3-948B-1728B52AA6E4}">
                <adec:decorative xmlns:adec="http://schemas.microsoft.com/office/drawing/2017/decorative" val="1"/>
              </a:ext>
            </a:extLst>
          </p:cNvPr>
          <p:cNvSpPr>
            <a:spLocks noGrp="1"/>
          </p:cNvSpPr>
          <p:nvPr>
            <p:ph idx="12" sz="quarter" type="sldNum"/>
          </p:nvPr>
        </p:nvSpPr>
        <p:spPr/>
        <p:txBody>
          <a:bodyPr/>
          <a:lstStyle/>
          <a:p>
            <a:fld id="{E1076ED0-0DB3-4879-AAE5-5C20D22C1DF4}" type="slidenum">
              <a:rPr lang="en-US" smtClean="0"/>
              <a:t>37</a:t>
            </a:fld>
            <a:endParaRPr lang="en-US"/>
          </a:p>
        </p:txBody>
      </p:sp>
    </p:spTree>
    <p:extLst>
      <p:ext uri="{BB962C8B-B14F-4D97-AF65-F5344CB8AC3E}">
        <p14:creationId xmlns:p14="http://schemas.microsoft.com/office/powerpoint/2010/main" val="4087542408"/>
      </p:ext>
    </p:extLst>
  </p:cSld>
  <p:clrMapOvr>
    <a:masterClrMapping/>
  </p:clrMapOvr>
</p:sld>
</file>

<file path=ppt/theme/theme1.xml><?xml version="1.0" encoding="utf-8"?>
<a:theme xmlns:a="http://schemas.openxmlformats.org/drawingml/2006/main" name="RocaVTI">
  <a:themeElements>
    <a:clrScheme name="Custom 101">
      <a:dk1>
        <a:sysClr val="windowText" lastClr="000000"/>
      </a:dk1>
      <a:lt1>
        <a:sysClr val="window" lastClr="FFFFFF"/>
      </a:lt1>
      <a:dk2>
        <a:srgbClr val="463443"/>
      </a:dk2>
      <a:lt2>
        <a:srgbClr val="F3F0E9"/>
      </a:lt2>
      <a:accent1>
        <a:srgbClr val="D45E5E"/>
      </a:accent1>
      <a:accent2>
        <a:srgbClr val="D49D8C"/>
      </a:accent2>
      <a:accent3>
        <a:srgbClr val="BF873A"/>
      </a:accent3>
      <a:accent4>
        <a:srgbClr val="C05050"/>
      </a:accent4>
      <a:accent5>
        <a:srgbClr val="A89F68"/>
      </a:accent5>
      <a:accent6>
        <a:srgbClr val="8F6B8A"/>
      </a:accent6>
      <a:hlink>
        <a:srgbClr val="D75681"/>
      </a:hlink>
      <a:folHlink>
        <a:srgbClr val="6C9D92"/>
      </a:folHlink>
    </a:clrScheme>
    <a:fontScheme name="Custom 36">
      <a:majorFont>
        <a:latin typeface="Georgia Pro Semibold"/>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ocaVTI" id="{D79FE1D1-0489-4A69-8531-D0B8CDC31CBE}" vid="{CEBA7FE6-C04B-474E-964F-B022887AD13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37</Slides>
  <Notes>0</Notes>
  <HiddenSlides>0</HiddenSlide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RocaVTI</vt:lpstr>
      <vt:lpstr>Probability Basics</vt:lpstr>
      <vt:lpstr>Objectives </vt:lpstr>
      <vt:lpstr>A Probability Experiment </vt:lpstr>
      <vt:lpstr>The Law of Large Numbers </vt:lpstr>
      <vt:lpstr>Review: Relative Frequency </vt:lpstr>
      <vt:lpstr>Sample Space</vt:lpstr>
      <vt:lpstr>Event</vt:lpstr>
      <vt:lpstr>Probability Models</vt:lpstr>
      <vt:lpstr>Interpreting Probabilities </vt:lpstr>
      <vt:lpstr>Interpreting Probabilities Practice </vt:lpstr>
      <vt:lpstr>Sampling from a Population </vt:lpstr>
      <vt:lpstr>The Empirical Method</vt:lpstr>
      <vt:lpstr>More Practice </vt:lpstr>
      <vt:lpstr>Compound Events </vt:lpstr>
      <vt:lpstr>The General Addition Rule </vt:lpstr>
      <vt:lpstr>Mutually Exclusive Events </vt:lpstr>
      <vt:lpstr>NOT Mutually Exclusive Events </vt:lpstr>
      <vt:lpstr>Complements </vt:lpstr>
      <vt:lpstr>How to Make A Probability Tree </vt:lpstr>
      <vt:lpstr>Drawing a Probability Tree </vt:lpstr>
      <vt:lpstr>Conditional Probability </vt:lpstr>
      <vt:lpstr>The General Multiplication Rule </vt:lpstr>
      <vt:lpstr>Are Two Events Independent? </vt:lpstr>
      <vt:lpstr>Mutually Exclusive vs. Independent </vt:lpstr>
      <vt:lpstr>Contingency Tables </vt:lpstr>
      <vt:lpstr>Contingency Table Practice </vt:lpstr>
      <vt:lpstr>Sampling With vs. Without Replacement </vt:lpstr>
      <vt:lpstr>Sampling from Large Populations </vt:lpstr>
      <vt:lpstr>“At Least One” Problems </vt:lpstr>
      <vt:lpstr>“At Least One” Problems – Probability Tree </vt:lpstr>
      <vt:lpstr>“At Least One” Problems, continued  </vt:lpstr>
      <vt:lpstr>The Fundamental Principle of Counting </vt:lpstr>
      <vt:lpstr>The Fundamental Principle of Counting Practice </vt:lpstr>
      <vt:lpstr>Permutations </vt:lpstr>
      <vt:lpstr>Permutations Practice  </vt:lpstr>
      <vt:lpstr>Combinations </vt:lpstr>
      <vt:lpstr>Combinations Practice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2026-02-23T17:48:05Z</dcterms:created>
  <dcterms:modified xsi:type="dcterms:W3CDTF">2026-03-04T18:29:50Z</dcterms:modified>
  <cp:revision>19</cp:revision>
  <dc:title>Chapter 5 Teaching Notes </dc:title>
</cp:coreProperties>
</file>

<file path=docProps/custom.xml><?xml version="1.0" encoding="utf-8"?>
<Properties xmlns="http://schemas.openxmlformats.org/officeDocument/2006/custom-properties" xmlns:vt="http://schemas.openxmlformats.org/officeDocument/2006/docPropsVTypes">
  <property pid="2" fmtid="{D5CDD505-2E9C-101B-9397-08002B2CF9AE}" name="panorama-manifest">
    <vt:lpwstr>{"dismissals":[{"targetId":{"value":352},"issueTypeIdentifier":"READING_ORDER_ISSUE"}],"remediatedIssues":[]}</vt:lpwstr>
  </property>
</Properties>
</file>