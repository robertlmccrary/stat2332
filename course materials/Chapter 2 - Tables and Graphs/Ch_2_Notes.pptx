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3D4147-2EAD-9557-EE62-25E161524052}" v="24" dt="2026-04-23T17:27:03.814"/>
    <p1510:client id="{A93D6555-4677-4A24-A2F8-D5AE81B6AC67}" v="82" dt="2026-04-23T18:51:23.0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89" autoAdjust="0"/>
  </p:normalViewPr>
  <p:slideViewPr>
    <p:cSldViewPr snapToGrid="0">
      <p:cViewPr varScale="1">
        <p:scale>
          <a:sx n="73" d="100"/>
          <a:sy n="73" d="100"/>
        </p:scale>
        <p:origin x="77" y="446"/>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notesMasters/notesMaster1.xml" Type="http://schemas.openxmlformats.org/officeDocument/2006/relationships/notesMaster"/><Relationship Id="rId26" Target="presProps.xml" Type="http://schemas.openxmlformats.org/officeDocument/2006/relationships/presProps"/><Relationship Id="rId27" Target="viewProps.xml" Type="http://schemas.openxmlformats.org/officeDocument/2006/relationships/viewProps"/><Relationship Id="rId28" Target="theme/theme1.xml" Type="http://schemas.openxmlformats.org/officeDocument/2006/relationships/theme"/><Relationship Id="rId29" Target="tableStyles.xml" Type="http://schemas.openxmlformats.org/officeDocument/2006/relationships/tableStyles"/><Relationship Id="rId3" Target="slides/slide2.xml" Type="http://schemas.openxmlformats.org/officeDocument/2006/relationships/slide"/><Relationship Id="rId30" Target="changesInfos/changesInfo1.xml" Type="http://schemas.microsoft.com/office/2016/11/relationships/changesInfo"/><Relationship Id="rId31" Target="revisionInfo.xml" Type="http://schemas.microsoft.com/office/2015/10/relationships/revisionInfo"/><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S::meldrid8@kennesaw.edu::8fca192e-0677-4b46-9386-7af871cc0c0f" providerId="AD" clId="Web-{833D4147-2EAD-9557-EE62-25E161524052}"/>
    <pc:docChg chg="modSld">
      <pc:chgData name="Bowen Cheek" userId="S::meldrid8@kennesaw.edu::8fca192e-0677-4b46-9386-7af871cc0c0f" providerId="AD" clId="Web-{833D4147-2EAD-9557-EE62-25E161524052}" dt="2026-04-23T17:27:03.814" v="23" actId="20577"/>
      <pc:docMkLst>
        <pc:docMk/>
      </pc:docMkLst>
      <pc:sldChg chg="modSp">
        <pc:chgData name="Bowen Cheek" userId="S::meldrid8@kennesaw.edu::8fca192e-0677-4b46-9386-7af871cc0c0f" providerId="AD" clId="Web-{833D4147-2EAD-9557-EE62-25E161524052}" dt="2026-04-23T17:27:03.814" v="23" actId="20577"/>
        <pc:sldMkLst>
          <pc:docMk/>
          <pc:sldMk cId="109857222" sldId="256"/>
        </pc:sldMkLst>
        <pc:spChg chg="mod">
          <ac:chgData name="Bowen Cheek" userId="S::meldrid8@kennesaw.edu::8fca192e-0677-4b46-9386-7af871cc0c0f" providerId="AD" clId="Web-{833D4147-2EAD-9557-EE62-25E161524052}" dt="2026-04-23T17:26:59.063" v="19" actId="20577"/>
          <ac:spMkLst>
            <pc:docMk/>
            <pc:sldMk cId="109857222" sldId="256"/>
            <ac:spMk id="2" creationId="{00000000-0000-0000-0000-000000000000}"/>
          </ac:spMkLst>
        </pc:spChg>
        <pc:spChg chg="mod">
          <ac:chgData name="Bowen Cheek" userId="S::meldrid8@kennesaw.edu::8fca192e-0677-4b46-9386-7af871cc0c0f" providerId="AD" clId="Web-{833D4147-2EAD-9557-EE62-25E161524052}" dt="2026-04-23T17:27:03.814" v="23" actId="20577"/>
          <ac:spMkLst>
            <pc:docMk/>
            <pc:sldMk cId="109857222" sldId="256"/>
            <ac:spMk id="3" creationId="{00000000-0000-0000-0000-000000000000}"/>
          </ac:spMkLst>
        </pc:spChg>
      </pc:sldChg>
    </pc:docChg>
  </pc:docChgLst>
  <pc:docChgLst>
    <pc:chgData name="Bowen Cheek" userId="8fca192e-0677-4b46-9386-7af871cc0c0f" providerId="ADAL" clId="{539CF98A-204F-498C-B6D5-5A6451AD35FD}"/>
    <pc:docChg chg="undo custSel addSld modSld modMainMaster">
      <pc:chgData name="Bowen Cheek" userId="8fca192e-0677-4b46-9386-7af871cc0c0f" providerId="ADAL" clId="{539CF98A-204F-498C-B6D5-5A6451AD35FD}" dt="2026-04-23T18:55:28.050" v="1442" actId="962"/>
      <pc:docMkLst>
        <pc:docMk/>
      </pc:docMkLst>
      <pc:sldChg chg="addSp modSp mod setBg addAnim">
        <pc:chgData name="Bowen Cheek" userId="8fca192e-0677-4b46-9386-7af871cc0c0f" providerId="ADAL" clId="{539CF98A-204F-498C-B6D5-5A6451AD35FD}" dt="2026-04-23T17:33:25.323" v="59"/>
        <pc:sldMkLst>
          <pc:docMk/>
          <pc:sldMk cId="109857222" sldId="256"/>
        </pc:sldMkLst>
        <pc:spChg chg="mod">
          <ac:chgData name="Bowen Cheek" userId="8fca192e-0677-4b46-9386-7af871cc0c0f" providerId="ADAL" clId="{539CF98A-204F-498C-B6D5-5A6451AD35FD}" dt="2026-04-23T17:30:36.844" v="1" actId="26606"/>
          <ac:spMkLst>
            <pc:docMk/>
            <pc:sldMk cId="109857222" sldId="256"/>
            <ac:spMk id="2" creationId="{00000000-0000-0000-0000-000000000000}"/>
          </ac:spMkLst>
        </pc:spChg>
        <pc:spChg chg="mod">
          <ac:chgData name="Bowen Cheek" userId="8fca192e-0677-4b46-9386-7af871cc0c0f" providerId="ADAL" clId="{539CF98A-204F-498C-B6D5-5A6451AD35FD}" dt="2026-04-23T17:30:36.844" v="1" actId="26606"/>
          <ac:spMkLst>
            <pc:docMk/>
            <pc:sldMk cId="109857222" sldId="256"/>
            <ac:spMk id="3" creationId="{00000000-0000-0000-0000-000000000000}"/>
          </ac:spMkLst>
        </pc:spChg>
        <pc:spChg chg="add">
          <ac:chgData name="Bowen Cheek" userId="8fca192e-0677-4b46-9386-7af871cc0c0f" providerId="ADAL" clId="{539CF98A-204F-498C-B6D5-5A6451AD35FD}" dt="2026-04-23T17:30:36.844" v="1" actId="26606"/>
          <ac:spMkLst>
            <pc:docMk/>
            <pc:sldMk cId="109857222" sldId="256"/>
            <ac:spMk id="10" creationId="{0671A8AE-40A1-4631-A6B8-581AFF065482}"/>
          </ac:spMkLst>
        </pc:spChg>
        <pc:spChg chg="add">
          <ac:chgData name="Bowen Cheek" userId="8fca192e-0677-4b46-9386-7af871cc0c0f" providerId="ADAL" clId="{539CF98A-204F-498C-B6D5-5A6451AD35FD}" dt="2026-04-23T17:30:36.844" v="1" actId="26606"/>
          <ac:spMkLst>
            <pc:docMk/>
            <pc:sldMk cId="109857222" sldId="256"/>
            <ac:spMk id="12" creationId="{AB58EF07-17C2-48CF-ABB0-EEF1F17CB8F0}"/>
          </ac:spMkLst>
        </pc:spChg>
        <pc:spChg chg="add">
          <ac:chgData name="Bowen Cheek" userId="8fca192e-0677-4b46-9386-7af871cc0c0f" providerId="ADAL" clId="{539CF98A-204F-498C-B6D5-5A6451AD35FD}" dt="2026-04-23T17:30:36.844" v="1" actId="26606"/>
          <ac:spMkLst>
            <pc:docMk/>
            <pc:sldMk cId="109857222" sldId="256"/>
            <ac:spMk id="14" creationId="{AF2F604E-43BE-4DC3-B983-E071523364F8}"/>
          </ac:spMkLst>
        </pc:spChg>
        <pc:spChg chg="add">
          <ac:chgData name="Bowen Cheek" userId="8fca192e-0677-4b46-9386-7af871cc0c0f" providerId="ADAL" clId="{539CF98A-204F-498C-B6D5-5A6451AD35FD}" dt="2026-04-23T17:30:36.844" v="1" actId="26606"/>
          <ac:spMkLst>
            <pc:docMk/>
            <pc:sldMk cId="109857222" sldId="256"/>
            <ac:spMk id="16" creationId="{08C9B587-E65E-4B52-B37C-ABEBB6E87928}"/>
          </ac:spMkLst>
        </pc:spChg>
        <pc:picChg chg="add mod ord">
          <ac:chgData name="Bowen Cheek" userId="8fca192e-0677-4b46-9386-7af871cc0c0f" providerId="ADAL" clId="{539CF98A-204F-498C-B6D5-5A6451AD35FD}" dt="2026-04-23T17:30:36.844" v="1" actId="26606"/>
          <ac:picMkLst>
            <pc:docMk/>
            <pc:sldMk cId="109857222" sldId="256"/>
            <ac:picMk id="5" creationId="{98C86000-13E7-DC77-CC77-0266010B9B2E}"/>
          </ac:picMkLst>
        </pc:picChg>
      </pc:sldChg>
      <pc:sldChg chg="modSp new mod setBg">
        <pc:chgData name="Bowen Cheek" userId="8fca192e-0677-4b46-9386-7af871cc0c0f" providerId="ADAL" clId="{539CF98A-204F-498C-B6D5-5A6451AD35FD}" dt="2026-04-23T17:33:25.323" v="59"/>
        <pc:sldMkLst>
          <pc:docMk/>
          <pc:sldMk cId="229001125" sldId="257"/>
        </pc:sldMkLst>
        <pc:spChg chg="mod">
          <ac:chgData name="Bowen Cheek" userId="8fca192e-0677-4b46-9386-7af871cc0c0f" providerId="ADAL" clId="{539CF98A-204F-498C-B6D5-5A6451AD35FD}" dt="2026-04-23T17:31:47.844" v="18" actId="20577"/>
          <ac:spMkLst>
            <pc:docMk/>
            <pc:sldMk cId="229001125" sldId="257"/>
            <ac:spMk id="2" creationId="{967AA7D3-6470-B199-FE50-70139EED8388}"/>
          </ac:spMkLst>
        </pc:spChg>
        <pc:spChg chg="mod">
          <ac:chgData name="Bowen Cheek" userId="8fca192e-0677-4b46-9386-7af871cc0c0f" providerId="ADAL" clId="{539CF98A-204F-498C-B6D5-5A6451AD35FD}" dt="2026-04-23T17:32:59.037" v="56" actId="14100"/>
          <ac:spMkLst>
            <pc:docMk/>
            <pc:sldMk cId="229001125" sldId="257"/>
            <ac:spMk id="3" creationId="{A050F271-13FD-6A3F-CF7E-FFBDAEEABAA7}"/>
          </ac:spMkLst>
        </pc:spChg>
      </pc:sldChg>
      <pc:sldChg chg="modSp new mod">
        <pc:chgData name="Bowen Cheek" userId="8fca192e-0677-4b46-9386-7af871cc0c0f" providerId="ADAL" clId="{539CF98A-204F-498C-B6D5-5A6451AD35FD}" dt="2026-04-23T17:34:22.455" v="87" actId="20577"/>
        <pc:sldMkLst>
          <pc:docMk/>
          <pc:sldMk cId="1286610798" sldId="258"/>
        </pc:sldMkLst>
        <pc:spChg chg="mod">
          <ac:chgData name="Bowen Cheek" userId="8fca192e-0677-4b46-9386-7af871cc0c0f" providerId="ADAL" clId="{539CF98A-204F-498C-B6D5-5A6451AD35FD}" dt="2026-04-23T17:33:50.554" v="70" actId="20577"/>
          <ac:spMkLst>
            <pc:docMk/>
            <pc:sldMk cId="1286610798" sldId="258"/>
            <ac:spMk id="2" creationId="{CBD9C273-7F09-AF3B-B50B-3891147746AB}"/>
          </ac:spMkLst>
        </pc:spChg>
        <pc:spChg chg="mod">
          <ac:chgData name="Bowen Cheek" userId="8fca192e-0677-4b46-9386-7af871cc0c0f" providerId="ADAL" clId="{539CF98A-204F-498C-B6D5-5A6451AD35FD}" dt="2026-04-23T17:34:22.455" v="87" actId="20577"/>
          <ac:spMkLst>
            <pc:docMk/>
            <pc:sldMk cId="1286610798" sldId="258"/>
            <ac:spMk id="3" creationId="{9378811F-0188-C0E3-D4E9-C74794609280}"/>
          </ac:spMkLst>
        </pc:spChg>
      </pc:sldChg>
      <pc:sldChg chg="modSp new mod">
        <pc:chgData name="Bowen Cheek" userId="8fca192e-0677-4b46-9386-7af871cc0c0f" providerId="ADAL" clId="{539CF98A-204F-498C-B6D5-5A6451AD35FD}" dt="2026-04-23T17:36:19.965" v="145" actId="14100"/>
        <pc:sldMkLst>
          <pc:docMk/>
          <pc:sldMk cId="188849562" sldId="259"/>
        </pc:sldMkLst>
        <pc:spChg chg="mod">
          <ac:chgData name="Bowen Cheek" userId="8fca192e-0677-4b46-9386-7af871cc0c0f" providerId="ADAL" clId="{539CF98A-204F-498C-B6D5-5A6451AD35FD}" dt="2026-04-23T17:35:09.937" v="111" actId="20577"/>
          <ac:spMkLst>
            <pc:docMk/>
            <pc:sldMk cId="188849562" sldId="259"/>
            <ac:spMk id="2" creationId="{75D08CE4-D6FC-061E-42C6-79BFA7E7ED83}"/>
          </ac:spMkLst>
        </pc:spChg>
        <pc:spChg chg="mod">
          <ac:chgData name="Bowen Cheek" userId="8fca192e-0677-4b46-9386-7af871cc0c0f" providerId="ADAL" clId="{539CF98A-204F-498C-B6D5-5A6451AD35FD}" dt="2026-04-23T17:36:19.965" v="145" actId="14100"/>
          <ac:spMkLst>
            <pc:docMk/>
            <pc:sldMk cId="188849562" sldId="259"/>
            <ac:spMk id="3" creationId="{F0167424-39B0-CE4B-8FED-A13342AF741E}"/>
          </ac:spMkLst>
        </pc:spChg>
      </pc:sldChg>
      <pc:sldChg chg="addSp modSp new mod">
        <pc:chgData name="Bowen Cheek" userId="8fca192e-0677-4b46-9386-7af871cc0c0f" providerId="ADAL" clId="{539CF98A-204F-498C-B6D5-5A6451AD35FD}" dt="2026-04-23T17:38:29.118" v="248" actId="1076"/>
        <pc:sldMkLst>
          <pc:docMk/>
          <pc:sldMk cId="1810215909" sldId="260"/>
        </pc:sldMkLst>
        <pc:spChg chg="mod">
          <ac:chgData name="Bowen Cheek" userId="8fca192e-0677-4b46-9386-7af871cc0c0f" providerId="ADAL" clId="{539CF98A-204F-498C-B6D5-5A6451AD35FD}" dt="2026-04-23T17:37:14.082" v="185" actId="20577"/>
          <ac:spMkLst>
            <pc:docMk/>
            <pc:sldMk cId="1810215909" sldId="260"/>
            <ac:spMk id="2" creationId="{9CECC393-F791-D672-83CD-7AD96EDB4147}"/>
          </ac:spMkLst>
        </pc:spChg>
        <pc:spChg chg="mod">
          <ac:chgData name="Bowen Cheek" userId="8fca192e-0677-4b46-9386-7af871cc0c0f" providerId="ADAL" clId="{539CF98A-204F-498C-B6D5-5A6451AD35FD}" dt="2026-04-23T17:37:31.427" v="189" actId="1076"/>
          <ac:spMkLst>
            <pc:docMk/>
            <pc:sldMk cId="1810215909" sldId="260"/>
            <ac:spMk id="3" creationId="{A276B5BB-F8F9-BE79-A8ED-B0BB58A887D9}"/>
          </ac:spMkLst>
        </pc:spChg>
        <pc:spChg chg="add mod">
          <ac:chgData name="Bowen Cheek" userId="8fca192e-0677-4b46-9386-7af871cc0c0f" providerId="ADAL" clId="{539CF98A-204F-498C-B6D5-5A6451AD35FD}" dt="2026-04-23T17:38:29.118" v="248" actId="1076"/>
          <ac:spMkLst>
            <pc:docMk/>
            <pc:sldMk cId="1810215909" sldId="260"/>
            <ac:spMk id="6" creationId="{3041921B-3C22-CF92-8644-BBA669F989B9}"/>
          </ac:spMkLst>
        </pc:spChg>
      </pc:sldChg>
      <pc:sldChg chg="addSp modSp new mod">
        <pc:chgData name="Bowen Cheek" userId="8fca192e-0677-4b46-9386-7af871cc0c0f" providerId="ADAL" clId="{539CF98A-204F-498C-B6D5-5A6451AD35FD}" dt="2026-04-23T18:53:53.136" v="1413" actId="962"/>
        <pc:sldMkLst>
          <pc:docMk/>
          <pc:sldMk cId="79697942" sldId="261"/>
        </pc:sldMkLst>
        <pc:spChg chg="mod">
          <ac:chgData name="Bowen Cheek" userId="8fca192e-0677-4b46-9386-7af871cc0c0f" providerId="ADAL" clId="{539CF98A-204F-498C-B6D5-5A6451AD35FD}" dt="2026-04-23T17:42:50.521" v="275" actId="20577"/>
          <ac:spMkLst>
            <pc:docMk/>
            <pc:sldMk cId="79697942" sldId="261"/>
            <ac:spMk id="2" creationId="{D8EECB94-8857-D94C-8EDC-31EEC4F3F779}"/>
          </ac:spMkLst>
        </pc:spChg>
        <pc:spChg chg="mod">
          <ac:chgData name="Bowen Cheek" userId="8fca192e-0677-4b46-9386-7af871cc0c0f" providerId="ADAL" clId="{539CF98A-204F-498C-B6D5-5A6451AD35FD}" dt="2026-04-23T17:44:19.477" v="280" actId="1076"/>
          <ac:spMkLst>
            <pc:docMk/>
            <pc:sldMk cId="79697942" sldId="261"/>
            <ac:spMk id="3" creationId="{4F755109-6DDC-BE83-E97F-B168B7928F7C}"/>
          </ac:spMkLst>
        </pc:spChg>
        <pc:picChg chg="add mod">
          <ac:chgData name="Bowen Cheek" userId="8fca192e-0677-4b46-9386-7af871cc0c0f" providerId="ADAL" clId="{539CF98A-204F-498C-B6D5-5A6451AD35FD}" dt="2026-04-23T18:53:53.136" v="1413" actId="962"/>
          <ac:picMkLst>
            <pc:docMk/>
            <pc:sldMk cId="79697942" sldId="261"/>
            <ac:picMk id="7" creationId="{C063E72D-D8E2-EC81-0458-01385A0322AB}"/>
          </ac:picMkLst>
        </pc:picChg>
      </pc:sldChg>
      <pc:sldChg chg="addSp modSp new mod">
        <pc:chgData name="Bowen Cheek" userId="8fca192e-0677-4b46-9386-7af871cc0c0f" providerId="ADAL" clId="{539CF98A-204F-498C-B6D5-5A6451AD35FD}" dt="2026-04-23T18:53:59.953" v="1415" actId="962"/>
        <pc:sldMkLst>
          <pc:docMk/>
          <pc:sldMk cId="4148752713" sldId="262"/>
        </pc:sldMkLst>
        <pc:spChg chg="mod">
          <ac:chgData name="Bowen Cheek" userId="8fca192e-0677-4b46-9386-7af871cc0c0f" providerId="ADAL" clId="{539CF98A-204F-498C-B6D5-5A6451AD35FD}" dt="2026-04-23T17:46:15.320" v="297" actId="20577"/>
          <ac:spMkLst>
            <pc:docMk/>
            <pc:sldMk cId="4148752713" sldId="262"/>
            <ac:spMk id="2" creationId="{F4BE283B-E5DD-FD82-02D8-B8A37E7EF658}"/>
          </ac:spMkLst>
        </pc:spChg>
        <pc:spChg chg="mod">
          <ac:chgData name="Bowen Cheek" userId="8fca192e-0677-4b46-9386-7af871cc0c0f" providerId="ADAL" clId="{539CF98A-204F-498C-B6D5-5A6451AD35FD}" dt="2026-04-23T17:47:01.397" v="304" actId="1076"/>
          <ac:spMkLst>
            <pc:docMk/>
            <pc:sldMk cId="4148752713" sldId="262"/>
            <ac:spMk id="3" creationId="{E7681522-D684-1CF7-CCAA-E53E650F87A4}"/>
          </ac:spMkLst>
        </pc:spChg>
        <pc:picChg chg="add mod">
          <ac:chgData name="Bowen Cheek" userId="8fca192e-0677-4b46-9386-7af871cc0c0f" providerId="ADAL" clId="{539CF98A-204F-498C-B6D5-5A6451AD35FD}" dt="2026-04-23T18:53:59.953" v="1415" actId="962"/>
          <ac:picMkLst>
            <pc:docMk/>
            <pc:sldMk cId="4148752713" sldId="262"/>
            <ac:picMk id="7" creationId="{DD394D04-D3C6-7167-1A4C-F402A17BF7A8}"/>
          </ac:picMkLst>
        </pc:picChg>
      </pc:sldChg>
      <pc:sldChg chg="addSp modSp new mod">
        <pc:chgData name="Bowen Cheek" userId="8fca192e-0677-4b46-9386-7af871cc0c0f" providerId="ADAL" clId="{539CF98A-204F-498C-B6D5-5A6451AD35FD}" dt="2026-04-23T18:54:10.767" v="1417" actId="962"/>
        <pc:sldMkLst>
          <pc:docMk/>
          <pc:sldMk cId="2793807618" sldId="263"/>
        </pc:sldMkLst>
        <pc:spChg chg="mod">
          <ac:chgData name="Bowen Cheek" userId="8fca192e-0677-4b46-9386-7af871cc0c0f" providerId="ADAL" clId="{539CF98A-204F-498C-B6D5-5A6451AD35FD}" dt="2026-04-23T17:49:19.511" v="333" actId="1076"/>
          <ac:spMkLst>
            <pc:docMk/>
            <pc:sldMk cId="2793807618" sldId="263"/>
            <ac:spMk id="2" creationId="{E91A786D-4FD9-8D7D-8FAF-FB65B5FA7A77}"/>
          </ac:spMkLst>
        </pc:spChg>
        <pc:spChg chg="mod">
          <ac:chgData name="Bowen Cheek" userId="8fca192e-0677-4b46-9386-7af871cc0c0f" providerId="ADAL" clId="{539CF98A-204F-498C-B6D5-5A6451AD35FD}" dt="2026-04-23T17:49:27.180" v="335" actId="20577"/>
          <ac:spMkLst>
            <pc:docMk/>
            <pc:sldMk cId="2793807618" sldId="263"/>
            <ac:spMk id="3" creationId="{88E8C273-9FAE-338C-6F63-264739F2B96D}"/>
          </ac:spMkLst>
        </pc:spChg>
        <pc:picChg chg="add mod">
          <ac:chgData name="Bowen Cheek" userId="8fca192e-0677-4b46-9386-7af871cc0c0f" providerId="ADAL" clId="{539CF98A-204F-498C-B6D5-5A6451AD35FD}" dt="2026-04-23T18:54:10.767" v="1417" actId="962"/>
          <ac:picMkLst>
            <pc:docMk/>
            <pc:sldMk cId="2793807618" sldId="263"/>
            <ac:picMk id="7" creationId="{52B49D4E-3394-821F-337B-7E447B8EEF2F}"/>
          </ac:picMkLst>
        </pc:picChg>
      </pc:sldChg>
      <pc:sldChg chg="addSp modSp new mod">
        <pc:chgData name="Bowen Cheek" userId="8fca192e-0677-4b46-9386-7af871cc0c0f" providerId="ADAL" clId="{539CF98A-204F-498C-B6D5-5A6451AD35FD}" dt="2026-04-23T18:54:15.276" v="1419" actId="962"/>
        <pc:sldMkLst>
          <pc:docMk/>
          <pc:sldMk cId="1092104176" sldId="264"/>
        </pc:sldMkLst>
        <pc:spChg chg="mod">
          <ac:chgData name="Bowen Cheek" userId="8fca192e-0677-4b46-9386-7af871cc0c0f" providerId="ADAL" clId="{539CF98A-204F-498C-B6D5-5A6451AD35FD}" dt="2026-04-23T18:12:30.018" v="349" actId="20577"/>
          <ac:spMkLst>
            <pc:docMk/>
            <pc:sldMk cId="1092104176" sldId="264"/>
            <ac:spMk id="2" creationId="{E710B40B-AC7B-C336-9AEE-269440531925}"/>
          </ac:spMkLst>
        </pc:spChg>
        <pc:spChg chg="mod">
          <ac:chgData name="Bowen Cheek" userId="8fca192e-0677-4b46-9386-7af871cc0c0f" providerId="ADAL" clId="{539CF98A-204F-498C-B6D5-5A6451AD35FD}" dt="2026-04-23T18:13:34.877" v="357" actId="1076"/>
          <ac:spMkLst>
            <pc:docMk/>
            <pc:sldMk cId="1092104176" sldId="264"/>
            <ac:spMk id="3" creationId="{91EA1E39-8B10-6D57-2956-0ECF141C7E0A}"/>
          </ac:spMkLst>
        </pc:spChg>
        <pc:picChg chg="add mod">
          <ac:chgData name="Bowen Cheek" userId="8fca192e-0677-4b46-9386-7af871cc0c0f" providerId="ADAL" clId="{539CF98A-204F-498C-B6D5-5A6451AD35FD}" dt="2026-04-23T18:54:15.276" v="1419" actId="962"/>
          <ac:picMkLst>
            <pc:docMk/>
            <pc:sldMk cId="1092104176" sldId="264"/>
            <ac:picMk id="7" creationId="{9D052FBE-2714-B88D-DB12-41BA7C2AC125}"/>
          </ac:picMkLst>
        </pc:picChg>
      </pc:sldChg>
      <pc:sldChg chg="addSp modSp new mod">
        <pc:chgData name="Bowen Cheek" userId="8fca192e-0677-4b46-9386-7af871cc0c0f" providerId="ADAL" clId="{539CF98A-204F-498C-B6D5-5A6451AD35FD}" dt="2026-04-23T18:22:47.874" v="410" actId="20577"/>
        <pc:sldMkLst>
          <pc:docMk/>
          <pc:sldMk cId="3766942093" sldId="265"/>
        </pc:sldMkLst>
        <pc:spChg chg="mod">
          <ac:chgData name="Bowen Cheek" userId="8fca192e-0677-4b46-9386-7af871cc0c0f" providerId="ADAL" clId="{539CF98A-204F-498C-B6D5-5A6451AD35FD}" dt="2026-04-23T18:14:56.331" v="403" actId="20577"/>
          <ac:spMkLst>
            <pc:docMk/>
            <pc:sldMk cId="3766942093" sldId="265"/>
            <ac:spMk id="2" creationId="{D5D2B007-D6D2-3EE8-BB0A-F3B3F60079CD}"/>
          </ac:spMkLst>
        </pc:spChg>
        <pc:spChg chg="mod">
          <ac:chgData name="Bowen Cheek" userId="8fca192e-0677-4b46-9386-7af871cc0c0f" providerId="ADAL" clId="{539CF98A-204F-498C-B6D5-5A6451AD35FD}" dt="2026-04-23T18:22:47.874" v="410" actId="20577"/>
          <ac:spMkLst>
            <pc:docMk/>
            <pc:sldMk cId="3766942093" sldId="265"/>
            <ac:spMk id="3" creationId="{A8D34177-F592-0203-7EDC-3151EDFE2D49}"/>
          </ac:spMkLst>
        </pc:spChg>
        <pc:spChg chg="add mod">
          <ac:chgData name="Bowen Cheek" userId="8fca192e-0677-4b46-9386-7af871cc0c0f" providerId="ADAL" clId="{539CF98A-204F-498C-B6D5-5A6451AD35FD}" dt="2026-04-23T18:22:39.174" v="408" actId="1076"/>
          <ac:spMkLst>
            <pc:docMk/>
            <pc:sldMk cId="3766942093" sldId="265"/>
            <ac:spMk id="6" creationId="{665FEB1B-071F-0347-5AD8-0EB284E6F99D}"/>
          </ac:spMkLst>
        </pc:spChg>
      </pc:sldChg>
      <pc:sldChg chg="modSp new mod">
        <pc:chgData name="Bowen Cheek" userId="8fca192e-0677-4b46-9386-7af871cc0c0f" providerId="ADAL" clId="{539CF98A-204F-498C-B6D5-5A6451AD35FD}" dt="2026-04-23T18:25:31.250" v="454" actId="20577"/>
        <pc:sldMkLst>
          <pc:docMk/>
          <pc:sldMk cId="1887842944" sldId="266"/>
        </pc:sldMkLst>
        <pc:spChg chg="mod">
          <ac:chgData name="Bowen Cheek" userId="8fca192e-0677-4b46-9386-7af871cc0c0f" providerId="ADAL" clId="{539CF98A-204F-498C-B6D5-5A6451AD35FD}" dt="2026-04-23T18:24:24.958" v="438" actId="20577"/>
          <ac:spMkLst>
            <pc:docMk/>
            <pc:sldMk cId="1887842944" sldId="266"/>
            <ac:spMk id="2" creationId="{B52EB554-C5AA-9DC0-ABEC-B218C9D93A40}"/>
          </ac:spMkLst>
        </pc:spChg>
        <pc:spChg chg="mod">
          <ac:chgData name="Bowen Cheek" userId="8fca192e-0677-4b46-9386-7af871cc0c0f" providerId="ADAL" clId="{539CF98A-204F-498C-B6D5-5A6451AD35FD}" dt="2026-04-23T18:25:31.250" v="454" actId="20577"/>
          <ac:spMkLst>
            <pc:docMk/>
            <pc:sldMk cId="1887842944" sldId="266"/>
            <ac:spMk id="3" creationId="{BF9C7902-D77C-819C-29F4-E1F21B922234}"/>
          </ac:spMkLst>
        </pc:spChg>
      </pc:sldChg>
      <pc:sldChg chg="addSp modSp new mod">
        <pc:chgData name="Bowen Cheek" userId="8fca192e-0677-4b46-9386-7af871cc0c0f" providerId="ADAL" clId="{539CF98A-204F-498C-B6D5-5A6451AD35FD}" dt="2026-04-23T18:54:22.263" v="1421" actId="962"/>
        <pc:sldMkLst>
          <pc:docMk/>
          <pc:sldMk cId="2724735074" sldId="267"/>
        </pc:sldMkLst>
        <pc:spChg chg="mod">
          <ac:chgData name="Bowen Cheek" userId="8fca192e-0677-4b46-9386-7af871cc0c0f" providerId="ADAL" clId="{539CF98A-204F-498C-B6D5-5A6451AD35FD}" dt="2026-04-23T18:25:58.200" v="466" actId="20577"/>
          <ac:spMkLst>
            <pc:docMk/>
            <pc:sldMk cId="2724735074" sldId="267"/>
            <ac:spMk id="2" creationId="{1F379CBF-B23D-297F-70A8-212AD6ADF68D}"/>
          </ac:spMkLst>
        </pc:spChg>
        <pc:spChg chg="mod">
          <ac:chgData name="Bowen Cheek" userId="8fca192e-0677-4b46-9386-7af871cc0c0f" providerId="ADAL" clId="{539CF98A-204F-498C-B6D5-5A6451AD35FD}" dt="2026-04-23T18:26:37.814" v="473" actId="27636"/>
          <ac:spMkLst>
            <pc:docMk/>
            <pc:sldMk cId="2724735074" sldId="267"/>
            <ac:spMk id="3" creationId="{CCB912AD-4486-1540-6384-FF0003AD268F}"/>
          </ac:spMkLst>
        </pc:spChg>
        <pc:picChg chg="add mod">
          <ac:chgData name="Bowen Cheek" userId="8fca192e-0677-4b46-9386-7af871cc0c0f" providerId="ADAL" clId="{539CF98A-204F-498C-B6D5-5A6451AD35FD}" dt="2026-04-23T18:54:22.263" v="1421" actId="962"/>
          <ac:picMkLst>
            <pc:docMk/>
            <pc:sldMk cId="2724735074" sldId="267"/>
            <ac:picMk id="7" creationId="{F4BBD268-A8CC-DAD7-AAF9-DA2E8105945F}"/>
          </ac:picMkLst>
        </pc:picChg>
      </pc:sldChg>
      <pc:sldChg chg="addSp modSp new mod">
        <pc:chgData name="Bowen Cheek" userId="8fca192e-0677-4b46-9386-7af871cc0c0f" providerId="ADAL" clId="{539CF98A-204F-498C-B6D5-5A6451AD35FD}" dt="2026-04-23T18:54:28.412" v="1423" actId="962"/>
        <pc:sldMkLst>
          <pc:docMk/>
          <pc:sldMk cId="2166421947" sldId="268"/>
        </pc:sldMkLst>
        <pc:spChg chg="mod">
          <ac:chgData name="Bowen Cheek" userId="8fca192e-0677-4b46-9386-7af871cc0c0f" providerId="ADAL" clId="{539CF98A-204F-498C-B6D5-5A6451AD35FD}" dt="2026-04-23T18:27:08.583" v="494" actId="20577"/>
          <ac:spMkLst>
            <pc:docMk/>
            <pc:sldMk cId="2166421947" sldId="268"/>
            <ac:spMk id="2" creationId="{A37023E4-61DF-573C-B4D4-DDAC5BEB6E23}"/>
          </ac:spMkLst>
        </pc:spChg>
        <pc:spChg chg="mod">
          <ac:chgData name="Bowen Cheek" userId="8fca192e-0677-4b46-9386-7af871cc0c0f" providerId="ADAL" clId="{539CF98A-204F-498C-B6D5-5A6451AD35FD}" dt="2026-04-23T18:27:59.447" v="503" actId="20577"/>
          <ac:spMkLst>
            <pc:docMk/>
            <pc:sldMk cId="2166421947" sldId="268"/>
            <ac:spMk id="3" creationId="{09D2536F-CB69-0DBE-EAF7-63145D3A9DB7}"/>
          </ac:spMkLst>
        </pc:spChg>
        <pc:picChg chg="add mod">
          <ac:chgData name="Bowen Cheek" userId="8fca192e-0677-4b46-9386-7af871cc0c0f" providerId="ADAL" clId="{539CF98A-204F-498C-B6D5-5A6451AD35FD}" dt="2026-04-23T18:54:28.412" v="1423" actId="962"/>
          <ac:picMkLst>
            <pc:docMk/>
            <pc:sldMk cId="2166421947" sldId="268"/>
            <ac:picMk id="7" creationId="{A3F51ED2-A467-4EB8-B3B1-850498D78C82}"/>
          </ac:picMkLst>
        </pc:picChg>
      </pc:sldChg>
      <pc:sldChg chg="addSp delSp modSp new mod">
        <pc:chgData name="Bowen Cheek" userId="8fca192e-0677-4b46-9386-7af871cc0c0f" providerId="ADAL" clId="{539CF98A-204F-498C-B6D5-5A6451AD35FD}" dt="2026-04-23T18:54:38.692" v="1425" actId="962"/>
        <pc:sldMkLst>
          <pc:docMk/>
          <pc:sldMk cId="2877983640" sldId="269"/>
        </pc:sldMkLst>
        <pc:spChg chg="mod">
          <ac:chgData name="Bowen Cheek" userId="8fca192e-0677-4b46-9386-7af871cc0c0f" providerId="ADAL" clId="{539CF98A-204F-498C-B6D5-5A6451AD35FD}" dt="2026-04-23T18:28:41.674" v="507" actId="1076"/>
          <ac:spMkLst>
            <pc:docMk/>
            <pc:sldMk cId="2877983640" sldId="269"/>
            <ac:spMk id="2" creationId="{550A9AC8-AB7C-384D-E75E-78BCBD3A0C28}"/>
          </ac:spMkLst>
        </pc:spChg>
        <pc:spChg chg="del">
          <ac:chgData name="Bowen Cheek" userId="8fca192e-0677-4b46-9386-7af871cc0c0f" providerId="ADAL" clId="{539CF98A-204F-498C-B6D5-5A6451AD35FD}" dt="2026-04-23T18:29:56.871" v="508" actId="22"/>
          <ac:spMkLst>
            <pc:docMk/>
            <pc:sldMk cId="2877983640" sldId="269"/>
            <ac:spMk id="3" creationId="{B8F29D1B-FDC3-6A2B-4326-DFEEF3B0584C}"/>
          </ac:spMkLst>
        </pc:spChg>
        <pc:picChg chg="add mod ord">
          <ac:chgData name="Bowen Cheek" userId="8fca192e-0677-4b46-9386-7af871cc0c0f" providerId="ADAL" clId="{539CF98A-204F-498C-B6D5-5A6451AD35FD}" dt="2026-04-23T18:54:38.692" v="1425" actId="962"/>
          <ac:picMkLst>
            <pc:docMk/>
            <pc:sldMk cId="2877983640" sldId="269"/>
            <ac:picMk id="7" creationId="{1E51D116-FD83-E18E-FEA7-8145A6ADE290}"/>
          </ac:picMkLst>
        </pc:picChg>
      </pc:sldChg>
      <pc:sldChg chg="addSp modSp new mod">
        <pc:chgData name="Bowen Cheek" userId="8fca192e-0677-4b46-9386-7af871cc0c0f" providerId="ADAL" clId="{539CF98A-204F-498C-B6D5-5A6451AD35FD}" dt="2026-04-23T18:54:44.308" v="1426" actId="962"/>
        <pc:sldMkLst>
          <pc:docMk/>
          <pc:sldMk cId="500390882" sldId="270"/>
        </pc:sldMkLst>
        <pc:spChg chg="mod">
          <ac:chgData name="Bowen Cheek" userId="8fca192e-0677-4b46-9386-7af871cc0c0f" providerId="ADAL" clId="{539CF98A-204F-498C-B6D5-5A6451AD35FD}" dt="2026-04-23T18:30:34.840" v="528" actId="20577"/>
          <ac:spMkLst>
            <pc:docMk/>
            <pc:sldMk cId="500390882" sldId="270"/>
            <ac:spMk id="2" creationId="{241281E7-58FC-D385-6ACE-61F117931871}"/>
          </ac:spMkLst>
        </pc:spChg>
        <pc:spChg chg="mod">
          <ac:chgData name="Bowen Cheek" userId="8fca192e-0677-4b46-9386-7af871cc0c0f" providerId="ADAL" clId="{539CF98A-204F-498C-B6D5-5A6451AD35FD}" dt="2026-04-23T18:31:23.505" v="591" actId="27636"/>
          <ac:spMkLst>
            <pc:docMk/>
            <pc:sldMk cId="500390882" sldId="270"/>
            <ac:spMk id="3" creationId="{617113D5-EA3E-403B-27E6-EE3551734A6A}"/>
          </ac:spMkLst>
        </pc:spChg>
        <pc:picChg chg="add mod">
          <ac:chgData name="Bowen Cheek" userId="8fca192e-0677-4b46-9386-7af871cc0c0f" providerId="ADAL" clId="{539CF98A-204F-498C-B6D5-5A6451AD35FD}" dt="2026-04-23T18:54:44.308" v="1426" actId="962"/>
          <ac:picMkLst>
            <pc:docMk/>
            <pc:sldMk cId="500390882" sldId="270"/>
            <ac:picMk id="7" creationId="{717D1939-8D71-B885-945F-18669B92C648}"/>
          </ac:picMkLst>
        </pc:picChg>
      </pc:sldChg>
      <pc:sldChg chg="addSp delSp modSp new mod">
        <pc:chgData name="Bowen Cheek" userId="8fca192e-0677-4b46-9386-7af871cc0c0f" providerId="ADAL" clId="{539CF98A-204F-498C-B6D5-5A6451AD35FD}" dt="2026-04-23T18:54:50.161" v="1428" actId="962"/>
        <pc:sldMkLst>
          <pc:docMk/>
          <pc:sldMk cId="3288749071" sldId="271"/>
        </pc:sldMkLst>
        <pc:spChg chg="mod">
          <ac:chgData name="Bowen Cheek" userId="8fca192e-0677-4b46-9386-7af871cc0c0f" providerId="ADAL" clId="{539CF98A-204F-498C-B6D5-5A6451AD35FD}" dt="2026-04-23T18:32:28.771" v="601" actId="20577"/>
          <ac:spMkLst>
            <pc:docMk/>
            <pc:sldMk cId="3288749071" sldId="271"/>
            <ac:spMk id="2" creationId="{4605B837-C4CC-C9DC-C6AF-72590E6C1957}"/>
          </ac:spMkLst>
        </pc:spChg>
        <pc:spChg chg="del">
          <ac:chgData name="Bowen Cheek" userId="8fca192e-0677-4b46-9386-7af871cc0c0f" providerId="ADAL" clId="{539CF98A-204F-498C-B6D5-5A6451AD35FD}" dt="2026-04-23T18:32:30.939" v="602" actId="22"/>
          <ac:spMkLst>
            <pc:docMk/>
            <pc:sldMk cId="3288749071" sldId="271"/>
            <ac:spMk id="3" creationId="{A460CBEA-46DC-8341-7F89-8DA57087B617}"/>
          </ac:spMkLst>
        </pc:spChg>
        <pc:spChg chg="add mod">
          <ac:chgData name="Bowen Cheek" userId="8fca192e-0677-4b46-9386-7af871cc0c0f" providerId="ADAL" clId="{539CF98A-204F-498C-B6D5-5A6451AD35FD}" dt="2026-04-23T18:42:46.056" v="834" actId="20577"/>
          <ac:spMkLst>
            <pc:docMk/>
            <pc:sldMk cId="3288749071" sldId="271"/>
            <ac:spMk id="8" creationId="{E1318895-079B-A0BF-0638-80390FAF4D69}"/>
          </ac:spMkLst>
        </pc:spChg>
        <pc:picChg chg="add mod ord modCrop">
          <ac:chgData name="Bowen Cheek" userId="8fca192e-0677-4b46-9386-7af871cc0c0f" providerId="ADAL" clId="{539CF98A-204F-498C-B6D5-5A6451AD35FD}" dt="2026-04-23T18:54:50.161" v="1428" actId="962"/>
          <ac:picMkLst>
            <pc:docMk/>
            <pc:sldMk cId="3288749071" sldId="271"/>
            <ac:picMk id="7" creationId="{3031341D-29F1-E180-A60D-29F85507A377}"/>
          </ac:picMkLst>
        </pc:picChg>
      </pc:sldChg>
      <pc:sldChg chg="addSp delSp modSp new mod">
        <pc:chgData name="Bowen Cheek" userId="8fca192e-0677-4b46-9386-7af871cc0c0f" providerId="ADAL" clId="{539CF98A-204F-498C-B6D5-5A6451AD35FD}" dt="2026-04-23T18:54:59.513" v="1430" actId="962"/>
        <pc:sldMkLst>
          <pc:docMk/>
          <pc:sldMk cId="2785706627" sldId="272"/>
        </pc:sldMkLst>
        <pc:spChg chg="mod">
          <ac:chgData name="Bowen Cheek" userId="8fca192e-0677-4b46-9386-7af871cc0c0f" providerId="ADAL" clId="{539CF98A-204F-498C-B6D5-5A6451AD35FD}" dt="2026-04-23T18:34:35.204" v="626" actId="20577"/>
          <ac:spMkLst>
            <pc:docMk/>
            <pc:sldMk cId="2785706627" sldId="272"/>
            <ac:spMk id="2" creationId="{6E5458D4-CFBC-97CF-5F74-6E6E6CF29A04}"/>
          </ac:spMkLst>
        </pc:spChg>
        <pc:spChg chg="del">
          <ac:chgData name="Bowen Cheek" userId="8fca192e-0677-4b46-9386-7af871cc0c0f" providerId="ADAL" clId="{539CF98A-204F-498C-B6D5-5A6451AD35FD}" dt="2026-04-23T18:34:37.603" v="627" actId="22"/>
          <ac:spMkLst>
            <pc:docMk/>
            <pc:sldMk cId="2785706627" sldId="272"/>
            <ac:spMk id="3" creationId="{4FDA9D20-A5C0-F968-26CC-824A41EAEB76}"/>
          </ac:spMkLst>
        </pc:spChg>
        <pc:spChg chg="add mod">
          <ac:chgData name="Bowen Cheek" userId="8fca192e-0677-4b46-9386-7af871cc0c0f" providerId="ADAL" clId="{539CF98A-204F-498C-B6D5-5A6451AD35FD}" dt="2026-04-23T18:44:07.783" v="917" actId="1076"/>
          <ac:spMkLst>
            <pc:docMk/>
            <pc:sldMk cId="2785706627" sldId="272"/>
            <ac:spMk id="9" creationId="{B2AD5947-5F09-7245-90F5-0BEDB7DA4DC6}"/>
          </ac:spMkLst>
        </pc:spChg>
        <pc:picChg chg="add mod ord modCrop">
          <ac:chgData name="Bowen Cheek" userId="8fca192e-0677-4b46-9386-7af871cc0c0f" providerId="ADAL" clId="{539CF98A-204F-498C-B6D5-5A6451AD35FD}" dt="2026-04-23T18:54:59.513" v="1430" actId="962"/>
          <ac:picMkLst>
            <pc:docMk/>
            <pc:sldMk cId="2785706627" sldId="272"/>
            <ac:picMk id="7" creationId="{C5C84EBA-99B2-5F04-2A22-28D0481C734E}"/>
          </ac:picMkLst>
        </pc:picChg>
      </pc:sldChg>
      <pc:sldChg chg="addSp delSp modSp new mod">
        <pc:chgData name="Bowen Cheek" userId="8fca192e-0677-4b46-9386-7af871cc0c0f" providerId="ADAL" clId="{539CF98A-204F-498C-B6D5-5A6451AD35FD}" dt="2026-04-23T18:55:04.563" v="1432" actId="962"/>
        <pc:sldMkLst>
          <pc:docMk/>
          <pc:sldMk cId="2164877593" sldId="273"/>
        </pc:sldMkLst>
        <pc:spChg chg="mod">
          <ac:chgData name="Bowen Cheek" userId="8fca192e-0677-4b46-9386-7af871cc0c0f" providerId="ADAL" clId="{539CF98A-204F-498C-B6D5-5A6451AD35FD}" dt="2026-04-23T18:35:59.803" v="655" actId="20577"/>
          <ac:spMkLst>
            <pc:docMk/>
            <pc:sldMk cId="2164877593" sldId="273"/>
            <ac:spMk id="2" creationId="{5083838F-8482-9E19-6844-38909C5A428E}"/>
          </ac:spMkLst>
        </pc:spChg>
        <pc:spChg chg="del">
          <ac:chgData name="Bowen Cheek" userId="8fca192e-0677-4b46-9386-7af871cc0c0f" providerId="ADAL" clId="{539CF98A-204F-498C-B6D5-5A6451AD35FD}" dt="2026-04-23T18:36:20.017" v="656" actId="22"/>
          <ac:spMkLst>
            <pc:docMk/>
            <pc:sldMk cId="2164877593" sldId="273"/>
            <ac:spMk id="3" creationId="{22D2C89B-C15E-717A-71EA-75B37CF87601}"/>
          </ac:spMkLst>
        </pc:spChg>
        <pc:spChg chg="add mod">
          <ac:chgData name="Bowen Cheek" userId="8fca192e-0677-4b46-9386-7af871cc0c0f" providerId="ADAL" clId="{539CF98A-204F-498C-B6D5-5A6451AD35FD}" dt="2026-04-23T18:44:54.765" v="996" actId="1076"/>
          <ac:spMkLst>
            <pc:docMk/>
            <pc:sldMk cId="2164877593" sldId="273"/>
            <ac:spMk id="9" creationId="{90D87843-8B7F-E2D9-0745-7FEB94A007F4}"/>
          </ac:spMkLst>
        </pc:spChg>
        <pc:picChg chg="add mod ord modCrop">
          <ac:chgData name="Bowen Cheek" userId="8fca192e-0677-4b46-9386-7af871cc0c0f" providerId="ADAL" clId="{539CF98A-204F-498C-B6D5-5A6451AD35FD}" dt="2026-04-23T18:55:04.563" v="1432" actId="962"/>
          <ac:picMkLst>
            <pc:docMk/>
            <pc:sldMk cId="2164877593" sldId="273"/>
            <ac:picMk id="7" creationId="{575763F7-E8AE-B655-6C88-37644755E8D7}"/>
          </ac:picMkLst>
        </pc:picChg>
      </pc:sldChg>
      <pc:sldChg chg="addSp delSp modSp new mod">
        <pc:chgData name="Bowen Cheek" userId="8fca192e-0677-4b46-9386-7af871cc0c0f" providerId="ADAL" clId="{539CF98A-204F-498C-B6D5-5A6451AD35FD}" dt="2026-04-23T18:55:08.853" v="1434" actId="962"/>
        <pc:sldMkLst>
          <pc:docMk/>
          <pc:sldMk cId="2999347698" sldId="274"/>
        </pc:sldMkLst>
        <pc:spChg chg="mod">
          <ac:chgData name="Bowen Cheek" userId="8fca192e-0677-4b46-9386-7af871cc0c0f" providerId="ADAL" clId="{539CF98A-204F-498C-B6D5-5A6451AD35FD}" dt="2026-04-23T18:41:04.644" v="672" actId="20577"/>
          <ac:spMkLst>
            <pc:docMk/>
            <pc:sldMk cId="2999347698" sldId="274"/>
            <ac:spMk id="2" creationId="{495793E1-BFB8-FE83-DB64-2FBB8606B105}"/>
          </ac:spMkLst>
        </pc:spChg>
        <pc:spChg chg="del">
          <ac:chgData name="Bowen Cheek" userId="8fca192e-0677-4b46-9386-7af871cc0c0f" providerId="ADAL" clId="{539CF98A-204F-498C-B6D5-5A6451AD35FD}" dt="2026-04-23T18:41:07.201" v="673" actId="22"/>
          <ac:spMkLst>
            <pc:docMk/>
            <pc:sldMk cId="2999347698" sldId="274"/>
            <ac:spMk id="3" creationId="{02B799AF-3E21-431C-EB3A-B87D588B8B30}"/>
          </ac:spMkLst>
        </pc:spChg>
        <pc:spChg chg="add mod">
          <ac:chgData name="Bowen Cheek" userId="8fca192e-0677-4b46-9386-7af871cc0c0f" providerId="ADAL" clId="{539CF98A-204F-498C-B6D5-5A6451AD35FD}" dt="2026-04-23T18:45:29.531" v="1046" actId="1076"/>
          <ac:spMkLst>
            <pc:docMk/>
            <pc:sldMk cId="2999347698" sldId="274"/>
            <ac:spMk id="9" creationId="{C0473180-76DC-0D0F-5ACE-DFF33370C8ED}"/>
          </ac:spMkLst>
        </pc:spChg>
        <pc:picChg chg="add mod ord modCrop">
          <ac:chgData name="Bowen Cheek" userId="8fca192e-0677-4b46-9386-7af871cc0c0f" providerId="ADAL" clId="{539CF98A-204F-498C-B6D5-5A6451AD35FD}" dt="2026-04-23T18:55:08.853" v="1434" actId="962"/>
          <ac:picMkLst>
            <pc:docMk/>
            <pc:sldMk cId="2999347698" sldId="274"/>
            <ac:picMk id="7" creationId="{723EF9D0-0593-EC8C-A3F9-68C1A4A71AB5}"/>
          </ac:picMkLst>
        </pc:picChg>
      </pc:sldChg>
      <pc:sldChg chg="addSp modSp new mod">
        <pc:chgData name="Bowen Cheek" userId="8fca192e-0677-4b46-9386-7af871cc0c0f" providerId="ADAL" clId="{539CF98A-204F-498C-B6D5-5A6451AD35FD}" dt="2026-04-23T18:55:13.016" v="1436" actId="962"/>
        <pc:sldMkLst>
          <pc:docMk/>
          <pc:sldMk cId="2024023542" sldId="275"/>
        </pc:sldMkLst>
        <pc:spChg chg="mod">
          <ac:chgData name="Bowen Cheek" userId="8fca192e-0677-4b46-9386-7af871cc0c0f" providerId="ADAL" clId="{539CF98A-204F-498C-B6D5-5A6451AD35FD}" dt="2026-04-23T18:45:47.317" v="1055" actId="20577"/>
          <ac:spMkLst>
            <pc:docMk/>
            <pc:sldMk cId="2024023542" sldId="275"/>
            <ac:spMk id="2" creationId="{D6BF5BA5-4970-BC45-E02C-364E668F314D}"/>
          </ac:spMkLst>
        </pc:spChg>
        <pc:spChg chg="mod">
          <ac:chgData name="Bowen Cheek" userId="8fca192e-0677-4b46-9386-7af871cc0c0f" providerId="ADAL" clId="{539CF98A-204F-498C-B6D5-5A6451AD35FD}" dt="2026-04-23T18:47:16.718" v="1121" actId="404"/>
          <ac:spMkLst>
            <pc:docMk/>
            <pc:sldMk cId="2024023542" sldId="275"/>
            <ac:spMk id="3" creationId="{9800BDC3-6418-7FB2-4B45-F9F03422F98E}"/>
          </ac:spMkLst>
        </pc:spChg>
        <pc:picChg chg="add mod">
          <ac:chgData name="Bowen Cheek" userId="8fca192e-0677-4b46-9386-7af871cc0c0f" providerId="ADAL" clId="{539CF98A-204F-498C-B6D5-5A6451AD35FD}" dt="2026-04-23T18:55:13.016" v="1436" actId="962"/>
          <ac:picMkLst>
            <pc:docMk/>
            <pc:sldMk cId="2024023542" sldId="275"/>
            <ac:picMk id="7" creationId="{C45EAEF8-5FCF-A164-C972-8F0D82C838CD}"/>
          </ac:picMkLst>
        </pc:picChg>
      </pc:sldChg>
      <pc:sldChg chg="addSp modSp new mod">
        <pc:chgData name="Bowen Cheek" userId="8fca192e-0677-4b46-9386-7af871cc0c0f" providerId="ADAL" clId="{539CF98A-204F-498C-B6D5-5A6451AD35FD}" dt="2026-04-23T18:55:17.580" v="1438" actId="962"/>
        <pc:sldMkLst>
          <pc:docMk/>
          <pc:sldMk cId="2760013401" sldId="276"/>
        </pc:sldMkLst>
        <pc:spChg chg="mod">
          <ac:chgData name="Bowen Cheek" userId="8fca192e-0677-4b46-9386-7af871cc0c0f" providerId="ADAL" clId="{539CF98A-204F-498C-B6D5-5A6451AD35FD}" dt="2026-04-23T18:48:16.772" v="1136" actId="20577"/>
          <ac:spMkLst>
            <pc:docMk/>
            <pc:sldMk cId="2760013401" sldId="276"/>
            <ac:spMk id="2" creationId="{7BCD4C48-DC23-2F9A-EFA7-8E0E07AACEB4}"/>
          </ac:spMkLst>
        </pc:spChg>
        <pc:spChg chg="mod">
          <ac:chgData name="Bowen Cheek" userId="8fca192e-0677-4b46-9386-7af871cc0c0f" providerId="ADAL" clId="{539CF98A-204F-498C-B6D5-5A6451AD35FD}" dt="2026-04-23T18:48:45.293" v="1191" actId="404"/>
          <ac:spMkLst>
            <pc:docMk/>
            <pc:sldMk cId="2760013401" sldId="276"/>
            <ac:spMk id="3" creationId="{27B05287-57EE-B567-F358-80EDE0F0D9CC}"/>
          </ac:spMkLst>
        </pc:spChg>
        <pc:picChg chg="add mod">
          <ac:chgData name="Bowen Cheek" userId="8fca192e-0677-4b46-9386-7af871cc0c0f" providerId="ADAL" clId="{539CF98A-204F-498C-B6D5-5A6451AD35FD}" dt="2026-04-23T18:55:17.580" v="1438" actId="962"/>
          <ac:picMkLst>
            <pc:docMk/>
            <pc:sldMk cId="2760013401" sldId="276"/>
            <ac:picMk id="7" creationId="{CA60A925-5CC9-D28A-AD8C-11BD841A5092}"/>
          </ac:picMkLst>
        </pc:picChg>
      </pc:sldChg>
      <pc:sldChg chg="addSp modSp new mod">
        <pc:chgData name="Bowen Cheek" userId="8fca192e-0677-4b46-9386-7af871cc0c0f" providerId="ADAL" clId="{539CF98A-204F-498C-B6D5-5A6451AD35FD}" dt="2026-04-23T18:55:22.963" v="1440" actId="962"/>
        <pc:sldMkLst>
          <pc:docMk/>
          <pc:sldMk cId="76966608" sldId="277"/>
        </pc:sldMkLst>
        <pc:spChg chg="mod">
          <ac:chgData name="Bowen Cheek" userId="8fca192e-0677-4b46-9386-7af871cc0c0f" providerId="ADAL" clId="{539CF98A-204F-498C-B6D5-5A6451AD35FD}" dt="2026-04-23T18:49:38.455" v="1199" actId="20577"/>
          <ac:spMkLst>
            <pc:docMk/>
            <pc:sldMk cId="76966608" sldId="277"/>
            <ac:spMk id="2" creationId="{A6BF7F85-24E7-487C-D399-FD9DF95FFF6A}"/>
          </ac:spMkLst>
        </pc:spChg>
        <pc:spChg chg="mod">
          <ac:chgData name="Bowen Cheek" userId="8fca192e-0677-4b46-9386-7af871cc0c0f" providerId="ADAL" clId="{539CF98A-204F-498C-B6D5-5A6451AD35FD}" dt="2026-04-23T18:50:33.907" v="1332" actId="404"/>
          <ac:spMkLst>
            <pc:docMk/>
            <pc:sldMk cId="76966608" sldId="277"/>
            <ac:spMk id="3" creationId="{026BE3EB-6520-9611-F56A-3DD5CBC48DFE}"/>
          </ac:spMkLst>
        </pc:spChg>
        <pc:picChg chg="add mod">
          <ac:chgData name="Bowen Cheek" userId="8fca192e-0677-4b46-9386-7af871cc0c0f" providerId="ADAL" clId="{539CF98A-204F-498C-B6D5-5A6451AD35FD}" dt="2026-04-23T18:55:22.963" v="1440" actId="962"/>
          <ac:picMkLst>
            <pc:docMk/>
            <pc:sldMk cId="76966608" sldId="277"/>
            <ac:picMk id="7" creationId="{60AEAF9D-AF31-D472-3C0E-E8BE139FECC7}"/>
          </ac:picMkLst>
        </pc:picChg>
      </pc:sldChg>
      <pc:sldChg chg="addSp modSp new mod">
        <pc:chgData name="Bowen Cheek" userId="8fca192e-0677-4b46-9386-7af871cc0c0f" providerId="ADAL" clId="{539CF98A-204F-498C-B6D5-5A6451AD35FD}" dt="2026-04-23T18:55:28.050" v="1442" actId="962"/>
        <pc:sldMkLst>
          <pc:docMk/>
          <pc:sldMk cId="3503353482" sldId="278"/>
        </pc:sldMkLst>
        <pc:spChg chg="mod">
          <ac:chgData name="Bowen Cheek" userId="8fca192e-0677-4b46-9386-7af871cc0c0f" providerId="ADAL" clId="{539CF98A-204F-498C-B6D5-5A6451AD35FD}" dt="2026-04-23T18:51:07.274" v="1360" actId="20577"/>
          <ac:spMkLst>
            <pc:docMk/>
            <pc:sldMk cId="3503353482" sldId="278"/>
            <ac:spMk id="2" creationId="{17A36CDB-FA25-5228-042B-4EE380DACF85}"/>
          </ac:spMkLst>
        </pc:spChg>
        <pc:spChg chg="mod">
          <ac:chgData name="Bowen Cheek" userId="8fca192e-0677-4b46-9386-7af871cc0c0f" providerId="ADAL" clId="{539CF98A-204F-498C-B6D5-5A6451AD35FD}" dt="2026-04-23T18:51:57.071" v="1411" actId="404"/>
          <ac:spMkLst>
            <pc:docMk/>
            <pc:sldMk cId="3503353482" sldId="278"/>
            <ac:spMk id="3" creationId="{5F7A82EB-AA80-8DCA-BC5F-FB3CBB86B0D0}"/>
          </ac:spMkLst>
        </pc:spChg>
        <pc:picChg chg="add mod">
          <ac:chgData name="Bowen Cheek" userId="8fca192e-0677-4b46-9386-7af871cc0c0f" providerId="ADAL" clId="{539CF98A-204F-498C-B6D5-5A6451AD35FD}" dt="2026-04-23T18:55:28.050" v="1442" actId="962"/>
          <ac:picMkLst>
            <pc:docMk/>
            <pc:sldMk cId="3503353482" sldId="278"/>
            <ac:picMk id="7" creationId="{16F6A3C5-0B48-B5A6-DFC5-756F39BEE786}"/>
          </ac:picMkLst>
        </pc:picChg>
      </pc:sldChg>
      <pc:sldMasterChg chg="setBg modSldLayout">
        <pc:chgData name="Bowen Cheek" userId="8fca192e-0677-4b46-9386-7af871cc0c0f" providerId="ADAL" clId="{539CF98A-204F-498C-B6D5-5A6451AD35FD}" dt="2026-04-23T17:33:25.323" v="59"/>
        <pc:sldMasterMkLst>
          <pc:docMk/>
          <pc:sldMasterMk cId="2460954070" sldId="2147483660"/>
        </pc:sldMasterMkLst>
        <pc:sldLayoutChg chg="setBg">
          <pc:chgData name="Bowen Cheek" userId="8fca192e-0677-4b46-9386-7af871cc0c0f" providerId="ADAL" clId="{539CF98A-204F-498C-B6D5-5A6451AD35FD}" dt="2026-04-23T17:33:25.323" v="59"/>
          <pc:sldLayoutMkLst>
            <pc:docMk/>
            <pc:sldMasterMk cId="2460954070" sldId="2147483660"/>
            <pc:sldLayoutMk cId="2385387890" sldId="2147483661"/>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949138452" sldId="2147483662"/>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2591524520" sldId="2147483663"/>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1203092039" sldId="2147483664"/>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3733172339" sldId="2147483665"/>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3210312558" sldId="2147483666"/>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3146388984" sldId="2147483667"/>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3171841454" sldId="2147483668"/>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1718958274" sldId="2147483669"/>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2202905451" sldId="2147483670"/>
          </pc:sldLayoutMkLst>
        </pc:sldLayoutChg>
        <pc:sldLayoutChg chg="setBg">
          <pc:chgData name="Bowen Cheek" userId="8fca192e-0677-4b46-9386-7af871cc0c0f" providerId="ADAL" clId="{539CF98A-204F-498C-B6D5-5A6451AD35FD}" dt="2026-04-23T17:33:25.323" v="59"/>
          <pc:sldLayoutMkLst>
            <pc:docMk/>
            <pc:sldMasterMk cId="2460954070" sldId="2147483660"/>
            <pc:sldLayoutMk cId="3479445657" sldId="2147483671"/>
          </pc:sldLayoutMkLst>
        </pc:sldLayoutChg>
      </pc:sldMaster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BE158D-0621-4087-9E3C-0E4B08CD7F33}"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7F919-0B0E-4B82-94FC-20D49289627A}" type="slidenum">
              <a:rPr lang="en-US" smtClean="0"/>
              <a:t>‹#›</a:t>
            </a:fld>
            <a:endParaRPr lang="en-US"/>
          </a:p>
        </p:txBody>
      </p:sp>
    </p:spTree>
    <p:extLst>
      <p:ext uri="{BB962C8B-B14F-4D97-AF65-F5344CB8AC3E}">
        <p14:creationId xmlns:p14="http://schemas.microsoft.com/office/powerpoint/2010/main" val="2574673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6D792-2878-42C9-9C8B-1B0293B7D328}" type="datetime1">
              <a:rPr lang="en-US" smtClean="0"/>
              <a:t>4/23/2026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DA589-B4D0-493D-9B36-11D07BDC10C7}" type="datetime1">
              <a:rPr lang="en-US" smtClean="0"/>
              <a:t>4/23/2026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D9180E-F630-4340-AC55-525E059302F6}" type="datetime1">
              <a:rPr lang="en-US" smtClean="0"/>
              <a:t>4/23/2026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42E9AD-FA25-4ADE-A9FB-CA2CC6E71B8F}" type="datetime1">
              <a:rPr lang="en-US" smtClean="0"/>
              <a:t>4/23/2026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484492-14AE-4AA7-A52D-1629D4245B60}" type="datetime1">
              <a:rPr lang="en-US" smtClean="0"/>
              <a:t>4/23/2026</a:t>
            </a:fld>
            <a:endParaRPr lang="en-US"/>
          </a:p>
        </p:txBody>
      </p:sp>
      <p:sp>
        <p:nvSpPr>
          <p:cNvPr id="8" name="Footer Placeholder 7"/>
          <p:cNvSpPr>
            <a:spLocks noGrp="1"/>
          </p:cNvSpPr>
          <p:nvPr>
            <p:ph type="ftr" sz="quarter" idx="11"/>
          </p:nvPr>
        </p:nvSpPr>
        <p:spPr/>
        <p:txBody>
          <a:bodyPr/>
          <a:lstStyle/>
          <a:p>
            <a:r>
              <a:rPr lang="en-US"/>
              <a:t>Bowen C.</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55DBD7-1541-4B47-92F1-4132CB145513}" type="datetime1">
              <a:rPr lang="en-US" smtClean="0"/>
              <a:t>4/23/2026</a:t>
            </a:fld>
            <a:endParaRPr lang="en-US"/>
          </a:p>
        </p:txBody>
      </p:sp>
      <p:sp>
        <p:nvSpPr>
          <p:cNvPr id="4" name="Footer Placeholder 3"/>
          <p:cNvSpPr>
            <a:spLocks noGrp="1"/>
          </p:cNvSpPr>
          <p:nvPr>
            <p:ph type="ftr" sz="quarter" idx="11"/>
          </p:nvPr>
        </p:nvSpPr>
        <p:spPr/>
        <p:txBody>
          <a:bodyPr/>
          <a:lstStyle/>
          <a:p>
            <a:r>
              <a:rPr lang="en-US"/>
              <a:t>Bowen C.</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C27F70-EC63-48F6-BED5-40D950F39192}" type="datetime1">
              <a:rPr lang="en-US" smtClean="0"/>
              <a:t>4/23/2026</a:t>
            </a:fld>
            <a:endParaRPr lang="en-US"/>
          </a:p>
        </p:txBody>
      </p:sp>
      <p:sp>
        <p:nvSpPr>
          <p:cNvPr id="3" name="Footer Placeholder 2"/>
          <p:cNvSpPr>
            <a:spLocks noGrp="1"/>
          </p:cNvSpPr>
          <p:nvPr>
            <p:ph type="ftr" sz="quarter" idx="11"/>
          </p:nvPr>
        </p:nvSpPr>
        <p:spPr/>
        <p:txBody>
          <a:bodyPr/>
          <a:lstStyle/>
          <a:p>
            <a:r>
              <a:rPr lang="en-US"/>
              <a:t>Bowen C.</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413CF0-E0AC-455C-BCA8-A05A79DCDB1D}" type="datetime1">
              <a:rPr lang="en-US" smtClean="0"/>
              <a:t>4/23/2026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0DA9AC-5FFB-472B-BA64-423384903AF5}" type="datetime1">
              <a:rPr lang="en-US" smtClean="0"/>
              <a:t>4/23/2026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2A6D6-E78F-4AD2-9349-43EF027664BA}" type="datetime1">
              <a:rPr lang="en-US" smtClean="0"/>
              <a:t>4/23/2026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2F1925-79A7-40B7-BA42-ED3E056591EB}" type="datetime1">
              <a:rPr lang="en-US" smtClean="0"/>
              <a:t>4/23/2026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EEC150-C3F7-43F6-A713-BD330DF601BC}" type="datetime1">
              <a:rPr lang="en-US" smtClean="0"/>
              <a:t>4/23/2026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Bowen C.</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9.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pic>
        <p:nvPicPr>
          <p:cNvPr descr="Modern 3D chart" id="5" name="Picture 4">
            <a:extLst>
              <a:ext uri="{FF2B5EF4-FFF2-40B4-BE49-F238E27FC236}">
                <a16:creationId xmlns:a16="http://schemas.microsoft.com/office/drawing/2014/main" id="{98C86000-13E7-DC77-CC77-0266010B9B2E}"/>
              </a:ext>
            </a:extLst>
          </p:cNvPr>
          <p:cNvPicPr>
            <a:picLocks noChangeAspect="1"/>
          </p:cNvPicPr>
          <p:nvPr/>
        </p:nvPicPr>
        <p:blipFill>
          <a:blip r:embed="rId2">
            <a:extLst>
              <a:ext uri="{28A0092B-C50C-407E-A947-70E740481C1C}">
                <a14:useLocalDpi xmlns:a14="http://schemas.microsoft.com/office/drawing/2010/main" val="0"/>
              </a:ext>
            </a:extLst>
          </a:blip>
          <a:srcRect l="3990" r="15573" t="9091"/>
          <a:stretch>
            <a:fillRect/>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dirty="0" lang="en-US"/>
          </a:p>
        </p:txBody>
      </p:sp>
      <p:sp>
        <p:nvSpPr>
          <p:cNvPr id="2" name="Title 1"/>
          <p:cNvSpPr>
            <a:spLocks noGrp="1"/>
          </p:cNvSpPr>
          <p:nvPr>
            <p:ph type="ctrTitle"/>
          </p:nvPr>
        </p:nvSpPr>
        <p:spPr>
          <a:xfrm>
            <a:off x="477981" y="1122363"/>
            <a:ext cx="4023360" cy="3204134"/>
          </a:xfrm>
        </p:spPr>
        <p:txBody>
          <a:bodyPr anchor="b">
            <a:normAutofit/>
          </a:bodyPr>
          <a:lstStyle/>
          <a:p>
            <a:pPr algn="l"/>
            <a:r>
              <a:rPr dirty="0" lang="en-US" sz="4800">
                <a:solidFill>
                  <a:schemeClr val="bg1"/>
                </a:solidFill>
              </a:rPr>
              <a:t>Graphical Summaries of Data </a:t>
            </a:r>
          </a:p>
        </p:txBody>
      </p:sp>
      <p:sp>
        <p:nvSpPr>
          <p:cNvPr id="3" name="Subtitle 2"/>
          <p:cNvSpPr>
            <a:spLocks noGrp="1"/>
          </p:cNvSpPr>
          <p:nvPr>
            <p:ph idx="1" type="subTitle"/>
          </p:nvPr>
        </p:nvSpPr>
        <p:spPr>
          <a:xfrm>
            <a:off x="477980" y="4872922"/>
            <a:ext cx="4023359" cy="1208141"/>
          </a:xfrm>
        </p:spPr>
        <p:txBody>
          <a:bodyPr bIns="45720" lIns="91440" rIns="91440" rtlCol="0" tIns="45720" vert="horz">
            <a:normAutofit/>
          </a:bodyPr>
          <a:lstStyle/>
          <a:p>
            <a:pPr algn="l"/>
            <a:r>
              <a:rPr lang="en-US" sz="2000">
                <a:solidFill>
                  <a:schemeClr val="bg1"/>
                </a:solidFill>
              </a:rPr>
              <a:t>Chapter 2 </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solidFill>
                <a:prstClr val="white"/>
              </a:solidFill>
              <a:latin panose="020F0502020204030204" typeface="Calibri"/>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defTabSz="914400" eaLnBrk="1" fontAlgn="auto" hangingPunct="1" indent="0" latinLnBrk="0" lvl="0" marL="0" marR="0" rtl="0">
              <a:lnSpc>
                <a:spcPct val="100000"/>
              </a:lnSpc>
              <a:spcBef>
                <a:spcPts val="0"/>
              </a:spcBef>
              <a:spcAft>
                <a:spcPts val="0"/>
              </a:spcAft>
              <a:buClrTx/>
              <a:buSzTx/>
              <a:buFontTx/>
              <a:buNone/>
              <a:tabLst/>
              <a:defRPr/>
            </a:pPr>
            <a:endParaRPr b="0" baseline="0" cap="none" i="0" kern="1200" kumimoji="0" lang="en-US" noProof="0" normalizeH="0" spc="0" strike="noStrike" sz="1800" u="none">
              <a:ln>
                <a:noFill/>
              </a:ln>
              <a:solidFill>
                <a:prstClr val="white"/>
              </a:solidFill>
              <a:effectLst/>
              <a:uLnTx/>
              <a:uFillTx/>
              <a:latin panose="020F0502020204030204" typeface="Calibri"/>
              <a:ea typeface="+mn-ea"/>
              <a:cs typeface="+mn-cs"/>
            </a:endParaRPr>
          </a:p>
        </p:txBody>
      </p:sp>
      <p:sp>
        <p:nvSpPr>
          <p:cNvPr id="6" name="Footer Placeholder 5">
            <a:extLst>
              <a:ext uri="{FF2B5EF4-FFF2-40B4-BE49-F238E27FC236}">
                <a16:creationId xmlns:a16="http://schemas.microsoft.com/office/drawing/2014/main" id="{0C3FDCFB-E550-D2B4-BCB9-093B21C37460}"/>
              </a:ext>
            </a:extLst>
          </p:cNvPr>
          <p:cNvSpPr>
            <a:spLocks noGrp="1"/>
          </p:cNvSpPr>
          <p:nvPr>
            <p:ph idx="11" sz="quarter" type="ftr"/>
          </p:nvPr>
        </p:nvSpPr>
        <p:spPr/>
        <p:txBody>
          <a:bodyPr/>
          <a:lstStyle/>
          <a:p>
            <a:r>
              <a:rPr lang="en-US">
                <a:solidFill>
                  <a:srgbClr val="8F8F8F"/>
                </a:solidFill>
              </a:rPr>
              <a:t>Bowen C.</a:t>
            </a:r>
          </a:p>
        </p:txBody>
      </p:sp>
      <p:sp>
        <p:nvSpPr>
          <p:cNvPr id="7" name="Slide Number Placeholder 6">
            <a:extLst>
              <a:ext uri="{FF2B5EF4-FFF2-40B4-BE49-F238E27FC236}">
                <a16:creationId xmlns:a16="http://schemas.microsoft.com/office/drawing/2014/main" id="{757D441E-4678-02E7-0BCF-AAFB30AF580C}"/>
              </a:ext>
            </a:extLst>
          </p:cNvPr>
          <p:cNvSpPr>
            <a:spLocks noGrp="1"/>
          </p:cNvSpPr>
          <p:nvPr>
            <p:ph idx="12" sz="quarter" type="sldNum"/>
          </p:nvPr>
        </p:nvSpPr>
        <p:spPr/>
        <p:txBody>
          <a:bodyPr/>
          <a:lstStyle/>
          <a:p>
            <a:fld id="{330EA680-D336-4FF7-8B7A-9848BB0A1C32}" type="slidenum">
              <a:rPr lang="en-US" smtClean="0">
                <a:solidFill>
                  <a:srgbClr val="FFFFFF"/>
                </a:solidFill>
              </a:rPr>
              <a:t>1</a:t>
            </a:fld>
            <a:endParaRPr lang="en-US"/>
          </a:p>
        </p:txBody>
      </p:sp>
    </p:spTree>
    <p:extLst>
      <p:ext uri="{BB962C8B-B14F-4D97-AF65-F5344CB8AC3E}">
        <p14:creationId xmlns:p14="http://schemas.microsoft.com/office/powerpoint/2010/main" val="10985722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10" presetSubtype="0">
                                  <p:stCondLst>
                                    <p:cond delay="1000"/>
                                  </p:stCondLst>
                                  <p:iterate type="lt">
                                    <p:tmPct val="10000"/>
                                  </p:iterate>
                                  <p:childTnLst>
                                    <p:set>
                                      <p:cBhvr>
                                        <p:cTn dur="1" fill="hold" id="6">
                                          <p:stCondLst>
                                            <p:cond delay="0"/>
                                          </p:stCondLst>
                                        </p:cTn>
                                        <p:tgtEl>
                                          <p:spTgt spid="2"/>
                                        </p:tgtEl>
                                        <p:attrNameLst>
                                          <p:attrName>style.visibility</p:attrName>
                                        </p:attrNameLst>
                                      </p:cBhvr>
                                      <p:to>
                                        <p:strVal val="visible"/>
                                      </p:to>
                                    </p:set>
                                    <p:animEffect filter="fade" transition="in">
                                      <p:cBhvr>
                                        <p:cTn dur="400" id="7"/>
                                        <p:tgtEl>
                                          <p:spTgt spid="2"/>
                                        </p:tgtEl>
                                      </p:cBhvr>
                                    </p:animEffect>
                                  </p:childTnLst>
                                </p:cTn>
                              </p:par>
                              <p:par>
                                <p:cTn fill="hold" grpId="0" id="8" nodeType="withEffect" presetClass="entr" presetID="10" presetSubtype="0">
                                  <p:stCondLst>
                                    <p:cond delay="2000"/>
                                  </p:stCondLst>
                                  <p:iterate type="lt">
                                    <p:tmPct val="10000"/>
                                  </p:iterate>
                                  <p:childTnLst>
                                    <p:set>
                                      <p:cBhvr>
                                        <p:cTn dur="1" fill="hold" id="9">
                                          <p:stCondLst>
                                            <p:cond delay="0"/>
                                          </p:stCondLst>
                                        </p:cTn>
                                        <p:tgtEl>
                                          <p:spTgt spid="3">
                                            <p:txEl>
                                              <p:pRg end="0" st="0"/>
                                            </p:txEl>
                                          </p:spTgt>
                                        </p:tgtEl>
                                        <p:attrNameLst>
                                          <p:attrName>style.visibility</p:attrName>
                                        </p:attrNameLst>
                                      </p:cBhvr>
                                      <p:to>
                                        <p:strVal val="visible"/>
                                      </p:to>
                                    </p:set>
                                    <p:animEffect filter="fade" transition="in">
                                      <p:cBhvr>
                                        <p:cTn dur="400" id="10"/>
                                        <p:tgtEl>
                                          <p:spTgt spid="3">
                                            <p:txEl>
                                              <p:pRg end="0" st="0"/>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build="p" grpId="0" spid="3"/>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A7D3-6470-B199-FE50-70139EED8388}"/>
              </a:ext>
            </a:extLst>
          </p:cNvPr>
          <p:cNvSpPr>
            <a:spLocks noGrp="1"/>
          </p:cNvSpPr>
          <p:nvPr>
            <p:ph type="title"/>
          </p:nvPr>
        </p:nvSpPr>
        <p:spPr/>
        <p:txBody>
          <a:bodyPr/>
          <a:lstStyle/>
          <a:p>
            <a:r>
              <a:rPr dirty="0" lang="en-US"/>
              <a:t>Objectives </a:t>
            </a:r>
          </a:p>
        </p:txBody>
      </p:sp>
      <p:sp>
        <p:nvSpPr>
          <p:cNvPr id="3" name="Content Placeholder 2">
            <a:extLst>
              <a:ext uri="{FF2B5EF4-FFF2-40B4-BE49-F238E27FC236}">
                <a16:creationId xmlns:a16="http://schemas.microsoft.com/office/drawing/2014/main" id="{A050F271-13FD-6A3F-CF7E-FFBDAEEABAA7}"/>
              </a:ext>
            </a:extLst>
          </p:cNvPr>
          <p:cNvSpPr>
            <a:spLocks noGrp="1"/>
          </p:cNvSpPr>
          <p:nvPr>
            <p:ph idx="1"/>
          </p:nvPr>
        </p:nvSpPr>
        <p:spPr>
          <a:xfrm>
            <a:off x="838200" y="1825625"/>
            <a:ext cx="11049000" cy="4351338"/>
          </a:xfrm>
        </p:spPr>
        <p:txBody>
          <a:bodyPr>
            <a:normAutofit/>
          </a:bodyPr>
          <a:lstStyle/>
          <a:p>
            <a:pPr>
              <a:buFont charset="2" panose="05000000000000000000" pitchFamily="2" typeface="Wingdings"/>
              <a:buChar char="q"/>
            </a:pPr>
            <a:r>
              <a:rPr dirty="0" lang="en-US" sz="2400"/>
              <a:t> Read textbook sections 2.1 - 2.4.</a:t>
            </a:r>
          </a:p>
          <a:p>
            <a:pPr>
              <a:buFont charset="2" panose="05000000000000000000" pitchFamily="2" typeface="Wingdings"/>
              <a:buChar char="q"/>
            </a:pPr>
            <a:r>
              <a:rPr dirty="0" lang="en-US" sz="2400"/>
              <a:t> Find the frequencies and relative frequencies of both qualitative and quantitative data. </a:t>
            </a:r>
          </a:p>
          <a:p>
            <a:pPr>
              <a:buFont charset="2" panose="05000000000000000000" pitchFamily="2" typeface="Wingdings"/>
              <a:buChar char="q"/>
            </a:pPr>
            <a:r>
              <a:rPr dirty="0" lang="en-US" sz="2400"/>
              <a:t> Understand how to read graphs and answer questions about the data values they represent. </a:t>
            </a:r>
          </a:p>
          <a:p>
            <a:pPr indent="0" marL="0">
              <a:buNone/>
            </a:pPr>
            <a:r>
              <a:rPr dirty="0" lang="en-US" sz="2400"/>
              <a:t>❏ Know how to construct certain graphs in R Studio. </a:t>
            </a:r>
          </a:p>
          <a:p>
            <a:pPr indent="0" marL="0">
              <a:buNone/>
            </a:pPr>
            <a:r>
              <a:rPr dirty="0" lang="en-US" sz="2400"/>
              <a:t>❏ Understand the characteristics of well-made graphs versus misleading graphs. </a:t>
            </a:r>
          </a:p>
        </p:txBody>
      </p:sp>
      <p:sp>
        <p:nvSpPr>
          <p:cNvPr id="4" name="Footer Placeholder 3">
            <a:extLst>
              <a:ext uri="{FF2B5EF4-FFF2-40B4-BE49-F238E27FC236}">
                <a16:creationId xmlns:a16="http://schemas.microsoft.com/office/drawing/2014/main" id="{5E967AE1-1007-6446-E7D8-5A3E7052C160}"/>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EF511C9A-BC75-C708-285E-BFA737026A19}"/>
              </a:ext>
            </a:extLst>
          </p:cNvPr>
          <p:cNvSpPr>
            <a:spLocks noGrp="1"/>
          </p:cNvSpPr>
          <p:nvPr>
            <p:ph idx="12" sz="quarter" type="sldNum"/>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22900112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C273-7F09-AF3B-B50B-3891147746AB}"/>
              </a:ext>
            </a:extLst>
          </p:cNvPr>
          <p:cNvSpPr>
            <a:spLocks noGrp="1"/>
          </p:cNvSpPr>
          <p:nvPr>
            <p:ph type="title"/>
          </p:nvPr>
        </p:nvSpPr>
        <p:spPr/>
        <p:txBody>
          <a:bodyPr/>
          <a:lstStyle/>
          <a:p>
            <a:r>
              <a:rPr dirty="0" lang="en-US"/>
              <a:t>Summary</a:t>
            </a:r>
          </a:p>
        </p:txBody>
      </p:sp>
      <p:sp>
        <p:nvSpPr>
          <p:cNvPr id="3" name="Content Placeholder 2">
            <a:extLst>
              <a:ext uri="{FF2B5EF4-FFF2-40B4-BE49-F238E27FC236}">
                <a16:creationId xmlns:a16="http://schemas.microsoft.com/office/drawing/2014/main" id="{9378811F-0188-C0E3-D4E9-C74794609280}"/>
              </a:ext>
            </a:extLst>
          </p:cNvPr>
          <p:cNvSpPr>
            <a:spLocks noGrp="1"/>
          </p:cNvSpPr>
          <p:nvPr>
            <p:ph idx="1"/>
          </p:nvPr>
        </p:nvSpPr>
        <p:spPr/>
        <p:txBody>
          <a:bodyPr>
            <a:normAutofit/>
          </a:bodyPr>
          <a:lstStyle/>
          <a:p>
            <a:pPr indent="0" marL="0">
              <a:buNone/>
            </a:pPr>
            <a:r>
              <a:rPr dirty="0" lang="en-US"/>
              <a:t>A graphical summary is a picture, which they say is worth 1,000 words. The type of graph you choose to represent your variable depends on the variable type (quantitative versus qualitative), variable subtype, and scale. All working STEM professionals should be able to read and interpret graphs in detail. Creating graphs in R Studio is easy and valuable. All graphs and tables should include certain details and avoid misleading characteristics. </a:t>
            </a:r>
          </a:p>
          <a:p>
            <a:pPr indent="0" marL="0">
              <a:buNone/>
            </a:pPr>
            <a:endParaRPr dirty="0" lang="en-US"/>
          </a:p>
        </p:txBody>
      </p:sp>
      <p:sp>
        <p:nvSpPr>
          <p:cNvPr id="4" name="Footer Placeholder 3">
            <a:extLst>
              <a:ext uri="{FF2B5EF4-FFF2-40B4-BE49-F238E27FC236}">
                <a16:creationId xmlns:a16="http://schemas.microsoft.com/office/drawing/2014/main" id="{2AB3469F-7F5A-8E7D-C187-30BA63614E6F}"/>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C3EBBB22-C4B8-343F-71ED-386FBCCB2FDC}"/>
              </a:ext>
            </a:extLst>
          </p:cNvPr>
          <p:cNvSpPr>
            <a:spLocks noGrp="1"/>
          </p:cNvSpPr>
          <p:nvPr>
            <p:ph idx="12" sz="quarter" type="sldNum"/>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1286610798"/>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08CE4-D6FC-061E-42C6-79BFA7E7ED83}"/>
              </a:ext>
            </a:extLst>
          </p:cNvPr>
          <p:cNvSpPr>
            <a:spLocks noGrp="1"/>
          </p:cNvSpPr>
          <p:nvPr>
            <p:ph type="title"/>
          </p:nvPr>
        </p:nvSpPr>
        <p:spPr/>
        <p:txBody>
          <a:bodyPr/>
          <a:lstStyle/>
          <a:p>
            <a:r>
              <a:rPr dirty="0" lang="en-US"/>
              <a:t>Per Variable Type </a:t>
            </a:r>
          </a:p>
        </p:txBody>
      </p:sp>
      <p:sp>
        <p:nvSpPr>
          <p:cNvPr id="3" name="Content Placeholder 2">
            <a:extLst>
              <a:ext uri="{FF2B5EF4-FFF2-40B4-BE49-F238E27FC236}">
                <a16:creationId xmlns:a16="http://schemas.microsoft.com/office/drawing/2014/main" id="{F0167424-39B0-CE4B-8FED-A13342AF741E}"/>
              </a:ext>
            </a:extLst>
          </p:cNvPr>
          <p:cNvSpPr>
            <a:spLocks noGrp="1"/>
          </p:cNvSpPr>
          <p:nvPr>
            <p:ph idx="1"/>
          </p:nvPr>
        </p:nvSpPr>
        <p:spPr>
          <a:xfrm>
            <a:off x="838199" y="1825625"/>
            <a:ext cx="10908957" cy="4351338"/>
          </a:xfrm>
        </p:spPr>
        <p:txBody>
          <a:bodyPr numCol="2">
            <a:normAutofit fontScale="92500" lnSpcReduction="20000"/>
          </a:bodyPr>
          <a:lstStyle/>
          <a:p>
            <a:pPr indent="0" marL="0">
              <a:buNone/>
            </a:pPr>
            <a:r>
              <a:rPr b="1" dirty="0" lang="en-US"/>
              <a:t>For Qualitative Data</a:t>
            </a:r>
          </a:p>
          <a:p>
            <a:pPr indent="0" marL="0">
              <a:buNone/>
            </a:pPr>
            <a:r>
              <a:rPr dirty="0" lang="en-US"/>
              <a:t>❏ Frequency tables</a:t>
            </a:r>
          </a:p>
          <a:p>
            <a:pPr indent="0" marL="0">
              <a:buNone/>
            </a:pPr>
            <a:r>
              <a:rPr dirty="0" lang="en-US"/>
              <a:t>❏ Relative frequency tables </a:t>
            </a:r>
          </a:p>
          <a:p>
            <a:pPr indent="0" marL="0">
              <a:buNone/>
            </a:pPr>
            <a:r>
              <a:rPr dirty="0" lang="en-US"/>
              <a:t>❏ Bar charts (aka bar plots) </a:t>
            </a:r>
          </a:p>
          <a:p>
            <a:pPr indent="0" marL="0">
              <a:buNone/>
            </a:pPr>
            <a:r>
              <a:rPr dirty="0" lang="en-US"/>
              <a:t>❏ Vertical and horizontal </a:t>
            </a:r>
          </a:p>
          <a:p>
            <a:pPr indent="0" marL="0">
              <a:buNone/>
            </a:pPr>
            <a:r>
              <a:rPr dirty="0" lang="en-US"/>
              <a:t>❏ Pareto </a:t>
            </a:r>
          </a:p>
          <a:p>
            <a:pPr indent="0" marL="0">
              <a:buNone/>
            </a:pPr>
            <a:r>
              <a:rPr dirty="0" lang="en-US"/>
              <a:t>❏ Side-by-side </a:t>
            </a:r>
          </a:p>
          <a:p>
            <a:pPr indent="0" marL="0">
              <a:buNone/>
            </a:pPr>
            <a:r>
              <a:rPr dirty="0" lang="en-US"/>
              <a:t>❏ Stacked and 100% stacked </a:t>
            </a:r>
          </a:p>
          <a:p>
            <a:pPr indent="0" marL="0">
              <a:buNone/>
            </a:pPr>
            <a:r>
              <a:rPr dirty="0" lang="en-US"/>
              <a:t>❏ Pie charts </a:t>
            </a:r>
            <a:br>
              <a:rPr dirty="0" lang="en-US"/>
            </a:br>
            <a:br>
              <a:rPr dirty="0" lang="en-US"/>
            </a:br>
            <a:endParaRPr dirty="0" lang="en-US"/>
          </a:p>
          <a:p>
            <a:pPr indent="0" marL="0">
              <a:buNone/>
            </a:pPr>
            <a:r>
              <a:rPr b="1" dirty="0" lang="en-US"/>
              <a:t>For Quantitative Data </a:t>
            </a:r>
          </a:p>
          <a:p>
            <a:pPr indent="0" marL="0">
              <a:buNone/>
            </a:pPr>
            <a:r>
              <a:rPr dirty="0" lang="en-US"/>
              <a:t>❏ Frequency tables</a:t>
            </a:r>
          </a:p>
          <a:p>
            <a:pPr indent="0" marL="0">
              <a:buNone/>
            </a:pPr>
            <a:r>
              <a:rPr dirty="0" lang="en-US"/>
              <a:t>❏ Relative frequency tables </a:t>
            </a:r>
          </a:p>
          <a:p>
            <a:pPr indent="0" marL="0">
              <a:buNone/>
            </a:pPr>
            <a:r>
              <a:rPr dirty="0" lang="en-US"/>
              <a:t>❏ Histograms </a:t>
            </a:r>
          </a:p>
          <a:p>
            <a:pPr indent="0" marL="0">
              <a:buNone/>
            </a:pPr>
            <a:r>
              <a:rPr dirty="0" lang="en-US"/>
              <a:t>❏ Continuous </a:t>
            </a:r>
          </a:p>
          <a:p>
            <a:pPr indent="0" marL="0">
              <a:buNone/>
            </a:pPr>
            <a:r>
              <a:rPr dirty="0" lang="en-US"/>
              <a:t>❏ Discrete </a:t>
            </a:r>
          </a:p>
          <a:p>
            <a:pPr indent="0" marL="0">
              <a:buNone/>
            </a:pPr>
            <a:r>
              <a:rPr dirty="0" lang="en-US"/>
              <a:t>❏ Stem-and-leaf plots </a:t>
            </a:r>
          </a:p>
          <a:p>
            <a:pPr indent="0" marL="0">
              <a:buNone/>
            </a:pPr>
            <a:r>
              <a:rPr dirty="0" lang="en-US"/>
              <a:t>❏ Split stem-and-leaf </a:t>
            </a:r>
          </a:p>
          <a:p>
            <a:pPr indent="0" marL="0">
              <a:buNone/>
            </a:pPr>
            <a:r>
              <a:rPr dirty="0" lang="en-US"/>
              <a:t>❏ Back-to-back </a:t>
            </a:r>
          </a:p>
          <a:p>
            <a:pPr indent="0" marL="0">
              <a:buNone/>
            </a:pPr>
            <a:r>
              <a:rPr dirty="0" lang="en-US"/>
              <a:t>❏ Time-series plots </a:t>
            </a:r>
          </a:p>
        </p:txBody>
      </p:sp>
      <p:sp>
        <p:nvSpPr>
          <p:cNvPr id="4" name="Footer Placeholder 3">
            <a:extLst>
              <a:ext uri="{FF2B5EF4-FFF2-40B4-BE49-F238E27FC236}">
                <a16:creationId xmlns:a16="http://schemas.microsoft.com/office/drawing/2014/main" id="{7D4975E8-C8A0-4C51-04B6-0383E599E40F}"/>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032D3581-B5E1-7BEB-8884-0EC7AE9ACB98}"/>
              </a:ext>
            </a:extLst>
          </p:cNvPr>
          <p:cNvSpPr>
            <a:spLocks noGrp="1"/>
          </p:cNvSpPr>
          <p:nvPr>
            <p:ph idx="12" sz="quarter" type="sldNum"/>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188849562"/>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CC393-F791-D672-83CD-7AD96EDB4147}"/>
              </a:ext>
            </a:extLst>
          </p:cNvPr>
          <p:cNvSpPr>
            <a:spLocks noGrp="1"/>
          </p:cNvSpPr>
          <p:nvPr>
            <p:ph type="title"/>
          </p:nvPr>
        </p:nvSpPr>
        <p:spPr/>
        <p:txBody>
          <a:bodyPr/>
          <a:lstStyle/>
          <a:p>
            <a:r>
              <a:rPr dirty="0" lang="en-US"/>
              <a:t>Frequency Tables for Qualitative Data</a:t>
            </a:r>
          </a:p>
        </p:txBody>
      </p:sp>
      <p:sp>
        <p:nvSpPr>
          <p:cNvPr id="3" name="Content Placeholder 2">
            <a:extLst>
              <a:ext uri="{FF2B5EF4-FFF2-40B4-BE49-F238E27FC236}">
                <a16:creationId xmlns:a16="http://schemas.microsoft.com/office/drawing/2014/main" id="{A276B5BB-F8F9-BE79-A8ED-B0BB58A887D9}"/>
              </a:ext>
            </a:extLst>
          </p:cNvPr>
          <p:cNvSpPr>
            <a:spLocks noGrp="1"/>
          </p:cNvSpPr>
          <p:nvPr>
            <p:ph idx="1"/>
          </p:nvPr>
        </p:nvSpPr>
        <p:spPr>
          <a:xfrm>
            <a:off x="534429" y="1847850"/>
            <a:ext cx="11123141" cy="4351338"/>
          </a:xfrm>
        </p:spPr>
        <p:txBody>
          <a:bodyPr/>
          <a:lstStyle/>
          <a:p>
            <a:pPr indent="0" marL="0">
              <a:buNone/>
            </a:pPr>
            <a:r>
              <a:rPr dirty="0" lang="en-US"/>
              <a:t>Frequency – The number of items in each category; the count or tally. </a:t>
            </a:r>
          </a:p>
          <a:p>
            <a:pPr indent="0" marL="0">
              <a:buNone/>
            </a:pPr>
            <a:endParaRPr dirty="0" lang="en-US"/>
          </a:p>
          <a:p>
            <a:pPr indent="0" marL="0">
              <a:buNone/>
            </a:pPr>
            <a:r>
              <a:rPr dirty="0" lang="en-US"/>
              <a:t>Relative frequency – The proportion of each category relative to the whole; the counts divided by the total number in the entire sample or population. </a:t>
            </a:r>
          </a:p>
          <a:p>
            <a:pPr indent="0" marL="0">
              <a:buNone/>
            </a:pPr>
            <a:endParaRPr dirty="0" lang="en-US"/>
          </a:p>
        </p:txBody>
      </p:sp>
      <p:sp>
        <p:nvSpPr>
          <p:cNvPr id="4" name="Footer Placeholder 3">
            <a:extLst>
              <a:ext uri="{FF2B5EF4-FFF2-40B4-BE49-F238E27FC236}">
                <a16:creationId xmlns:a16="http://schemas.microsoft.com/office/drawing/2014/main" id="{379E4354-8133-271C-37B7-2B9D2455F286}"/>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254E4A70-1A9E-C827-8FCD-7E86BF3CC20C}"/>
              </a:ext>
            </a:extLst>
          </p:cNvPr>
          <p:cNvSpPr>
            <a:spLocks noGrp="1"/>
          </p:cNvSpPr>
          <p:nvPr>
            <p:ph idx="12" sz="quarter" type="sldNum"/>
          </p:nvPr>
        </p:nvSpPr>
        <p:spPr/>
        <p:txBody>
          <a:bodyPr/>
          <a:lstStyle/>
          <a:p>
            <a:fld id="{330EA680-D336-4FF7-8B7A-9848BB0A1C32}" type="slidenum">
              <a:rPr lang="en-US" smtClean="0"/>
              <a:t>5</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041921B-3C22-CF92-8644-BBA669F989B9}"/>
                  </a:ext>
                </a:extLst>
              </p:cNvPr>
              <p:cNvSpPr txBox="1"/>
              <p:nvPr/>
            </p:nvSpPr>
            <p:spPr>
              <a:xfrm>
                <a:off x="3687615" y="4613189"/>
                <a:ext cx="4816768" cy="575157"/>
              </a:xfrm>
              <a:prstGeom prst="rect">
                <a:avLst/>
              </a:prstGeom>
              <a:noFill/>
            </p:spPr>
            <p:txBody>
              <a:bodyPr bIns="0" lIns="0" rIns="0" rtlCol="0" tIns="0" wrap="none">
                <a:spAutoFit/>
              </a:bodyPr>
              <a:lstStyle/>
              <a:p>
                <a14:m>
                  <m:oMathPara xmlns:m="http://schemas.openxmlformats.org/officeDocument/2006/math">
                    <m:oMathParaPr>
                      <m:jc m:val="centerGroup"/>
                    </m:oMathParaPr>
                    <m:oMath>
                      <m:r>
                        <a:rPr b="0" i="1" lang="en-US" smtClean="0">
                          <a:latin charset="0" panose="02040503050406030204" pitchFamily="18" typeface="Cambria Math"/>
                        </a:rPr>
                        <m:t>𝑟𝑒𝑙𝑎𝑡𝑖𝑣𝑒</m:t>
                      </m:r>
                      <m:r>
                        <a:rPr b="0" i="1" lang="en-US" smtClean="0">
                          <a:latin charset="0" panose="02040503050406030204" pitchFamily="18" typeface="Cambria Math"/>
                        </a:rPr>
                        <m:t> </m:t>
                      </m:r>
                      <m:r>
                        <a:rPr b="0" i="1" lang="en-US" smtClean="0">
                          <a:latin charset="0" panose="02040503050406030204" pitchFamily="18" typeface="Cambria Math"/>
                        </a:rPr>
                        <m:t>𝑓𝑟𝑒𝑞𝑢𝑒𝑛𝑐𝑦</m:t>
                      </m:r>
                      <m:r>
                        <a:rPr b="0" i="1" lang="en-US" smtClean="0">
                          <a:latin charset="0" panose="02040503050406030204" pitchFamily="18" typeface="Cambria Math"/>
                        </a:rPr>
                        <m:t>= </m:t>
                      </m:r>
                      <m:f>
                        <m:fPr>
                          <m:ctrlPr>
                            <a:rPr b="0" i="1" lang="en-US" smtClean="0">
                              <a:latin charset="0" panose="02040503050406030204" pitchFamily="18" typeface="Cambria Math"/>
                            </a:rPr>
                          </m:ctrlPr>
                        </m:fPr>
                        <m:num>
                          <m:r>
                            <a:rPr b="0" i="1" lang="en-US" smtClean="0">
                              <a:latin charset="0" panose="02040503050406030204" pitchFamily="18" typeface="Cambria Math"/>
                            </a:rPr>
                            <m:t>𝑓𝑟𝑒𝑞𝑢𝑒𝑛𝑐𝑦</m:t>
                          </m:r>
                        </m:num>
                        <m:den>
                          <m:r>
                            <a:rPr b="0" i="1" lang="en-US" smtClean="0">
                              <a:latin charset="0" panose="02040503050406030204" pitchFamily="18" typeface="Cambria Math"/>
                            </a:rPr>
                            <m:t>𝑠𝑢𝑚</m:t>
                          </m:r>
                          <m:r>
                            <a:rPr b="0" i="1" lang="en-US" smtClean="0">
                              <a:latin charset="0" panose="02040503050406030204" pitchFamily="18" typeface="Cambria Math"/>
                            </a:rPr>
                            <m:t> </m:t>
                          </m:r>
                          <m:r>
                            <a:rPr b="0" i="1" lang="en-US" smtClean="0">
                              <a:latin charset="0" panose="02040503050406030204" pitchFamily="18" typeface="Cambria Math"/>
                            </a:rPr>
                            <m:t>𝑜𝑓</m:t>
                          </m:r>
                          <m:r>
                            <a:rPr b="0" i="1" lang="en-US" smtClean="0">
                              <a:latin charset="0" panose="02040503050406030204" pitchFamily="18" typeface="Cambria Math"/>
                            </a:rPr>
                            <m:t> </m:t>
                          </m:r>
                          <m:r>
                            <a:rPr b="0" i="1" lang="en-US" smtClean="0">
                              <a:latin charset="0" panose="02040503050406030204" pitchFamily="18" typeface="Cambria Math"/>
                            </a:rPr>
                            <m:t>𝑎𝑙𝑙</m:t>
                          </m:r>
                          <m:r>
                            <a:rPr b="0" i="1" lang="en-US" smtClean="0">
                              <a:latin charset="0" panose="02040503050406030204" pitchFamily="18" typeface="Cambria Math"/>
                            </a:rPr>
                            <m:t> </m:t>
                          </m:r>
                          <m:r>
                            <a:rPr b="0" i="1" lang="en-US" smtClean="0">
                              <a:latin charset="0" panose="02040503050406030204" pitchFamily="18" typeface="Cambria Math"/>
                            </a:rPr>
                            <m:t>𝑓𝑟𝑒𝑞𝑢𝑒𝑛𝑐𝑖𝑒𝑠</m:t>
                          </m:r>
                          <m:r>
                            <a:rPr b="0" i="1" lang="en-US" smtClean="0">
                              <a:latin charset="0" panose="02040503050406030204" pitchFamily="18" typeface="Cambria Math"/>
                            </a:rPr>
                            <m:t> </m:t>
                          </m:r>
                        </m:den>
                      </m:f>
                    </m:oMath>
                  </m:oMathPara>
                </a14:m>
                <a:endParaRPr dirty="0" lang="en-US"/>
              </a:p>
            </p:txBody>
          </p:sp>
        </mc:Choice>
        <mc:Fallback>
          <p:sp>
            <p:nvSpPr>
              <p:cNvPr id="6" name="TextBox 5">
                <a:extLst>
                  <a:ext uri="{FF2B5EF4-FFF2-40B4-BE49-F238E27FC236}">
                    <a16:creationId xmlns:a16="http://schemas.microsoft.com/office/drawing/2014/main" id="{3041921B-3C22-CF92-8644-BBA669F989B9}"/>
                  </a:ext>
                </a:extLst>
              </p:cNvPr>
              <p:cNvSpPr txBox="1">
                <a:spLocks noAdjustHandles="1" noChangeArrowheads="1" noChangeAspect="1" noChangeShapeType="1" noEditPoints="1" noMove="1" noResize="1" noRot="1" noTextEdit="1"/>
              </p:cNvSpPr>
              <p:nvPr/>
            </p:nvSpPr>
            <p:spPr>
              <a:xfrm>
                <a:off x="3687615" y="4613189"/>
                <a:ext cx="4816768" cy="575157"/>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10215909"/>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CB94-8857-D94C-8EDC-31EEC4F3F779}"/>
              </a:ext>
            </a:extLst>
          </p:cNvPr>
          <p:cNvSpPr>
            <a:spLocks noGrp="1"/>
          </p:cNvSpPr>
          <p:nvPr>
            <p:ph type="title"/>
          </p:nvPr>
        </p:nvSpPr>
        <p:spPr/>
        <p:txBody>
          <a:bodyPr/>
          <a:lstStyle/>
          <a:p>
            <a:r>
              <a:rPr dirty="0" lang="en-US"/>
              <a:t>Bar Graphs (Bar Plots) </a:t>
            </a:r>
          </a:p>
        </p:txBody>
      </p:sp>
      <p:sp>
        <p:nvSpPr>
          <p:cNvPr id="3" name="Content Placeholder 2">
            <a:extLst>
              <a:ext uri="{FF2B5EF4-FFF2-40B4-BE49-F238E27FC236}">
                <a16:creationId xmlns:a16="http://schemas.microsoft.com/office/drawing/2014/main" id="{4F755109-6DDC-BE83-E97F-B168B7928F7C}"/>
              </a:ext>
            </a:extLst>
          </p:cNvPr>
          <p:cNvSpPr>
            <a:spLocks noGrp="1"/>
          </p:cNvSpPr>
          <p:nvPr>
            <p:ph idx="1"/>
          </p:nvPr>
        </p:nvSpPr>
        <p:spPr>
          <a:xfrm>
            <a:off x="343929" y="1690688"/>
            <a:ext cx="10515600" cy="4351338"/>
          </a:xfrm>
        </p:spPr>
        <p:txBody>
          <a:bodyPr>
            <a:normAutofit lnSpcReduction="10000"/>
          </a:bodyPr>
          <a:lstStyle/>
          <a:p>
            <a:pPr indent="0" marL="0">
              <a:buNone/>
            </a:pPr>
            <a:r>
              <a:rPr dirty="0" lang="en-US"/>
              <a:t>Bar graphs display the frequency or </a:t>
            </a:r>
          </a:p>
          <a:p>
            <a:pPr indent="0" marL="0">
              <a:buNone/>
            </a:pPr>
            <a:r>
              <a:rPr dirty="0" lang="en-US"/>
              <a:t>relative frequency of each category for </a:t>
            </a:r>
          </a:p>
          <a:p>
            <a:pPr indent="0" marL="0">
              <a:buNone/>
            </a:pPr>
            <a:r>
              <a:rPr dirty="0" lang="en-US"/>
              <a:t>qualitative variables. Each bar is the </a:t>
            </a:r>
          </a:p>
          <a:p>
            <a:pPr indent="0" marL="0">
              <a:buNone/>
            </a:pPr>
            <a:r>
              <a:rPr dirty="0" lang="en-US"/>
              <a:t>same width, and the bars do not touch </a:t>
            </a:r>
          </a:p>
          <a:p>
            <a:pPr indent="0" marL="0">
              <a:buNone/>
            </a:pPr>
            <a:r>
              <a:rPr dirty="0" lang="en-US"/>
              <a:t>one another. The x-axis shows the </a:t>
            </a:r>
          </a:p>
          <a:p>
            <a:pPr indent="0" marL="0">
              <a:buNone/>
            </a:pPr>
            <a:r>
              <a:rPr dirty="0" lang="en-US"/>
              <a:t>category labels. The y-axis shows the </a:t>
            </a:r>
          </a:p>
          <a:p>
            <a:pPr indent="0" marL="0">
              <a:buNone/>
            </a:pPr>
            <a:r>
              <a:rPr dirty="0" lang="en-US"/>
              <a:t>frequency or relative frequency, </a:t>
            </a:r>
          </a:p>
          <a:p>
            <a:pPr indent="0" marL="0">
              <a:buNone/>
            </a:pPr>
            <a:r>
              <a:rPr dirty="0" lang="en-US"/>
              <a:t>depending on what you prefer to </a:t>
            </a:r>
          </a:p>
          <a:p>
            <a:pPr indent="0" marL="0">
              <a:buNone/>
            </a:pPr>
            <a:r>
              <a:rPr dirty="0" lang="en-US"/>
              <a:t>display. </a:t>
            </a:r>
          </a:p>
        </p:txBody>
      </p:sp>
      <p:sp>
        <p:nvSpPr>
          <p:cNvPr id="4" name="Footer Placeholder 3">
            <a:extLst>
              <a:ext uri="{FF2B5EF4-FFF2-40B4-BE49-F238E27FC236}">
                <a16:creationId xmlns:a16="http://schemas.microsoft.com/office/drawing/2014/main" id="{73392CAD-B96B-7B96-040B-06EC23C42B2C}"/>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31040E47-05E2-4DAB-9F58-8ED65EB573FE}"/>
              </a:ext>
            </a:extLst>
          </p:cNvPr>
          <p:cNvSpPr>
            <a:spLocks noGrp="1"/>
          </p:cNvSpPr>
          <p:nvPr>
            <p:ph idx="12" sz="quarter" type="sldNum"/>
          </p:nvPr>
        </p:nvSpPr>
        <p:spPr/>
        <p:txBody>
          <a:bodyPr/>
          <a:lstStyle/>
          <a:p>
            <a:fld id="{330EA680-D336-4FF7-8B7A-9848BB0A1C32}" type="slidenum">
              <a:rPr lang="en-US" smtClean="0"/>
              <a:t>6</a:t>
            </a:fld>
            <a:endParaRPr lang="en-US"/>
          </a:p>
        </p:txBody>
      </p:sp>
      <p:pic>
        <p:nvPicPr>
          <p:cNvPr descr="bar graph" id="7" name="Picture 6">
            <a:extLst>
              <a:ext uri="{FF2B5EF4-FFF2-40B4-BE49-F238E27FC236}">
                <a16:creationId xmlns:a16="http://schemas.microsoft.com/office/drawing/2014/main" id="{C063E72D-D8E2-EC81-0458-01385A0322AB}"/>
              </a:ext>
            </a:extLst>
          </p:cNvPr>
          <p:cNvPicPr>
            <a:picLocks noChangeAspect="1"/>
          </p:cNvPicPr>
          <p:nvPr/>
        </p:nvPicPr>
        <p:blipFill>
          <a:blip r:embed="rId2"/>
          <a:stretch>
            <a:fillRect/>
          </a:stretch>
        </p:blipFill>
        <p:spPr>
          <a:xfrm>
            <a:off x="6515046" y="836277"/>
            <a:ext cx="5520073" cy="5520073"/>
          </a:xfrm>
          <a:prstGeom prst="rect">
            <a:avLst/>
          </a:prstGeom>
        </p:spPr>
      </p:pic>
    </p:spTree>
    <p:extLst>
      <p:ext uri="{BB962C8B-B14F-4D97-AF65-F5344CB8AC3E}">
        <p14:creationId xmlns:p14="http://schemas.microsoft.com/office/powerpoint/2010/main" val="79697942"/>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E283B-E5DD-FD82-02D8-B8A37E7EF658}"/>
              </a:ext>
            </a:extLst>
          </p:cNvPr>
          <p:cNvSpPr>
            <a:spLocks noGrp="1"/>
          </p:cNvSpPr>
          <p:nvPr>
            <p:ph type="title"/>
          </p:nvPr>
        </p:nvSpPr>
        <p:spPr/>
        <p:txBody>
          <a:bodyPr/>
          <a:lstStyle/>
          <a:p>
            <a:r>
              <a:rPr dirty="0" lang="en-US"/>
              <a:t>Pareto Charts</a:t>
            </a:r>
          </a:p>
        </p:txBody>
      </p:sp>
      <p:sp>
        <p:nvSpPr>
          <p:cNvPr id="3" name="Content Placeholder 2">
            <a:extLst>
              <a:ext uri="{FF2B5EF4-FFF2-40B4-BE49-F238E27FC236}">
                <a16:creationId xmlns:a16="http://schemas.microsoft.com/office/drawing/2014/main" id="{E7681522-D684-1CF7-CCAA-E53E650F87A4}"/>
              </a:ext>
            </a:extLst>
          </p:cNvPr>
          <p:cNvSpPr>
            <a:spLocks noGrp="1"/>
          </p:cNvSpPr>
          <p:nvPr>
            <p:ph idx="1"/>
          </p:nvPr>
        </p:nvSpPr>
        <p:spPr>
          <a:xfrm>
            <a:off x="838200" y="1690688"/>
            <a:ext cx="10515600" cy="4351338"/>
          </a:xfrm>
        </p:spPr>
        <p:txBody>
          <a:bodyPr/>
          <a:lstStyle/>
          <a:p>
            <a:pPr indent="0" marL="0">
              <a:buNone/>
            </a:pPr>
            <a:r>
              <a:rPr dirty="0" lang="en-US" sz="2400"/>
              <a:t>Bar graphs with columns in decreasing order are called Pareto charts. They make it easy to know the highest and lowest categories.</a:t>
            </a:r>
          </a:p>
          <a:p>
            <a:pPr indent="0" marL="0">
              <a:buNone/>
            </a:pPr>
            <a:endParaRPr dirty="0" lang="en-US"/>
          </a:p>
        </p:txBody>
      </p:sp>
      <p:sp>
        <p:nvSpPr>
          <p:cNvPr id="4" name="Footer Placeholder 3">
            <a:extLst>
              <a:ext uri="{FF2B5EF4-FFF2-40B4-BE49-F238E27FC236}">
                <a16:creationId xmlns:a16="http://schemas.microsoft.com/office/drawing/2014/main" id="{93554755-0385-03E1-B789-052ECCECED49}"/>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7097F80F-BF27-9636-834A-81B42A7476B7}"/>
              </a:ext>
            </a:extLst>
          </p:cNvPr>
          <p:cNvSpPr>
            <a:spLocks noGrp="1"/>
          </p:cNvSpPr>
          <p:nvPr>
            <p:ph idx="12" sz="quarter" type="sldNum"/>
          </p:nvPr>
        </p:nvSpPr>
        <p:spPr/>
        <p:txBody>
          <a:bodyPr/>
          <a:lstStyle/>
          <a:p>
            <a:fld id="{330EA680-D336-4FF7-8B7A-9848BB0A1C32}" type="slidenum">
              <a:rPr lang="en-US" smtClean="0"/>
              <a:t>7</a:t>
            </a:fld>
            <a:endParaRPr lang="en-US"/>
          </a:p>
        </p:txBody>
      </p:sp>
      <p:pic>
        <p:nvPicPr>
          <p:cNvPr descr="pareto chart " id="7" name="Picture 6">
            <a:extLst>
              <a:ext uri="{FF2B5EF4-FFF2-40B4-BE49-F238E27FC236}">
                <a16:creationId xmlns:a16="http://schemas.microsoft.com/office/drawing/2014/main" id="{DD394D04-D3C6-7167-1A4C-F402A17BF7A8}"/>
              </a:ext>
            </a:extLst>
          </p:cNvPr>
          <p:cNvPicPr>
            <a:picLocks noChangeAspect="1"/>
          </p:cNvPicPr>
          <p:nvPr/>
        </p:nvPicPr>
        <p:blipFill>
          <a:blip r:embed="rId2"/>
          <a:stretch>
            <a:fillRect/>
          </a:stretch>
        </p:blipFill>
        <p:spPr>
          <a:xfrm>
            <a:off x="544349" y="2492008"/>
            <a:ext cx="11103302" cy="4229467"/>
          </a:xfrm>
          <a:prstGeom prst="rect">
            <a:avLst/>
          </a:prstGeom>
        </p:spPr>
      </p:pic>
    </p:spTree>
    <p:extLst>
      <p:ext uri="{BB962C8B-B14F-4D97-AF65-F5344CB8AC3E}">
        <p14:creationId xmlns:p14="http://schemas.microsoft.com/office/powerpoint/2010/main" val="414875271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786D-4FD9-8D7D-8FAF-FB65B5FA7A77}"/>
              </a:ext>
            </a:extLst>
          </p:cNvPr>
          <p:cNvSpPr>
            <a:spLocks noGrp="1"/>
          </p:cNvSpPr>
          <p:nvPr>
            <p:ph type="title"/>
          </p:nvPr>
        </p:nvSpPr>
        <p:spPr>
          <a:xfrm>
            <a:off x="191783" y="45726"/>
            <a:ext cx="10515600" cy="1325563"/>
          </a:xfrm>
        </p:spPr>
        <p:txBody>
          <a:bodyPr/>
          <a:lstStyle/>
          <a:p>
            <a:r>
              <a:rPr dirty="0" lang="en-US"/>
              <a:t>Horizontal Bar Charts </a:t>
            </a:r>
          </a:p>
        </p:txBody>
      </p:sp>
      <p:sp>
        <p:nvSpPr>
          <p:cNvPr id="3" name="Content Placeholder 2">
            <a:extLst>
              <a:ext uri="{FF2B5EF4-FFF2-40B4-BE49-F238E27FC236}">
                <a16:creationId xmlns:a16="http://schemas.microsoft.com/office/drawing/2014/main" id="{88E8C273-9FAE-338C-6F63-264739F2B96D}"/>
              </a:ext>
            </a:extLst>
          </p:cNvPr>
          <p:cNvSpPr>
            <a:spLocks noGrp="1"/>
          </p:cNvSpPr>
          <p:nvPr>
            <p:ph idx="1"/>
          </p:nvPr>
        </p:nvSpPr>
        <p:spPr/>
        <p:txBody>
          <a:bodyPr/>
          <a:lstStyle/>
          <a:p>
            <a:pPr indent="0" marL="0">
              <a:buNone/>
            </a:pPr>
            <a:r>
              <a:rPr dirty="0" lang="en-US"/>
              <a:t>The information </a:t>
            </a:r>
          </a:p>
          <a:p>
            <a:pPr indent="0" marL="0">
              <a:buNone/>
            </a:pPr>
            <a:r>
              <a:rPr dirty="0" lang="en-US"/>
              <a:t>on the x- and y- axes </a:t>
            </a:r>
          </a:p>
          <a:p>
            <a:pPr indent="0" marL="0">
              <a:buNone/>
            </a:pPr>
            <a:r>
              <a:rPr dirty="0" lang="en-US"/>
              <a:t>is switched. </a:t>
            </a:r>
          </a:p>
          <a:p>
            <a:pPr indent="0" marL="0">
              <a:buNone/>
            </a:pPr>
            <a:endParaRPr dirty="0" lang="en-US"/>
          </a:p>
          <a:p>
            <a:pPr indent="0" marL="0">
              <a:buNone/>
            </a:pPr>
            <a:r>
              <a:rPr dirty="0" lang="en-US"/>
              <a:t>Why is this a benefit </a:t>
            </a:r>
          </a:p>
          <a:p>
            <a:pPr indent="0" marL="0">
              <a:buNone/>
            </a:pPr>
            <a:r>
              <a:rPr dirty="0" lang="en-US"/>
              <a:t>here? </a:t>
            </a:r>
          </a:p>
        </p:txBody>
      </p:sp>
      <p:sp>
        <p:nvSpPr>
          <p:cNvPr id="4" name="Footer Placeholder 3">
            <a:extLst>
              <a:ext uri="{FF2B5EF4-FFF2-40B4-BE49-F238E27FC236}">
                <a16:creationId xmlns:a16="http://schemas.microsoft.com/office/drawing/2014/main" id="{E0297B6B-94B6-1038-3667-CB997D262349}"/>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C5A2BD9E-E614-886D-7915-132A9A8A294E}"/>
              </a:ext>
            </a:extLst>
          </p:cNvPr>
          <p:cNvSpPr>
            <a:spLocks noGrp="1"/>
          </p:cNvSpPr>
          <p:nvPr>
            <p:ph idx="12" sz="quarter" type="sldNum"/>
          </p:nvPr>
        </p:nvSpPr>
        <p:spPr/>
        <p:txBody>
          <a:bodyPr/>
          <a:lstStyle/>
          <a:p>
            <a:fld id="{330EA680-D336-4FF7-8B7A-9848BB0A1C32}" type="slidenum">
              <a:rPr lang="en-US" smtClean="0"/>
              <a:t>8</a:t>
            </a:fld>
            <a:endParaRPr lang="en-US"/>
          </a:p>
        </p:txBody>
      </p:sp>
      <p:pic>
        <p:nvPicPr>
          <p:cNvPr descr="horizontal bar chart " id="7" name="Picture 6">
            <a:extLst>
              <a:ext uri="{FF2B5EF4-FFF2-40B4-BE49-F238E27FC236}">
                <a16:creationId xmlns:a16="http://schemas.microsoft.com/office/drawing/2014/main" id="{52B49D4E-3394-821F-337B-7E447B8EEF2F}"/>
              </a:ext>
            </a:extLst>
          </p:cNvPr>
          <p:cNvPicPr>
            <a:picLocks noChangeAspect="1"/>
          </p:cNvPicPr>
          <p:nvPr/>
        </p:nvPicPr>
        <p:blipFill>
          <a:blip r:embed="rId2"/>
          <a:stretch>
            <a:fillRect/>
          </a:stretch>
        </p:blipFill>
        <p:spPr>
          <a:xfrm>
            <a:off x="5744084" y="1006646"/>
            <a:ext cx="6058425" cy="5349704"/>
          </a:xfrm>
          <a:prstGeom prst="rect">
            <a:avLst/>
          </a:prstGeom>
        </p:spPr>
      </p:pic>
    </p:spTree>
    <p:extLst>
      <p:ext uri="{BB962C8B-B14F-4D97-AF65-F5344CB8AC3E}">
        <p14:creationId xmlns:p14="http://schemas.microsoft.com/office/powerpoint/2010/main" val="2793807618"/>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0B40B-AC7B-C336-9AEE-269440531925}"/>
              </a:ext>
            </a:extLst>
          </p:cNvPr>
          <p:cNvSpPr>
            <a:spLocks noGrp="1"/>
          </p:cNvSpPr>
          <p:nvPr>
            <p:ph type="title"/>
          </p:nvPr>
        </p:nvSpPr>
        <p:spPr/>
        <p:txBody>
          <a:bodyPr/>
          <a:lstStyle/>
          <a:p>
            <a:r>
              <a:rPr dirty="0" lang="en-US"/>
              <a:t>Pie Charts </a:t>
            </a:r>
          </a:p>
        </p:txBody>
      </p:sp>
      <p:sp>
        <p:nvSpPr>
          <p:cNvPr id="3" name="Content Placeholder 2">
            <a:extLst>
              <a:ext uri="{FF2B5EF4-FFF2-40B4-BE49-F238E27FC236}">
                <a16:creationId xmlns:a16="http://schemas.microsoft.com/office/drawing/2014/main" id="{91EA1E39-8B10-6D57-2956-0ECF141C7E0A}"/>
              </a:ext>
            </a:extLst>
          </p:cNvPr>
          <p:cNvSpPr>
            <a:spLocks noGrp="1"/>
          </p:cNvSpPr>
          <p:nvPr>
            <p:ph idx="1"/>
          </p:nvPr>
        </p:nvSpPr>
        <p:spPr>
          <a:xfrm>
            <a:off x="838200" y="1805272"/>
            <a:ext cx="4312640" cy="4351338"/>
          </a:xfrm>
        </p:spPr>
        <p:txBody>
          <a:bodyPr/>
          <a:lstStyle/>
          <a:p>
            <a:pPr indent="0" marL="0">
              <a:buNone/>
            </a:pPr>
            <a:r>
              <a:rPr dirty="0" lang="en-US"/>
              <a:t>Pie charts must be made with relative frequencies! The slices of the circle graph display the proportion of each category (either in decimals or percentages).</a:t>
            </a:r>
          </a:p>
          <a:p>
            <a:pPr indent="0" marL="0">
              <a:buNone/>
            </a:pPr>
            <a:endParaRPr dirty="0" lang="en-US"/>
          </a:p>
        </p:txBody>
      </p:sp>
      <p:sp>
        <p:nvSpPr>
          <p:cNvPr id="4" name="Footer Placeholder 3">
            <a:extLst>
              <a:ext uri="{FF2B5EF4-FFF2-40B4-BE49-F238E27FC236}">
                <a16:creationId xmlns:a16="http://schemas.microsoft.com/office/drawing/2014/main" id="{E8EF5BF1-46ED-41BE-FFD4-270FE3F265DC}"/>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701862DF-5290-D047-5CC6-1B202CD848FA}"/>
              </a:ext>
            </a:extLst>
          </p:cNvPr>
          <p:cNvSpPr>
            <a:spLocks noGrp="1"/>
          </p:cNvSpPr>
          <p:nvPr>
            <p:ph idx="12" sz="quarter" type="sldNum"/>
          </p:nvPr>
        </p:nvSpPr>
        <p:spPr/>
        <p:txBody>
          <a:bodyPr/>
          <a:lstStyle/>
          <a:p>
            <a:fld id="{330EA680-D336-4FF7-8B7A-9848BB0A1C32}" type="slidenum">
              <a:rPr lang="en-US" smtClean="0"/>
              <a:t>9</a:t>
            </a:fld>
            <a:endParaRPr lang="en-US"/>
          </a:p>
        </p:txBody>
      </p:sp>
      <p:pic>
        <p:nvPicPr>
          <p:cNvPr descr="pie chart " id="7" name="Picture 6">
            <a:extLst>
              <a:ext uri="{FF2B5EF4-FFF2-40B4-BE49-F238E27FC236}">
                <a16:creationId xmlns:a16="http://schemas.microsoft.com/office/drawing/2014/main" id="{9D052FBE-2714-B88D-DB12-41BA7C2AC125}"/>
              </a:ext>
            </a:extLst>
          </p:cNvPr>
          <p:cNvPicPr>
            <a:picLocks noChangeAspect="1"/>
          </p:cNvPicPr>
          <p:nvPr/>
        </p:nvPicPr>
        <p:blipFill>
          <a:blip r:embed="rId2"/>
          <a:stretch>
            <a:fillRect/>
          </a:stretch>
        </p:blipFill>
        <p:spPr>
          <a:xfrm>
            <a:off x="5274601" y="1227646"/>
            <a:ext cx="6424217" cy="5128704"/>
          </a:xfrm>
          <a:prstGeom prst="rect">
            <a:avLst/>
          </a:prstGeom>
        </p:spPr>
      </p:pic>
    </p:spTree>
    <p:extLst>
      <p:ext uri="{BB962C8B-B14F-4D97-AF65-F5344CB8AC3E}">
        <p14:creationId xmlns:p14="http://schemas.microsoft.com/office/powerpoint/2010/main" val="1092104176"/>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B007-D6D2-3EE8-BB0A-F3B3F60079CD}"/>
              </a:ext>
            </a:extLst>
          </p:cNvPr>
          <p:cNvSpPr>
            <a:spLocks noGrp="1"/>
          </p:cNvSpPr>
          <p:nvPr>
            <p:ph type="title"/>
          </p:nvPr>
        </p:nvSpPr>
        <p:spPr/>
        <p:txBody>
          <a:bodyPr/>
          <a:lstStyle/>
          <a:p>
            <a:r>
              <a:rPr dirty="0" lang="en-US"/>
              <a:t>Frequency Tables for Quantitative Data </a:t>
            </a:r>
          </a:p>
        </p:txBody>
      </p:sp>
      <p:sp>
        <p:nvSpPr>
          <p:cNvPr id="3" name="Content Placeholder 2">
            <a:extLst>
              <a:ext uri="{FF2B5EF4-FFF2-40B4-BE49-F238E27FC236}">
                <a16:creationId xmlns:a16="http://schemas.microsoft.com/office/drawing/2014/main" id="{A8D34177-F592-0203-7EDC-3151EDFE2D49}"/>
              </a:ext>
            </a:extLst>
          </p:cNvPr>
          <p:cNvSpPr>
            <a:spLocks noGrp="1"/>
          </p:cNvSpPr>
          <p:nvPr>
            <p:ph idx="1"/>
          </p:nvPr>
        </p:nvSpPr>
        <p:spPr>
          <a:xfrm>
            <a:off x="838200" y="2072760"/>
            <a:ext cx="10515600" cy="4351338"/>
          </a:xfrm>
        </p:spPr>
        <p:txBody>
          <a:bodyPr/>
          <a:lstStyle/>
          <a:p>
            <a:pPr indent="0" marL="0">
              <a:buNone/>
            </a:pPr>
            <a:r>
              <a:rPr dirty="0" lang="en-US"/>
              <a:t>Frequency – The number of items in each class; the count or tally.</a:t>
            </a:r>
          </a:p>
          <a:p>
            <a:pPr indent="0" marL="0">
              <a:buNone/>
            </a:pPr>
            <a:r>
              <a:rPr dirty="0" lang="en-US"/>
              <a:t> </a:t>
            </a:r>
          </a:p>
          <a:p>
            <a:pPr indent="0" marL="0">
              <a:buNone/>
            </a:pPr>
            <a:r>
              <a:rPr dirty="0" lang="en-US"/>
              <a:t>Relative frequency – The proportion of each class relative to the whole; the counts divided by the total number in the entire sample or population. </a:t>
            </a:r>
          </a:p>
        </p:txBody>
      </p:sp>
      <p:sp>
        <p:nvSpPr>
          <p:cNvPr id="4" name="Footer Placeholder 3">
            <a:extLst>
              <a:ext uri="{FF2B5EF4-FFF2-40B4-BE49-F238E27FC236}">
                <a16:creationId xmlns:a16="http://schemas.microsoft.com/office/drawing/2014/main" id="{3918E320-1897-5883-122C-E6DB7B02137B}"/>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AF0F89C8-405F-5D55-5E3F-22FA7188F45B}"/>
              </a:ext>
            </a:extLst>
          </p:cNvPr>
          <p:cNvSpPr>
            <a:spLocks noGrp="1"/>
          </p:cNvSpPr>
          <p:nvPr>
            <p:ph idx="12" sz="quarter" type="sldNum"/>
          </p:nvPr>
        </p:nvSpPr>
        <p:spPr/>
        <p:txBody>
          <a:bodyPr/>
          <a:lstStyle/>
          <a:p>
            <a:fld id="{330EA680-D336-4FF7-8B7A-9848BB0A1C32}" type="slidenum">
              <a:rPr lang="en-US" smtClean="0"/>
              <a:t>10</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65FEB1B-071F-0347-5AD8-0EB284E6F99D}"/>
                  </a:ext>
                </a:extLst>
              </p:cNvPr>
              <p:cNvSpPr txBox="1"/>
              <p:nvPr/>
            </p:nvSpPr>
            <p:spPr>
              <a:xfrm>
                <a:off x="3687616" y="4506097"/>
                <a:ext cx="4816768" cy="575157"/>
              </a:xfrm>
              <a:prstGeom prst="rect">
                <a:avLst/>
              </a:prstGeom>
              <a:noFill/>
            </p:spPr>
            <p:txBody>
              <a:bodyPr bIns="0" lIns="0" rIns="0" rtlCol="0" tIns="0" wrap="none">
                <a:spAutoFit/>
              </a:bodyPr>
              <a:lstStyle/>
              <a:p>
                <a14:m>
                  <m:oMathPara xmlns:m="http://schemas.openxmlformats.org/officeDocument/2006/math">
                    <m:oMathParaPr>
                      <m:jc m:val="centerGroup"/>
                    </m:oMathParaPr>
                    <m:oMath>
                      <m:r>
                        <a:rPr b="0" i="1" lang="en-US" smtClean="0">
                          <a:latin charset="0" panose="02040503050406030204" pitchFamily="18" typeface="Cambria Math"/>
                        </a:rPr>
                        <m:t>𝑟𝑒𝑙𝑎𝑡𝑖𝑣𝑒</m:t>
                      </m:r>
                      <m:r>
                        <a:rPr b="0" i="1" lang="en-US" smtClean="0">
                          <a:latin charset="0" panose="02040503050406030204" pitchFamily="18" typeface="Cambria Math"/>
                        </a:rPr>
                        <m:t> </m:t>
                      </m:r>
                      <m:r>
                        <a:rPr b="0" i="1" lang="en-US" smtClean="0">
                          <a:latin charset="0" panose="02040503050406030204" pitchFamily="18" typeface="Cambria Math"/>
                        </a:rPr>
                        <m:t>𝑓𝑟𝑒𝑞𝑢𝑒𝑛𝑐𝑦</m:t>
                      </m:r>
                      <m:r>
                        <a:rPr b="0" i="1" lang="en-US" smtClean="0">
                          <a:latin charset="0" panose="02040503050406030204" pitchFamily="18" typeface="Cambria Math"/>
                        </a:rPr>
                        <m:t>= </m:t>
                      </m:r>
                      <m:f>
                        <m:fPr>
                          <m:ctrlPr>
                            <a:rPr b="0" i="1" lang="en-US" smtClean="0">
                              <a:latin charset="0" panose="02040503050406030204" pitchFamily="18" typeface="Cambria Math"/>
                            </a:rPr>
                          </m:ctrlPr>
                        </m:fPr>
                        <m:num>
                          <m:r>
                            <a:rPr b="0" i="1" lang="en-US" smtClean="0">
                              <a:latin charset="0" panose="02040503050406030204" pitchFamily="18" typeface="Cambria Math"/>
                            </a:rPr>
                            <m:t>𝑓𝑟𝑒𝑞𝑢𝑒𝑛𝑐𝑦</m:t>
                          </m:r>
                        </m:num>
                        <m:den>
                          <m:r>
                            <a:rPr b="0" i="1" lang="en-US" smtClean="0">
                              <a:latin charset="0" panose="02040503050406030204" pitchFamily="18" typeface="Cambria Math"/>
                            </a:rPr>
                            <m:t>𝑠𝑢𝑚</m:t>
                          </m:r>
                          <m:r>
                            <a:rPr b="0" i="1" lang="en-US" smtClean="0">
                              <a:latin charset="0" panose="02040503050406030204" pitchFamily="18" typeface="Cambria Math"/>
                            </a:rPr>
                            <m:t> </m:t>
                          </m:r>
                          <m:r>
                            <a:rPr b="0" i="1" lang="en-US" smtClean="0">
                              <a:latin charset="0" panose="02040503050406030204" pitchFamily="18" typeface="Cambria Math"/>
                            </a:rPr>
                            <m:t>𝑜𝑓</m:t>
                          </m:r>
                          <m:r>
                            <a:rPr b="0" i="1" lang="en-US" smtClean="0">
                              <a:latin charset="0" panose="02040503050406030204" pitchFamily="18" typeface="Cambria Math"/>
                            </a:rPr>
                            <m:t> </m:t>
                          </m:r>
                          <m:r>
                            <a:rPr b="0" i="1" lang="en-US" smtClean="0">
                              <a:latin charset="0" panose="02040503050406030204" pitchFamily="18" typeface="Cambria Math"/>
                            </a:rPr>
                            <m:t>𝑎𝑙𝑙</m:t>
                          </m:r>
                          <m:r>
                            <a:rPr b="0" i="1" lang="en-US" smtClean="0">
                              <a:latin charset="0" panose="02040503050406030204" pitchFamily="18" typeface="Cambria Math"/>
                            </a:rPr>
                            <m:t> </m:t>
                          </m:r>
                          <m:r>
                            <a:rPr b="0" i="1" lang="en-US" smtClean="0">
                              <a:latin charset="0" panose="02040503050406030204" pitchFamily="18" typeface="Cambria Math"/>
                            </a:rPr>
                            <m:t>𝑓𝑟𝑒𝑞𝑢𝑒𝑛𝑐𝑖𝑒𝑠</m:t>
                          </m:r>
                          <m:r>
                            <a:rPr b="0" i="1" lang="en-US" smtClean="0">
                              <a:latin charset="0" panose="02040503050406030204" pitchFamily="18" typeface="Cambria Math"/>
                            </a:rPr>
                            <m:t> </m:t>
                          </m:r>
                        </m:den>
                      </m:f>
                    </m:oMath>
                  </m:oMathPara>
                </a14:m>
                <a:endParaRPr dirty="0" lang="en-US"/>
              </a:p>
            </p:txBody>
          </p:sp>
        </mc:Choice>
        <mc:Fallback>
          <p:sp>
            <p:nvSpPr>
              <p:cNvPr id="6" name="TextBox 5">
                <a:extLst>
                  <a:ext uri="{FF2B5EF4-FFF2-40B4-BE49-F238E27FC236}">
                    <a16:creationId xmlns:a16="http://schemas.microsoft.com/office/drawing/2014/main" id="{665FEB1B-071F-0347-5AD8-0EB284E6F99D}"/>
                  </a:ext>
                </a:extLst>
              </p:cNvPr>
              <p:cNvSpPr txBox="1">
                <a:spLocks noAdjustHandles="1" noChangeArrowheads="1" noChangeAspect="1" noChangeShapeType="1" noEditPoints="1" noMove="1" noResize="1" noRot="1" noTextEdit="1"/>
              </p:cNvSpPr>
              <p:nvPr/>
            </p:nvSpPr>
            <p:spPr>
              <a:xfrm>
                <a:off x="3687616" y="4506097"/>
                <a:ext cx="4816768" cy="575157"/>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694209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B554-C5AA-9DC0-ABEC-B218C9D93A40}"/>
              </a:ext>
            </a:extLst>
          </p:cNvPr>
          <p:cNvSpPr>
            <a:spLocks noGrp="1"/>
          </p:cNvSpPr>
          <p:nvPr>
            <p:ph type="title"/>
          </p:nvPr>
        </p:nvSpPr>
        <p:spPr/>
        <p:txBody>
          <a:bodyPr/>
          <a:lstStyle/>
          <a:p>
            <a:r>
              <a:rPr dirty="0" lang="en-US"/>
              <a:t>Frequency Distributions </a:t>
            </a:r>
          </a:p>
        </p:txBody>
      </p:sp>
      <p:sp>
        <p:nvSpPr>
          <p:cNvPr id="3" name="Content Placeholder 2">
            <a:extLst>
              <a:ext uri="{FF2B5EF4-FFF2-40B4-BE49-F238E27FC236}">
                <a16:creationId xmlns:a16="http://schemas.microsoft.com/office/drawing/2014/main" id="{BF9C7902-D77C-819C-29F4-E1F21B922234}"/>
              </a:ext>
            </a:extLst>
          </p:cNvPr>
          <p:cNvSpPr>
            <a:spLocks noGrp="1"/>
          </p:cNvSpPr>
          <p:nvPr>
            <p:ph idx="1"/>
          </p:nvPr>
        </p:nvSpPr>
        <p:spPr>
          <a:xfrm>
            <a:off x="838199" y="1825625"/>
            <a:ext cx="10991335" cy="4351338"/>
          </a:xfrm>
        </p:spPr>
        <p:txBody>
          <a:bodyPr>
            <a:normAutofit/>
          </a:bodyPr>
          <a:lstStyle/>
          <a:p>
            <a:pPr indent="0" marL="0">
              <a:buNone/>
            </a:pPr>
            <a:r>
              <a:rPr dirty="0" lang="en-US" sz="2400"/>
              <a:t>The data values are grouped into classes (also called bins). </a:t>
            </a:r>
          </a:p>
          <a:p>
            <a:pPr indent="0" marL="0">
              <a:buNone/>
            </a:pPr>
            <a:r>
              <a:rPr dirty="0" lang="en-US" sz="2400"/>
              <a:t>Lower class limit – the smallest value in each class. </a:t>
            </a:r>
          </a:p>
          <a:p>
            <a:pPr indent="0" marL="0">
              <a:buNone/>
            </a:pPr>
            <a:r>
              <a:rPr dirty="0" lang="en-US" sz="2400"/>
              <a:t>Upper class limit – the largest value in each class. </a:t>
            </a:r>
          </a:p>
          <a:p>
            <a:pPr indent="0" marL="0">
              <a:buNone/>
            </a:pPr>
            <a:r>
              <a:rPr dirty="0" lang="en-US" sz="2400"/>
              <a:t>Class width – the difference between two consecutive lower class limits. </a:t>
            </a:r>
          </a:p>
          <a:p>
            <a:pPr indent="0" marL="0">
              <a:buNone/>
            </a:pPr>
            <a:endParaRPr dirty="0" lang="en-US" sz="2400"/>
          </a:p>
          <a:p>
            <a:pPr indent="0" marL="0">
              <a:buNone/>
            </a:pPr>
            <a:r>
              <a:rPr dirty="0" lang="en-US" sz="2400"/>
              <a:t>The class width is consistent between all consecutive classes. Every single data value must fit into one class. The classes must have equal widths and must not overlap. Do not leave gaps. Even if a class does not have any data values, we must include it with a frequency of zero. </a:t>
            </a:r>
          </a:p>
        </p:txBody>
      </p:sp>
      <p:sp>
        <p:nvSpPr>
          <p:cNvPr id="4" name="Footer Placeholder 3">
            <a:extLst>
              <a:ext uri="{FF2B5EF4-FFF2-40B4-BE49-F238E27FC236}">
                <a16:creationId xmlns:a16="http://schemas.microsoft.com/office/drawing/2014/main" id="{A4230D04-DE2E-7B2A-BDCC-D49ADE880EF8}"/>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7C006479-9105-01D3-90BB-5DA0019494E7}"/>
              </a:ext>
            </a:extLst>
          </p:cNvPr>
          <p:cNvSpPr>
            <a:spLocks noGrp="1"/>
          </p:cNvSpPr>
          <p:nvPr>
            <p:ph idx="12" sz="quarter" type="sldNum"/>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188784294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79CBF-B23D-297F-70A8-212AD6ADF68D}"/>
              </a:ext>
            </a:extLst>
          </p:cNvPr>
          <p:cNvSpPr>
            <a:spLocks noGrp="1"/>
          </p:cNvSpPr>
          <p:nvPr>
            <p:ph type="title"/>
          </p:nvPr>
        </p:nvSpPr>
        <p:spPr/>
        <p:txBody>
          <a:bodyPr/>
          <a:lstStyle/>
          <a:p>
            <a:r>
              <a:rPr dirty="0" lang="en-US"/>
              <a:t>Histograms </a:t>
            </a:r>
          </a:p>
        </p:txBody>
      </p:sp>
      <p:sp>
        <p:nvSpPr>
          <p:cNvPr id="3" name="Content Placeholder 2">
            <a:extLst>
              <a:ext uri="{FF2B5EF4-FFF2-40B4-BE49-F238E27FC236}">
                <a16:creationId xmlns:a16="http://schemas.microsoft.com/office/drawing/2014/main" id="{CCB912AD-4486-1540-6384-FF0003AD268F}"/>
              </a:ext>
            </a:extLst>
          </p:cNvPr>
          <p:cNvSpPr>
            <a:spLocks noGrp="1"/>
          </p:cNvSpPr>
          <p:nvPr>
            <p:ph idx="1"/>
          </p:nvPr>
        </p:nvSpPr>
        <p:spPr/>
        <p:txBody>
          <a:bodyPr>
            <a:normAutofit lnSpcReduction="10000"/>
          </a:bodyPr>
          <a:lstStyle/>
          <a:p>
            <a:pPr indent="0" marL="0">
              <a:buNone/>
            </a:pPr>
            <a:r>
              <a:rPr dirty="0" lang="en-US" sz="2400"/>
              <a:t>Histograms display the frequency </a:t>
            </a:r>
          </a:p>
          <a:p>
            <a:pPr indent="0" marL="0">
              <a:buNone/>
            </a:pPr>
            <a:r>
              <a:rPr dirty="0" lang="en-US" sz="2400"/>
              <a:t>distributions for quantitative data. Each </a:t>
            </a:r>
          </a:p>
          <a:p>
            <a:pPr indent="0" marL="0">
              <a:buNone/>
            </a:pPr>
            <a:r>
              <a:rPr dirty="0" lang="en-US" sz="2400"/>
              <a:t>bar represents either frequency or </a:t>
            </a:r>
          </a:p>
          <a:p>
            <a:pPr indent="0" marL="0">
              <a:buNone/>
            </a:pPr>
            <a:r>
              <a:rPr dirty="0" lang="en-US" sz="2400"/>
              <a:t>relative frequency per class. The lower </a:t>
            </a:r>
          </a:p>
          <a:p>
            <a:pPr indent="0" marL="0">
              <a:buNone/>
            </a:pPr>
            <a:r>
              <a:rPr dirty="0" lang="en-US" sz="2400"/>
              <a:t>class limits are shown on the x-axis. </a:t>
            </a:r>
          </a:p>
          <a:p>
            <a:pPr indent="0" marL="0">
              <a:buNone/>
            </a:pPr>
            <a:r>
              <a:rPr dirty="0" lang="en-US" sz="2400"/>
              <a:t>There are NO spaces between the bars </a:t>
            </a:r>
          </a:p>
          <a:p>
            <a:pPr indent="0" marL="0">
              <a:buNone/>
            </a:pPr>
            <a:r>
              <a:rPr dirty="0" lang="en-US" sz="2400"/>
              <a:t>and no gaps between classes. The </a:t>
            </a:r>
          </a:p>
          <a:p>
            <a:pPr indent="0" marL="0">
              <a:buNone/>
            </a:pPr>
            <a:r>
              <a:rPr dirty="0" lang="en-US" sz="2400"/>
              <a:t>number of classes changes how the </a:t>
            </a:r>
          </a:p>
          <a:p>
            <a:pPr indent="0" marL="0">
              <a:buNone/>
            </a:pPr>
            <a:r>
              <a:rPr dirty="0" lang="en-US" sz="2400"/>
              <a:t>data looks – avoid including too much </a:t>
            </a:r>
          </a:p>
          <a:p>
            <a:pPr indent="0" marL="0">
              <a:buNone/>
            </a:pPr>
            <a:r>
              <a:rPr dirty="0" lang="en-US" sz="2400"/>
              <a:t>or too little detail.</a:t>
            </a:r>
          </a:p>
          <a:p>
            <a:pPr indent="0" marL="0">
              <a:buNone/>
            </a:pPr>
            <a:endParaRPr dirty="0" lang="en-US" sz="2400"/>
          </a:p>
        </p:txBody>
      </p:sp>
      <p:sp>
        <p:nvSpPr>
          <p:cNvPr id="4" name="Footer Placeholder 3">
            <a:extLst>
              <a:ext uri="{FF2B5EF4-FFF2-40B4-BE49-F238E27FC236}">
                <a16:creationId xmlns:a16="http://schemas.microsoft.com/office/drawing/2014/main" id="{30212343-EEB0-640F-4493-32D7D468C8F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65434C07-6ACC-8FF3-267C-B0EACFD75D14}"/>
              </a:ext>
            </a:extLst>
          </p:cNvPr>
          <p:cNvSpPr>
            <a:spLocks noGrp="1"/>
          </p:cNvSpPr>
          <p:nvPr>
            <p:ph idx="12" sz="quarter" type="sldNum"/>
          </p:nvPr>
        </p:nvSpPr>
        <p:spPr/>
        <p:txBody>
          <a:bodyPr/>
          <a:lstStyle/>
          <a:p>
            <a:fld id="{330EA680-D336-4FF7-8B7A-9848BB0A1C32}" type="slidenum">
              <a:rPr lang="en-US" smtClean="0"/>
              <a:t>12</a:t>
            </a:fld>
            <a:endParaRPr lang="en-US"/>
          </a:p>
        </p:txBody>
      </p:sp>
      <p:pic>
        <p:nvPicPr>
          <p:cNvPr descr="histogram " id="7" name="Picture 6">
            <a:extLst>
              <a:ext uri="{FF2B5EF4-FFF2-40B4-BE49-F238E27FC236}">
                <a16:creationId xmlns:a16="http://schemas.microsoft.com/office/drawing/2014/main" id="{F4BBD268-A8CC-DAD7-AAF9-DA2E8105945F}"/>
              </a:ext>
            </a:extLst>
          </p:cNvPr>
          <p:cNvPicPr>
            <a:picLocks noChangeAspect="1"/>
          </p:cNvPicPr>
          <p:nvPr/>
        </p:nvPicPr>
        <p:blipFill>
          <a:blip r:embed="rId2"/>
          <a:stretch>
            <a:fillRect/>
          </a:stretch>
        </p:blipFill>
        <p:spPr>
          <a:xfrm>
            <a:off x="6264115" y="1518985"/>
            <a:ext cx="5677392" cy="4747671"/>
          </a:xfrm>
          <a:prstGeom prst="rect">
            <a:avLst/>
          </a:prstGeom>
        </p:spPr>
      </p:pic>
    </p:spTree>
    <p:extLst>
      <p:ext uri="{BB962C8B-B14F-4D97-AF65-F5344CB8AC3E}">
        <p14:creationId xmlns:p14="http://schemas.microsoft.com/office/powerpoint/2010/main" val="2724735074"/>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23E4-61DF-573C-B4D4-DDAC5BEB6E23}"/>
              </a:ext>
            </a:extLst>
          </p:cNvPr>
          <p:cNvSpPr>
            <a:spLocks noGrp="1"/>
          </p:cNvSpPr>
          <p:nvPr>
            <p:ph type="title"/>
          </p:nvPr>
        </p:nvSpPr>
        <p:spPr/>
        <p:txBody>
          <a:bodyPr/>
          <a:lstStyle/>
          <a:p>
            <a:r>
              <a:rPr dirty="0" lang="en-US"/>
              <a:t>Discrete Histograms</a:t>
            </a:r>
          </a:p>
        </p:txBody>
      </p:sp>
      <p:sp>
        <p:nvSpPr>
          <p:cNvPr id="3" name="Content Placeholder 2">
            <a:extLst>
              <a:ext uri="{FF2B5EF4-FFF2-40B4-BE49-F238E27FC236}">
                <a16:creationId xmlns:a16="http://schemas.microsoft.com/office/drawing/2014/main" id="{09D2536F-CB69-0DBE-EAF7-63145D3A9DB7}"/>
              </a:ext>
            </a:extLst>
          </p:cNvPr>
          <p:cNvSpPr>
            <a:spLocks noGrp="1"/>
          </p:cNvSpPr>
          <p:nvPr>
            <p:ph idx="1"/>
          </p:nvPr>
        </p:nvSpPr>
        <p:spPr>
          <a:xfrm>
            <a:off x="838200" y="1825625"/>
            <a:ext cx="4722341" cy="4351338"/>
          </a:xfrm>
        </p:spPr>
        <p:txBody>
          <a:bodyPr/>
          <a:lstStyle/>
          <a:p>
            <a:pPr indent="0" marL="0">
              <a:buNone/>
            </a:pPr>
            <a:r>
              <a:rPr dirty="0" lang="en-US"/>
              <a:t>The x-axis displays a single value per class. “Number of changes” is discrete, so technically the lower class limit and upper class limit are the same in each class. </a:t>
            </a:r>
          </a:p>
          <a:p>
            <a:pPr indent="0" marL="0">
              <a:buNone/>
            </a:pPr>
            <a:endParaRPr dirty="0" lang="en-US"/>
          </a:p>
        </p:txBody>
      </p:sp>
      <p:sp>
        <p:nvSpPr>
          <p:cNvPr id="4" name="Footer Placeholder 3">
            <a:extLst>
              <a:ext uri="{FF2B5EF4-FFF2-40B4-BE49-F238E27FC236}">
                <a16:creationId xmlns:a16="http://schemas.microsoft.com/office/drawing/2014/main" id="{828B1CD5-6D4A-BC90-832B-768B84472575}"/>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E041BEA0-6E96-7C77-E41E-B5E5653EF51A}"/>
              </a:ext>
            </a:extLst>
          </p:cNvPr>
          <p:cNvSpPr>
            <a:spLocks noGrp="1"/>
          </p:cNvSpPr>
          <p:nvPr>
            <p:ph idx="12" sz="quarter" type="sldNum"/>
          </p:nvPr>
        </p:nvSpPr>
        <p:spPr/>
        <p:txBody>
          <a:bodyPr/>
          <a:lstStyle/>
          <a:p>
            <a:fld id="{330EA680-D336-4FF7-8B7A-9848BB0A1C32}" type="slidenum">
              <a:rPr lang="en-US" smtClean="0"/>
              <a:t>13</a:t>
            </a:fld>
            <a:endParaRPr lang="en-US"/>
          </a:p>
        </p:txBody>
      </p:sp>
      <p:pic>
        <p:nvPicPr>
          <p:cNvPr descr="discrete histogram " id="7" name="Picture 6">
            <a:extLst>
              <a:ext uri="{FF2B5EF4-FFF2-40B4-BE49-F238E27FC236}">
                <a16:creationId xmlns:a16="http://schemas.microsoft.com/office/drawing/2014/main" id="{A3F51ED2-A467-4EB8-B3B1-850498D78C82}"/>
              </a:ext>
            </a:extLst>
          </p:cNvPr>
          <p:cNvPicPr>
            <a:picLocks noChangeAspect="1"/>
          </p:cNvPicPr>
          <p:nvPr/>
        </p:nvPicPr>
        <p:blipFill>
          <a:blip r:embed="rId2"/>
          <a:stretch>
            <a:fillRect/>
          </a:stretch>
        </p:blipFill>
        <p:spPr>
          <a:xfrm>
            <a:off x="5971041" y="1766945"/>
            <a:ext cx="5966977" cy="4016088"/>
          </a:xfrm>
          <a:prstGeom prst="rect">
            <a:avLst/>
          </a:prstGeom>
        </p:spPr>
      </p:pic>
    </p:spTree>
    <p:extLst>
      <p:ext uri="{BB962C8B-B14F-4D97-AF65-F5344CB8AC3E}">
        <p14:creationId xmlns:p14="http://schemas.microsoft.com/office/powerpoint/2010/main" val="2166421947"/>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A9AC8-AB7C-384D-E75E-78BCBD3A0C28}"/>
              </a:ext>
            </a:extLst>
          </p:cNvPr>
          <p:cNvSpPr>
            <a:spLocks noGrp="1"/>
          </p:cNvSpPr>
          <p:nvPr>
            <p:ph type="title"/>
          </p:nvPr>
        </p:nvSpPr>
        <p:spPr>
          <a:xfrm>
            <a:off x="516925" y="500062"/>
            <a:ext cx="10515600" cy="1325563"/>
          </a:xfrm>
        </p:spPr>
        <p:txBody>
          <a:bodyPr>
            <a:normAutofit fontScale="90000"/>
          </a:bodyPr>
          <a:lstStyle/>
          <a:p>
            <a:r>
              <a:rPr dirty="0" lang="en-US"/>
              <a:t>Know the Difference! </a:t>
            </a:r>
            <a:br>
              <a:rPr dirty="0" lang="en-US"/>
            </a:br>
            <a:r>
              <a:rPr dirty="0" lang="en-US"/>
              <a:t>Bar Graphs ≠ Histograms </a:t>
            </a:r>
            <a:br>
              <a:rPr dirty="0" lang="en-US"/>
            </a:br>
            <a:endParaRPr dirty="0" lang="en-US"/>
          </a:p>
        </p:txBody>
      </p:sp>
      <p:pic>
        <p:nvPicPr>
          <p:cNvPr descr="bar charts and histograms are not the same thing " id="7" name="Content Placeholder 6">
            <a:extLst>
              <a:ext uri="{FF2B5EF4-FFF2-40B4-BE49-F238E27FC236}">
                <a16:creationId xmlns:a16="http://schemas.microsoft.com/office/drawing/2014/main" id="{1E51D116-FD83-E18E-FEA7-8145A6ADE290}"/>
              </a:ext>
            </a:extLst>
          </p:cNvPr>
          <p:cNvPicPr>
            <a:picLocks noChangeAspect="1" noGrp="1"/>
          </p:cNvPicPr>
          <p:nvPr>
            <p:ph idx="1"/>
          </p:nvPr>
        </p:nvPicPr>
        <p:blipFill>
          <a:blip r:embed="rId2"/>
          <a:stretch>
            <a:fillRect/>
          </a:stretch>
        </p:blipFill>
        <p:spPr>
          <a:xfrm>
            <a:off x="1830519" y="1597082"/>
            <a:ext cx="8530961" cy="4759268"/>
          </a:xfrm>
          <a:prstGeom prst="rect">
            <a:avLst/>
          </a:prstGeom>
        </p:spPr>
      </p:pic>
      <p:sp>
        <p:nvSpPr>
          <p:cNvPr id="4" name="Footer Placeholder 3">
            <a:extLst>
              <a:ext uri="{FF2B5EF4-FFF2-40B4-BE49-F238E27FC236}">
                <a16:creationId xmlns:a16="http://schemas.microsoft.com/office/drawing/2014/main" id="{A94DA782-1C45-54EA-E260-B1DDAE24F24A}"/>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FF0E83A9-F832-4AE4-0857-E19694B6A661}"/>
              </a:ext>
            </a:extLst>
          </p:cNvPr>
          <p:cNvSpPr>
            <a:spLocks noGrp="1"/>
          </p:cNvSpPr>
          <p:nvPr>
            <p:ph idx="12" sz="quarter" type="sldNum"/>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2877983640"/>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81E7-58FC-D385-6ACE-61F117931871}"/>
              </a:ext>
            </a:extLst>
          </p:cNvPr>
          <p:cNvSpPr>
            <a:spLocks noGrp="1"/>
          </p:cNvSpPr>
          <p:nvPr>
            <p:ph type="title"/>
          </p:nvPr>
        </p:nvSpPr>
        <p:spPr/>
        <p:txBody>
          <a:bodyPr/>
          <a:lstStyle/>
          <a:p>
            <a:r>
              <a:rPr dirty="0" lang="en-US"/>
              <a:t>Histogram Shapes </a:t>
            </a:r>
          </a:p>
        </p:txBody>
      </p:sp>
      <p:sp>
        <p:nvSpPr>
          <p:cNvPr id="3" name="Content Placeholder 2">
            <a:extLst>
              <a:ext uri="{FF2B5EF4-FFF2-40B4-BE49-F238E27FC236}">
                <a16:creationId xmlns:a16="http://schemas.microsoft.com/office/drawing/2014/main" id="{617113D5-EA3E-403B-27E6-EE3551734A6A}"/>
              </a:ext>
            </a:extLst>
          </p:cNvPr>
          <p:cNvSpPr>
            <a:spLocks noGrp="1"/>
          </p:cNvSpPr>
          <p:nvPr>
            <p:ph idx="1"/>
          </p:nvPr>
        </p:nvSpPr>
        <p:spPr/>
        <p:txBody>
          <a:bodyPr>
            <a:normAutofit lnSpcReduction="10000"/>
          </a:bodyPr>
          <a:lstStyle/>
          <a:p>
            <a:r>
              <a:rPr dirty="0" lang="en-US"/>
              <a:t>Skewed vs. Symmetric </a:t>
            </a:r>
          </a:p>
          <a:p>
            <a:pPr lvl="1"/>
            <a:r>
              <a:rPr dirty="0" lang="en-US"/>
              <a:t>Symmetric </a:t>
            </a:r>
          </a:p>
          <a:p>
            <a:pPr lvl="1"/>
            <a:r>
              <a:rPr dirty="0" lang="en-US"/>
              <a:t>Left-skewed </a:t>
            </a:r>
          </a:p>
          <a:p>
            <a:pPr lvl="1"/>
            <a:r>
              <a:rPr dirty="0" lang="en-US"/>
              <a:t>Right-skewed </a:t>
            </a:r>
          </a:p>
          <a:p>
            <a:r>
              <a:rPr dirty="0" lang="en-US"/>
              <a:t>Number of Modes </a:t>
            </a:r>
          </a:p>
          <a:p>
            <a:pPr lvl="1"/>
            <a:r>
              <a:rPr dirty="0" lang="en-US"/>
              <a:t>Unimodal </a:t>
            </a:r>
          </a:p>
          <a:p>
            <a:pPr lvl="1"/>
            <a:r>
              <a:rPr dirty="0" lang="en-US"/>
              <a:t>Bimodal </a:t>
            </a:r>
          </a:p>
          <a:p>
            <a:pPr lvl="1"/>
            <a:r>
              <a:rPr dirty="0" lang="en-US"/>
              <a:t>Multimodal </a:t>
            </a:r>
          </a:p>
          <a:p>
            <a:r>
              <a:rPr dirty="0" lang="en-US"/>
              <a:t>Uniform </a:t>
            </a:r>
          </a:p>
          <a:p>
            <a:r>
              <a:rPr dirty="0" lang="en-US"/>
              <a:t>Bell-shaped </a:t>
            </a:r>
          </a:p>
        </p:txBody>
      </p:sp>
      <p:sp>
        <p:nvSpPr>
          <p:cNvPr id="4" name="Footer Placeholder 3">
            <a:extLst>
              <a:ext uri="{FF2B5EF4-FFF2-40B4-BE49-F238E27FC236}">
                <a16:creationId xmlns:a16="http://schemas.microsoft.com/office/drawing/2014/main" id="{C1907534-D844-E8A7-3E7C-74903648462C}"/>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A0BC2F8B-ACA4-05F6-844B-C5001E99F0FB}"/>
              </a:ext>
            </a:extLst>
          </p:cNvPr>
          <p:cNvSpPr>
            <a:spLocks noGrp="1"/>
          </p:cNvSpPr>
          <p:nvPr>
            <p:ph idx="12" sz="quarter" type="sldNum"/>
          </p:nvPr>
        </p:nvSpPr>
        <p:spPr/>
        <p:txBody>
          <a:bodyPr/>
          <a:lstStyle/>
          <a:p>
            <a:fld id="{330EA680-D336-4FF7-8B7A-9848BB0A1C32}" type="slidenum">
              <a:rPr lang="en-US" smtClean="0"/>
              <a:t>15</a:t>
            </a:fld>
            <a:endParaRPr lang="en-US"/>
          </a:p>
        </p:txBody>
      </p:sp>
      <p:pic>
        <p:nvPicPr>
          <p:cNvPr id="7" name="Picture 6">
            <a:extLst>
              <a:ext uri="{FF2B5EF4-FFF2-40B4-BE49-F238E27FC236}">
                <a16:creationId xmlns:a16="http://schemas.microsoft.com/office/drawing/2014/main" id="{717D1939-8D71-B885-945F-18669B92C64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25909" y="2214220"/>
            <a:ext cx="7102455" cy="3962743"/>
          </a:xfrm>
          <a:prstGeom prst="rect">
            <a:avLst/>
          </a:prstGeom>
        </p:spPr>
      </p:pic>
    </p:spTree>
    <p:extLst>
      <p:ext uri="{BB962C8B-B14F-4D97-AF65-F5344CB8AC3E}">
        <p14:creationId xmlns:p14="http://schemas.microsoft.com/office/powerpoint/2010/main" val="500390882"/>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5B837-C4CC-C9DC-C6AF-72590E6C1957}"/>
              </a:ext>
            </a:extLst>
          </p:cNvPr>
          <p:cNvSpPr>
            <a:spLocks noGrp="1"/>
          </p:cNvSpPr>
          <p:nvPr>
            <p:ph type="title"/>
          </p:nvPr>
        </p:nvSpPr>
        <p:spPr/>
        <p:txBody>
          <a:bodyPr/>
          <a:lstStyle/>
          <a:p>
            <a:r>
              <a:rPr dirty="0" lang="en-US"/>
              <a:t>Symmetric</a:t>
            </a:r>
          </a:p>
        </p:txBody>
      </p:sp>
      <p:pic>
        <p:nvPicPr>
          <p:cNvPr descr="symmetric " id="7" name="Content Placeholder 6">
            <a:extLst>
              <a:ext uri="{FF2B5EF4-FFF2-40B4-BE49-F238E27FC236}">
                <a16:creationId xmlns:a16="http://schemas.microsoft.com/office/drawing/2014/main" id="{3031341D-29F1-E180-A60D-29F85507A377}"/>
              </a:ext>
            </a:extLst>
          </p:cNvPr>
          <p:cNvPicPr>
            <a:picLocks noChangeAspect="1" noGrp="1"/>
          </p:cNvPicPr>
          <p:nvPr>
            <p:ph idx="1"/>
          </p:nvPr>
        </p:nvPicPr>
        <p:blipFill>
          <a:blip r:embed="rId2"/>
          <a:srcRect r="14591" t="23000"/>
          <a:stretch>
            <a:fillRect/>
          </a:stretch>
        </p:blipFill>
        <p:spPr>
          <a:xfrm>
            <a:off x="1605348" y="3429000"/>
            <a:ext cx="8981303" cy="2811390"/>
          </a:xfrm>
          <a:prstGeom prst="rect">
            <a:avLst/>
          </a:prstGeom>
        </p:spPr>
      </p:pic>
      <p:sp>
        <p:nvSpPr>
          <p:cNvPr id="4" name="Footer Placeholder 3">
            <a:extLst>
              <a:ext uri="{FF2B5EF4-FFF2-40B4-BE49-F238E27FC236}">
                <a16:creationId xmlns:a16="http://schemas.microsoft.com/office/drawing/2014/main" id="{07EE8DA6-082A-0132-26A8-291FEF26016A}"/>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ED94F43A-A1CF-EBA6-ADCF-B20414296ADB}"/>
              </a:ext>
            </a:extLst>
          </p:cNvPr>
          <p:cNvSpPr>
            <a:spLocks noGrp="1"/>
          </p:cNvSpPr>
          <p:nvPr>
            <p:ph idx="12" sz="quarter" type="sldNum"/>
          </p:nvPr>
        </p:nvSpPr>
        <p:spPr/>
        <p:txBody>
          <a:bodyPr/>
          <a:lstStyle/>
          <a:p>
            <a:fld id="{330EA680-D336-4FF7-8B7A-9848BB0A1C32}" type="slidenum">
              <a:rPr lang="en-US" smtClean="0"/>
              <a:t>16</a:t>
            </a:fld>
            <a:endParaRPr lang="en-US"/>
          </a:p>
        </p:txBody>
      </p:sp>
      <p:sp>
        <p:nvSpPr>
          <p:cNvPr id="8" name="Content Placeholder 2">
            <a:extLst>
              <a:ext uri="{FF2B5EF4-FFF2-40B4-BE49-F238E27FC236}">
                <a16:creationId xmlns:a16="http://schemas.microsoft.com/office/drawing/2014/main" id="{E1318895-079B-A0BF-0638-80390FAF4D69}"/>
              </a:ext>
            </a:extLst>
          </p:cNvPr>
          <p:cNvSpPr txBox="1">
            <a:spLocks/>
          </p:cNvSpPr>
          <p:nvPr/>
        </p:nvSpPr>
        <p:spPr>
          <a:xfrm>
            <a:off x="838200" y="1825625"/>
            <a:ext cx="10515600" cy="4351338"/>
          </a:xfrm>
          <a:prstGeom prst="rect">
            <a:avLst/>
          </a:prstGeom>
        </p:spPr>
        <p:txBody>
          <a:bodyPr bIns="45720" lIns="91440" rIns="91440" rtlCol="0" tIns="45720" vert="horz">
            <a:normAutofit/>
          </a:bodyPr>
          <a:lst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pPr indent="0" marL="0">
              <a:buNone/>
            </a:pPr>
            <a:r>
              <a:rPr dirty="0" lang="en-US"/>
              <a:t>If the histogram were folded in half vertically, it would create a mirror image on the right and left sides. Can be exact or approximate. </a:t>
            </a:r>
          </a:p>
        </p:txBody>
      </p:sp>
    </p:spTree>
    <p:extLst>
      <p:ext uri="{BB962C8B-B14F-4D97-AF65-F5344CB8AC3E}">
        <p14:creationId xmlns:p14="http://schemas.microsoft.com/office/powerpoint/2010/main" val="3288749071"/>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458D4-CFBC-97CF-5F74-6E6E6CF29A04}"/>
              </a:ext>
            </a:extLst>
          </p:cNvPr>
          <p:cNvSpPr>
            <a:spLocks noGrp="1"/>
          </p:cNvSpPr>
          <p:nvPr>
            <p:ph type="title"/>
          </p:nvPr>
        </p:nvSpPr>
        <p:spPr/>
        <p:txBody>
          <a:bodyPr/>
          <a:lstStyle/>
          <a:p>
            <a:r>
              <a:rPr dirty="0" lang="en-US"/>
              <a:t>Skewness (Negative) </a:t>
            </a:r>
          </a:p>
        </p:txBody>
      </p:sp>
      <p:pic>
        <p:nvPicPr>
          <p:cNvPr descr="left skewed " id="7" name="Content Placeholder 6">
            <a:extLst>
              <a:ext uri="{FF2B5EF4-FFF2-40B4-BE49-F238E27FC236}">
                <a16:creationId xmlns:a16="http://schemas.microsoft.com/office/drawing/2014/main" id="{C5C84EBA-99B2-5F04-2A22-28D0481C734E}"/>
              </a:ext>
            </a:extLst>
          </p:cNvPr>
          <p:cNvPicPr>
            <a:picLocks noChangeAspect="1" noGrp="1"/>
          </p:cNvPicPr>
          <p:nvPr>
            <p:ph idx="1"/>
          </p:nvPr>
        </p:nvPicPr>
        <p:blipFill>
          <a:blip r:embed="rId2"/>
          <a:srcRect r="9499" t="25884"/>
          <a:stretch>
            <a:fillRect/>
          </a:stretch>
        </p:blipFill>
        <p:spPr>
          <a:xfrm>
            <a:off x="1337619" y="3558745"/>
            <a:ext cx="9516762" cy="2568757"/>
          </a:xfrm>
          <a:prstGeom prst="rect">
            <a:avLst/>
          </a:prstGeom>
        </p:spPr>
      </p:pic>
      <p:sp>
        <p:nvSpPr>
          <p:cNvPr id="4" name="Footer Placeholder 3">
            <a:extLst>
              <a:ext uri="{FF2B5EF4-FFF2-40B4-BE49-F238E27FC236}">
                <a16:creationId xmlns:a16="http://schemas.microsoft.com/office/drawing/2014/main" id="{B042F984-4AA7-8FF4-4F5F-4DB7EF0B7B82}"/>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890DC95B-6039-34C2-8C6D-D914B75FF7D8}"/>
              </a:ext>
            </a:extLst>
          </p:cNvPr>
          <p:cNvSpPr>
            <a:spLocks noGrp="1"/>
          </p:cNvSpPr>
          <p:nvPr>
            <p:ph idx="12" sz="quarter" type="sldNum"/>
          </p:nvPr>
        </p:nvSpPr>
        <p:spPr/>
        <p:txBody>
          <a:bodyPr/>
          <a:lstStyle/>
          <a:p>
            <a:fld id="{330EA680-D336-4FF7-8B7A-9848BB0A1C32}" type="slidenum">
              <a:rPr lang="en-US" smtClean="0"/>
              <a:t>17</a:t>
            </a:fld>
            <a:endParaRPr lang="en-US"/>
          </a:p>
        </p:txBody>
      </p:sp>
      <p:sp>
        <p:nvSpPr>
          <p:cNvPr id="9" name="TextBox 8">
            <a:extLst>
              <a:ext uri="{FF2B5EF4-FFF2-40B4-BE49-F238E27FC236}">
                <a16:creationId xmlns:a16="http://schemas.microsoft.com/office/drawing/2014/main" id="{B2AD5947-5F09-7245-90F5-0BEDB7DA4DC6}"/>
              </a:ext>
            </a:extLst>
          </p:cNvPr>
          <p:cNvSpPr txBox="1"/>
          <p:nvPr/>
        </p:nvSpPr>
        <p:spPr>
          <a:xfrm>
            <a:off x="838200" y="2077733"/>
            <a:ext cx="10645346" cy="923330"/>
          </a:xfrm>
          <a:prstGeom prst="rect">
            <a:avLst/>
          </a:prstGeom>
          <a:noFill/>
        </p:spPr>
        <p:txBody>
          <a:bodyPr wrap="square">
            <a:spAutoFit/>
          </a:bodyPr>
          <a:lstStyle/>
          <a:p>
            <a:r>
              <a:rPr dirty="0" lang="en-US"/>
              <a:t>When most of the data values are larger but there is a longer left tail. Example: A researcher conducts a survey of elderly people about their age of retirement. Because the majority of people retire in their mid 60s or older, the distribution would be negatively skewed.</a:t>
            </a:r>
          </a:p>
        </p:txBody>
      </p:sp>
    </p:spTree>
    <p:extLst>
      <p:ext uri="{BB962C8B-B14F-4D97-AF65-F5344CB8AC3E}">
        <p14:creationId xmlns:p14="http://schemas.microsoft.com/office/powerpoint/2010/main" val="2785706627"/>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3838F-8482-9E19-6844-38909C5A428E}"/>
              </a:ext>
            </a:extLst>
          </p:cNvPr>
          <p:cNvSpPr>
            <a:spLocks noGrp="1"/>
          </p:cNvSpPr>
          <p:nvPr>
            <p:ph type="title"/>
          </p:nvPr>
        </p:nvSpPr>
        <p:spPr/>
        <p:txBody>
          <a:bodyPr/>
          <a:lstStyle/>
          <a:p>
            <a:r>
              <a:rPr dirty="0" lang="en-US"/>
              <a:t>Skewness (Positive) </a:t>
            </a:r>
          </a:p>
        </p:txBody>
      </p:sp>
      <p:pic>
        <p:nvPicPr>
          <p:cNvPr descr="right skewed " id="7" name="Content Placeholder 6">
            <a:extLst>
              <a:ext uri="{FF2B5EF4-FFF2-40B4-BE49-F238E27FC236}">
                <a16:creationId xmlns:a16="http://schemas.microsoft.com/office/drawing/2014/main" id="{575763F7-E8AE-B655-6C88-37644755E8D7}"/>
              </a:ext>
            </a:extLst>
          </p:cNvPr>
          <p:cNvPicPr>
            <a:picLocks noChangeAspect="1" noGrp="1"/>
          </p:cNvPicPr>
          <p:nvPr>
            <p:ph idx="1"/>
          </p:nvPr>
        </p:nvPicPr>
        <p:blipFill>
          <a:blip r:embed="rId2"/>
          <a:srcRect r="6052" t="26656"/>
          <a:stretch>
            <a:fillRect/>
          </a:stretch>
        </p:blipFill>
        <p:spPr>
          <a:xfrm>
            <a:off x="1288432" y="3550508"/>
            <a:ext cx="9615133" cy="2805842"/>
          </a:xfrm>
          <a:prstGeom prst="rect">
            <a:avLst/>
          </a:prstGeom>
        </p:spPr>
      </p:pic>
      <p:sp>
        <p:nvSpPr>
          <p:cNvPr id="4" name="Footer Placeholder 3">
            <a:extLst>
              <a:ext uri="{FF2B5EF4-FFF2-40B4-BE49-F238E27FC236}">
                <a16:creationId xmlns:a16="http://schemas.microsoft.com/office/drawing/2014/main" id="{2E41F312-A4F0-71D0-5EA7-CF34A4053400}"/>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41361657-392A-6512-9A81-B16D5685BE7F}"/>
              </a:ext>
            </a:extLst>
          </p:cNvPr>
          <p:cNvSpPr>
            <a:spLocks noGrp="1"/>
          </p:cNvSpPr>
          <p:nvPr>
            <p:ph idx="12" sz="quarter" type="sldNum"/>
          </p:nvPr>
        </p:nvSpPr>
        <p:spPr/>
        <p:txBody>
          <a:bodyPr/>
          <a:lstStyle/>
          <a:p>
            <a:fld id="{330EA680-D336-4FF7-8B7A-9848BB0A1C32}" type="slidenum">
              <a:rPr lang="en-US" smtClean="0"/>
              <a:t>18</a:t>
            </a:fld>
            <a:endParaRPr lang="en-US"/>
          </a:p>
        </p:txBody>
      </p:sp>
      <p:sp>
        <p:nvSpPr>
          <p:cNvPr id="9" name="TextBox 8">
            <a:extLst>
              <a:ext uri="{FF2B5EF4-FFF2-40B4-BE49-F238E27FC236}">
                <a16:creationId xmlns:a16="http://schemas.microsoft.com/office/drawing/2014/main" id="{90D87843-8B7F-E2D9-0745-7FEB94A007F4}"/>
              </a:ext>
            </a:extLst>
          </p:cNvPr>
          <p:cNvSpPr txBox="1"/>
          <p:nvPr/>
        </p:nvSpPr>
        <p:spPr>
          <a:xfrm>
            <a:off x="978725" y="2184959"/>
            <a:ext cx="10234546" cy="646331"/>
          </a:xfrm>
          <a:prstGeom prst="rect">
            <a:avLst/>
          </a:prstGeom>
          <a:noFill/>
        </p:spPr>
        <p:txBody>
          <a:bodyPr wrap="square">
            <a:spAutoFit/>
          </a:bodyPr>
          <a:lstStyle/>
          <a:p>
            <a:r>
              <a:rPr dirty="0" lang="en-US"/>
              <a:t>When most of the data values are smaller but there is a longer right tail. Example: The distribution of the number of pets that households own in any particular city is likely to be right skewed.</a:t>
            </a:r>
          </a:p>
        </p:txBody>
      </p:sp>
    </p:spTree>
    <p:extLst>
      <p:ext uri="{BB962C8B-B14F-4D97-AF65-F5344CB8AC3E}">
        <p14:creationId xmlns:p14="http://schemas.microsoft.com/office/powerpoint/2010/main" val="2164877593"/>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93E1-BFB8-FE83-DB64-2FBB8606B105}"/>
              </a:ext>
            </a:extLst>
          </p:cNvPr>
          <p:cNvSpPr>
            <a:spLocks noGrp="1"/>
          </p:cNvSpPr>
          <p:nvPr>
            <p:ph type="title"/>
          </p:nvPr>
        </p:nvSpPr>
        <p:spPr/>
        <p:txBody>
          <a:bodyPr/>
          <a:lstStyle/>
          <a:p>
            <a:r>
              <a:rPr dirty="0" lang="en-US"/>
              <a:t>Unimodal </a:t>
            </a:r>
          </a:p>
        </p:txBody>
      </p:sp>
      <p:pic>
        <p:nvPicPr>
          <p:cNvPr descr="unimodal " id="7" name="Content Placeholder 6">
            <a:extLst>
              <a:ext uri="{FF2B5EF4-FFF2-40B4-BE49-F238E27FC236}">
                <a16:creationId xmlns:a16="http://schemas.microsoft.com/office/drawing/2014/main" id="{723EF9D0-0593-EC8C-A3F9-68C1A4A71AB5}"/>
              </a:ext>
            </a:extLst>
          </p:cNvPr>
          <p:cNvPicPr>
            <a:picLocks noChangeAspect="1" noGrp="1"/>
          </p:cNvPicPr>
          <p:nvPr>
            <p:ph idx="1"/>
          </p:nvPr>
        </p:nvPicPr>
        <p:blipFill>
          <a:blip r:embed="rId2"/>
          <a:srcRect t="22025"/>
          <a:stretch>
            <a:fillRect/>
          </a:stretch>
        </p:blipFill>
        <p:spPr>
          <a:xfrm>
            <a:off x="1131140" y="3297457"/>
            <a:ext cx="9929720" cy="2602711"/>
          </a:xfrm>
          <a:prstGeom prst="rect">
            <a:avLst/>
          </a:prstGeom>
        </p:spPr>
      </p:pic>
      <p:sp>
        <p:nvSpPr>
          <p:cNvPr id="4" name="Footer Placeholder 3">
            <a:extLst>
              <a:ext uri="{FF2B5EF4-FFF2-40B4-BE49-F238E27FC236}">
                <a16:creationId xmlns:a16="http://schemas.microsoft.com/office/drawing/2014/main" id="{F37310C0-52B0-5412-C04C-840DE625EDA0}"/>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3D1579D6-543D-A562-9570-2AB5CA7AFE10}"/>
              </a:ext>
            </a:extLst>
          </p:cNvPr>
          <p:cNvSpPr>
            <a:spLocks noGrp="1"/>
          </p:cNvSpPr>
          <p:nvPr>
            <p:ph idx="12" sz="quarter" type="sldNum"/>
          </p:nvPr>
        </p:nvSpPr>
        <p:spPr/>
        <p:txBody>
          <a:bodyPr/>
          <a:lstStyle/>
          <a:p>
            <a:fld id="{330EA680-D336-4FF7-8B7A-9848BB0A1C32}" type="slidenum">
              <a:rPr lang="en-US" smtClean="0"/>
              <a:t>19</a:t>
            </a:fld>
            <a:endParaRPr lang="en-US"/>
          </a:p>
        </p:txBody>
      </p:sp>
      <p:sp>
        <p:nvSpPr>
          <p:cNvPr id="9" name="TextBox 8">
            <a:extLst>
              <a:ext uri="{FF2B5EF4-FFF2-40B4-BE49-F238E27FC236}">
                <a16:creationId xmlns:a16="http://schemas.microsoft.com/office/drawing/2014/main" id="{C0473180-76DC-0D0F-5ACE-DFF33370C8ED}"/>
              </a:ext>
            </a:extLst>
          </p:cNvPr>
          <p:cNvSpPr txBox="1"/>
          <p:nvPr/>
        </p:nvSpPr>
        <p:spPr>
          <a:xfrm>
            <a:off x="1072197" y="2003726"/>
            <a:ext cx="10047606" cy="646331"/>
          </a:xfrm>
          <a:prstGeom prst="rect">
            <a:avLst/>
          </a:prstGeom>
          <a:noFill/>
        </p:spPr>
        <p:txBody>
          <a:bodyPr wrap="square">
            <a:spAutoFit/>
          </a:bodyPr>
          <a:lstStyle/>
          <a:p>
            <a:r>
              <a:rPr dirty="0" lang="en-US"/>
              <a:t>When there is one distinct mode or peak. Example: The average ACT score for high school students in the U.S. is about a 21 with some students scoring less and some scoring higher.</a:t>
            </a:r>
          </a:p>
        </p:txBody>
      </p:sp>
    </p:spTree>
    <p:extLst>
      <p:ext uri="{BB962C8B-B14F-4D97-AF65-F5344CB8AC3E}">
        <p14:creationId xmlns:p14="http://schemas.microsoft.com/office/powerpoint/2010/main" val="2999347698"/>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5BA5-4970-BC45-E02C-364E668F314D}"/>
              </a:ext>
            </a:extLst>
          </p:cNvPr>
          <p:cNvSpPr>
            <a:spLocks noGrp="1"/>
          </p:cNvSpPr>
          <p:nvPr>
            <p:ph type="title"/>
          </p:nvPr>
        </p:nvSpPr>
        <p:spPr/>
        <p:txBody>
          <a:bodyPr/>
          <a:lstStyle/>
          <a:p>
            <a:r>
              <a:rPr dirty="0" lang="en-US"/>
              <a:t>Bimodal </a:t>
            </a:r>
          </a:p>
        </p:txBody>
      </p:sp>
      <p:sp>
        <p:nvSpPr>
          <p:cNvPr id="3" name="Content Placeholder 2">
            <a:extLst>
              <a:ext uri="{FF2B5EF4-FFF2-40B4-BE49-F238E27FC236}">
                <a16:creationId xmlns:a16="http://schemas.microsoft.com/office/drawing/2014/main" id="{9800BDC3-6418-7FB2-4B45-F9F03422F98E}"/>
              </a:ext>
            </a:extLst>
          </p:cNvPr>
          <p:cNvSpPr>
            <a:spLocks noGrp="1"/>
          </p:cNvSpPr>
          <p:nvPr>
            <p:ph idx="1"/>
          </p:nvPr>
        </p:nvSpPr>
        <p:spPr/>
        <p:txBody>
          <a:bodyPr>
            <a:normAutofit/>
          </a:bodyPr>
          <a:lstStyle/>
          <a:p>
            <a:pPr indent="0" marL="0">
              <a:buNone/>
            </a:pPr>
            <a:r>
              <a:rPr dirty="0" lang="en-US" sz="2000"/>
              <a:t>When there are two distinct modes or peaks. Example: If you created a graph to visualize the distribution of customers at a certain restaurant by hour, you’d likely find that it follows a bimodal distribution with a peak during lunch hours and another peak during dinner hours.</a:t>
            </a:r>
          </a:p>
        </p:txBody>
      </p:sp>
      <p:sp>
        <p:nvSpPr>
          <p:cNvPr id="4" name="Footer Placeholder 3">
            <a:extLst>
              <a:ext uri="{FF2B5EF4-FFF2-40B4-BE49-F238E27FC236}">
                <a16:creationId xmlns:a16="http://schemas.microsoft.com/office/drawing/2014/main" id="{87C7F79D-8727-B6FF-C6BE-38DF4FEDEF13}"/>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3A0572B1-901B-DDAA-7F90-3B37CA0446CD}"/>
              </a:ext>
            </a:extLst>
          </p:cNvPr>
          <p:cNvSpPr>
            <a:spLocks noGrp="1"/>
          </p:cNvSpPr>
          <p:nvPr>
            <p:ph idx="12" sz="quarter" type="sldNum"/>
          </p:nvPr>
        </p:nvSpPr>
        <p:spPr/>
        <p:txBody>
          <a:bodyPr/>
          <a:lstStyle/>
          <a:p>
            <a:fld id="{330EA680-D336-4FF7-8B7A-9848BB0A1C32}" type="slidenum">
              <a:rPr lang="en-US" smtClean="0"/>
              <a:t>20</a:t>
            </a:fld>
            <a:endParaRPr lang="en-US"/>
          </a:p>
        </p:txBody>
      </p:sp>
      <p:pic>
        <p:nvPicPr>
          <p:cNvPr descr="bimodal " id="7" name="Picture 6">
            <a:extLst>
              <a:ext uri="{FF2B5EF4-FFF2-40B4-BE49-F238E27FC236}">
                <a16:creationId xmlns:a16="http://schemas.microsoft.com/office/drawing/2014/main" id="{C45EAEF8-5FCF-A164-C972-8F0D82C838CD}"/>
              </a:ext>
            </a:extLst>
          </p:cNvPr>
          <p:cNvPicPr>
            <a:picLocks noChangeAspect="1"/>
          </p:cNvPicPr>
          <p:nvPr/>
        </p:nvPicPr>
        <p:blipFill>
          <a:blip r:embed="rId2"/>
          <a:stretch>
            <a:fillRect/>
          </a:stretch>
        </p:blipFill>
        <p:spPr>
          <a:xfrm>
            <a:off x="1744603" y="3029630"/>
            <a:ext cx="8702794" cy="3147333"/>
          </a:xfrm>
          <a:prstGeom prst="rect">
            <a:avLst/>
          </a:prstGeom>
        </p:spPr>
      </p:pic>
    </p:spTree>
    <p:extLst>
      <p:ext uri="{BB962C8B-B14F-4D97-AF65-F5344CB8AC3E}">
        <p14:creationId xmlns:p14="http://schemas.microsoft.com/office/powerpoint/2010/main" val="2024023542"/>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D4C48-DC23-2F9A-EFA7-8E0E07AACEB4}"/>
              </a:ext>
            </a:extLst>
          </p:cNvPr>
          <p:cNvSpPr>
            <a:spLocks noGrp="1"/>
          </p:cNvSpPr>
          <p:nvPr>
            <p:ph type="title"/>
          </p:nvPr>
        </p:nvSpPr>
        <p:spPr/>
        <p:txBody>
          <a:bodyPr/>
          <a:lstStyle/>
          <a:p>
            <a:r>
              <a:rPr dirty="0" lang="en-US"/>
              <a:t>Multimodal </a:t>
            </a:r>
          </a:p>
        </p:txBody>
      </p:sp>
      <p:sp>
        <p:nvSpPr>
          <p:cNvPr id="3" name="Content Placeholder 2">
            <a:extLst>
              <a:ext uri="{FF2B5EF4-FFF2-40B4-BE49-F238E27FC236}">
                <a16:creationId xmlns:a16="http://schemas.microsoft.com/office/drawing/2014/main" id="{27B05287-57EE-B567-F358-80EDE0F0D9CC}"/>
              </a:ext>
            </a:extLst>
          </p:cNvPr>
          <p:cNvSpPr>
            <a:spLocks noGrp="1"/>
          </p:cNvSpPr>
          <p:nvPr>
            <p:ph idx="1"/>
          </p:nvPr>
        </p:nvSpPr>
        <p:spPr/>
        <p:txBody>
          <a:bodyPr/>
          <a:lstStyle/>
          <a:p>
            <a:pPr indent="0" marL="0">
              <a:buNone/>
            </a:pPr>
            <a:r>
              <a:rPr dirty="0" lang="en-US" sz="2000"/>
              <a:t>When there are three or more distinct modes/peaks. Example: We measure the speed of cars on a multilane highway. Each lane could have a different mode.</a:t>
            </a:r>
          </a:p>
          <a:p>
            <a:pPr indent="0" marL="0">
              <a:buNone/>
            </a:pPr>
            <a:endParaRPr dirty="0" lang="en-US"/>
          </a:p>
        </p:txBody>
      </p:sp>
      <p:sp>
        <p:nvSpPr>
          <p:cNvPr id="4" name="Footer Placeholder 3">
            <a:extLst>
              <a:ext uri="{FF2B5EF4-FFF2-40B4-BE49-F238E27FC236}">
                <a16:creationId xmlns:a16="http://schemas.microsoft.com/office/drawing/2014/main" id="{7CDD6D5A-C12B-5A18-6524-9A9E287F95CE}"/>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1B9EDCFA-BFA9-25F5-B8A8-024C70E4F00C}"/>
              </a:ext>
            </a:extLst>
          </p:cNvPr>
          <p:cNvSpPr>
            <a:spLocks noGrp="1"/>
          </p:cNvSpPr>
          <p:nvPr>
            <p:ph idx="12" sz="quarter" type="sldNum"/>
          </p:nvPr>
        </p:nvSpPr>
        <p:spPr/>
        <p:txBody>
          <a:bodyPr/>
          <a:lstStyle/>
          <a:p>
            <a:fld id="{330EA680-D336-4FF7-8B7A-9848BB0A1C32}" type="slidenum">
              <a:rPr lang="en-US" smtClean="0"/>
              <a:t>21</a:t>
            </a:fld>
            <a:endParaRPr lang="en-US"/>
          </a:p>
        </p:txBody>
      </p:sp>
      <p:pic>
        <p:nvPicPr>
          <p:cNvPr descr="multimodal " id="7" name="Picture 6">
            <a:extLst>
              <a:ext uri="{FF2B5EF4-FFF2-40B4-BE49-F238E27FC236}">
                <a16:creationId xmlns:a16="http://schemas.microsoft.com/office/drawing/2014/main" id="{CA60A925-5CC9-D28A-AD8C-11BD841A5092}"/>
              </a:ext>
            </a:extLst>
          </p:cNvPr>
          <p:cNvPicPr>
            <a:picLocks noChangeAspect="1"/>
          </p:cNvPicPr>
          <p:nvPr/>
        </p:nvPicPr>
        <p:blipFill>
          <a:blip r:embed="rId2"/>
          <a:stretch>
            <a:fillRect/>
          </a:stretch>
        </p:blipFill>
        <p:spPr>
          <a:xfrm>
            <a:off x="1272122" y="2733483"/>
            <a:ext cx="9647756" cy="3596952"/>
          </a:xfrm>
          <a:prstGeom prst="rect">
            <a:avLst/>
          </a:prstGeom>
        </p:spPr>
      </p:pic>
    </p:spTree>
    <p:extLst>
      <p:ext uri="{BB962C8B-B14F-4D97-AF65-F5344CB8AC3E}">
        <p14:creationId xmlns:p14="http://schemas.microsoft.com/office/powerpoint/2010/main" val="2760013401"/>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7F85-24E7-487C-D399-FD9DF95FFF6A}"/>
              </a:ext>
            </a:extLst>
          </p:cNvPr>
          <p:cNvSpPr>
            <a:spLocks noGrp="1"/>
          </p:cNvSpPr>
          <p:nvPr>
            <p:ph type="title"/>
          </p:nvPr>
        </p:nvSpPr>
        <p:spPr/>
        <p:txBody>
          <a:bodyPr/>
          <a:lstStyle/>
          <a:p>
            <a:r>
              <a:rPr dirty="0" lang="en-US"/>
              <a:t>Uniform</a:t>
            </a:r>
          </a:p>
        </p:txBody>
      </p:sp>
      <p:sp>
        <p:nvSpPr>
          <p:cNvPr id="3" name="Content Placeholder 2">
            <a:extLst>
              <a:ext uri="{FF2B5EF4-FFF2-40B4-BE49-F238E27FC236}">
                <a16:creationId xmlns:a16="http://schemas.microsoft.com/office/drawing/2014/main" id="{026BE3EB-6520-9611-F56A-3DD5CBC48DFE}"/>
              </a:ext>
            </a:extLst>
          </p:cNvPr>
          <p:cNvSpPr>
            <a:spLocks noGrp="1"/>
          </p:cNvSpPr>
          <p:nvPr>
            <p:ph idx="1"/>
          </p:nvPr>
        </p:nvSpPr>
        <p:spPr/>
        <p:txBody>
          <a:bodyPr>
            <a:normAutofit/>
          </a:bodyPr>
          <a:lstStyle/>
          <a:p>
            <a:pPr indent="0" marL="0">
              <a:buNone/>
            </a:pPr>
            <a:r>
              <a:rPr dirty="0" lang="en-US" sz="2000"/>
              <a:t>Every bar is roughly the same height (all classes have the same frequency). They are inherently symmetric and have no modes. Example: Suppose a basketball stadium holds a raffle in which it will randomly select one seat number out of 10,000 possible seats in the stadium and give the patron in that seat number a prize. The probability that any individual seat is chosen follows a uniform distribution.</a:t>
            </a:r>
          </a:p>
        </p:txBody>
      </p:sp>
      <p:sp>
        <p:nvSpPr>
          <p:cNvPr id="4" name="Footer Placeholder 3">
            <a:extLst>
              <a:ext uri="{FF2B5EF4-FFF2-40B4-BE49-F238E27FC236}">
                <a16:creationId xmlns:a16="http://schemas.microsoft.com/office/drawing/2014/main" id="{D1EAE616-8618-319D-EE78-EF62583EA1ED}"/>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285FF5CA-AF05-48EF-F6A1-DBA0395BDF10}"/>
              </a:ext>
            </a:extLst>
          </p:cNvPr>
          <p:cNvSpPr>
            <a:spLocks noGrp="1"/>
          </p:cNvSpPr>
          <p:nvPr>
            <p:ph idx="12" sz="quarter" type="sldNum"/>
          </p:nvPr>
        </p:nvSpPr>
        <p:spPr/>
        <p:txBody>
          <a:bodyPr/>
          <a:lstStyle/>
          <a:p>
            <a:fld id="{330EA680-D336-4FF7-8B7A-9848BB0A1C32}" type="slidenum">
              <a:rPr lang="en-US" smtClean="0"/>
              <a:t>22</a:t>
            </a:fld>
            <a:endParaRPr lang="en-US"/>
          </a:p>
        </p:txBody>
      </p:sp>
      <p:pic>
        <p:nvPicPr>
          <p:cNvPr descr="uniform " id="7" name="Picture 6">
            <a:extLst>
              <a:ext uri="{FF2B5EF4-FFF2-40B4-BE49-F238E27FC236}">
                <a16:creationId xmlns:a16="http://schemas.microsoft.com/office/drawing/2014/main" id="{60AEAF9D-AF31-D472-3C0E-E8BE139FECC7}"/>
              </a:ext>
            </a:extLst>
          </p:cNvPr>
          <p:cNvPicPr>
            <a:picLocks noChangeAspect="1"/>
          </p:cNvPicPr>
          <p:nvPr/>
        </p:nvPicPr>
        <p:blipFill>
          <a:blip r:embed="rId2"/>
          <a:stretch>
            <a:fillRect/>
          </a:stretch>
        </p:blipFill>
        <p:spPr>
          <a:xfrm>
            <a:off x="1405483" y="3608892"/>
            <a:ext cx="9381033" cy="2408129"/>
          </a:xfrm>
          <a:prstGeom prst="rect">
            <a:avLst/>
          </a:prstGeom>
        </p:spPr>
      </p:pic>
    </p:spTree>
    <p:extLst>
      <p:ext uri="{BB962C8B-B14F-4D97-AF65-F5344CB8AC3E}">
        <p14:creationId xmlns:p14="http://schemas.microsoft.com/office/powerpoint/2010/main" val="76966608"/>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6CDB-FA25-5228-042B-4EE380DACF85}"/>
              </a:ext>
            </a:extLst>
          </p:cNvPr>
          <p:cNvSpPr>
            <a:spLocks noGrp="1"/>
          </p:cNvSpPr>
          <p:nvPr>
            <p:ph type="title"/>
          </p:nvPr>
        </p:nvSpPr>
        <p:spPr/>
        <p:txBody>
          <a:bodyPr/>
          <a:lstStyle/>
          <a:p>
            <a:r>
              <a:rPr dirty="0" lang="en-US"/>
              <a:t>Bell-Shaped (Normal) </a:t>
            </a:r>
          </a:p>
        </p:txBody>
      </p:sp>
      <p:sp>
        <p:nvSpPr>
          <p:cNvPr id="3" name="Content Placeholder 2">
            <a:extLst>
              <a:ext uri="{FF2B5EF4-FFF2-40B4-BE49-F238E27FC236}">
                <a16:creationId xmlns:a16="http://schemas.microsoft.com/office/drawing/2014/main" id="{5F7A82EB-AA80-8DCA-BC5F-FB3CBB86B0D0}"/>
              </a:ext>
            </a:extLst>
          </p:cNvPr>
          <p:cNvSpPr>
            <a:spLocks noGrp="1"/>
          </p:cNvSpPr>
          <p:nvPr>
            <p:ph idx="1"/>
          </p:nvPr>
        </p:nvSpPr>
        <p:spPr/>
        <p:txBody>
          <a:bodyPr/>
          <a:lstStyle/>
          <a:p>
            <a:pPr indent="0" marL="0">
              <a:buNone/>
            </a:pPr>
            <a:r>
              <a:rPr dirty="0" lang="en-US" sz="2400"/>
              <a:t>When the histogram is unimodal and symmetric. Example: the volume of milk production from dairy cows. </a:t>
            </a:r>
          </a:p>
          <a:p>
            <a:pPr indent="0" marL="0">
              <a:buNone/>
            </a:pPr>
            <a:endParaRPr dirty="0" lang="en-US"/>
          </a:p>
        </p:txBody>
      </p:sp>
      <p:sp>
        <p:nvSpPr>
          <p:cNvPr id="4" name="Footer Placeholder 3">
            <a:extLst>
              <a:ext uri="{FF2B5EF4-FFF2-40B4-BE49-F238E27FC236}">
                <a16:creationId xmlns:a16="http://schemas.microsoft.com/office/drawing/2014/main" id="{A3EC86FB-F2C6-10C6-E34E-4FF6895DA8E0}"/>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FE42B53F-A5FE-9FD5-779F-2267264063B7}"/>
              </a:ext>
            </a:extLst>
          </p:cNvPr>
          <p:cNvSpPr>
            <a:spLocks noGrp="1"/>
          </p:cNvSpPr>
          <p:nvPr>
            <p:ph idx="12" sz="quarter" type="sldNum"/>
          </p:nvPr>
        </p:nvSpPr>
        <p:spPr/>
        <p:txBody>
          <a:bodyPr/>
          <a:lstStyle/>
          <a:p>
            <a:fld id="{330EA680-D336-4FF7-8B7A-9848BB0A1C32}" type="slidenum">
              <a:rPr lang="en-US" smtClean="0"/>
              <a:t>23</a:t>
            </a:fld>
            <a:endParaRPr lang="en-US"/>
          </a:p>
        </p:txBody>
      </p:sp>
      <p:pic>
        <p:nvPicPr>
          <p:cNvPr descr="bellshaped " id="7" name="Picture 6">
            <a:extLst>
              <a:ext uri="{FF2B5EF4-FFF2-40B4-BE49-F238E27FC236}">
                <a16:creationId xmlns:a16="http://schemas.microsoft.com/office/drawing/2014/main" id="{16F6A3C5-0B48-B5A6-DFC5-756F39BEE786}"/>
              </a:ext>
            </a:extLst>
          </p:cNvPr>
          <p:cNvPicPr>
            <a:picLocks noChangeAspect="1"/>
          </p:cNvPicPr>
          <p:nvPr/>
        </p:nvPicPr>
        <p:blipFill>
          <a:blip r:embed="rId2"/>
          <a:stretch>
            <a:fillRect/>
          </a:stretch>
        </p:blipFill>
        <p:spPr>
          <a:xfrm>
            <a:off x="1188294" y="2974531"/>
            <a:ext cx="9815411" cy="3292125"/>
          </a:xfrm>
          <a:prstGeom prst="rect">
            <a:avLst/>
          </a:prstGeom>
        </p:spPr>
      </p:pic>
    </p:spTree>
    <p:extLst>
      <p:ext uri="{BB962C8B-B14F-4D97-AF65-F5344CB8AC3E}">
        <p14:creationId xmlns:p14="http://schemas.microsoft.com/office/powerpoint/2010/main" val="3503353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87</TotalTime>
  <Words>1129</Words>
  <Application>Microsoft Office PowerPoint</Application>
  <PresentationFormat>Widescreen</PresentationFormat>
  <Paragraphs>155</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Cambria Math</vt:lpstr>
      <vt:lpstr>Wingdings</vt:lpstr>
      <vt:lpstr>office theme</vt:lpstr>
      <vt:lpstr>Graphical Summaries of Data </vt:lpstr>
      <vt:lpstr>Objectives </vt:lpstr>
      <vt:lpstr>Summary</vt:lpstr>
      <vt:lpstr>Per Variable Type </vt:lpstr>
      <vt:lpstr>Frequency Tables for Qualitative Data</vt:lpstr>
      <vt:lpstr>Bar Graphs (Bar Plots) </vt:lpstr>
      <vt:lpstr>Pareto Charts</vt:lpstr>
      <vt:lpstr>Horizontal Bar Charts </vt:lpstr>
      <vt:lpstr>Pie Charts </vt:lpstr>
      <vt:lpstr>Frequency Tables for Quantitative Data </vt:lpstr>
      <vt:lpstr>Frequency Distributions </vt:lpstr>
      <vt:lpstr>Histograms </vt:lpstr>
      <vt:lpstr>Discrete Histograms</vt:lpstr>
      <vt:lpstr>Know the Difference!  Bar Graphs ≠ Histograms  </vt:lpstr>
      <vt:lpstr>Histogram Shapes </vt:lpstr>
      <vt:lpstr>Symmetric</vt:lpstr>
      <vt:lpstr>Skewness (Negative) </vt:lpstr>
      <vt:lpstr>Skewness (Positive) </vt:lpstr>
      <vt:lpstr>Unimodal </vt:lpstr>
      <vt:lpstr>Bimodal </vt:lpstr>
      <vt:lpstr>Multimodal </vt:lpstr>
      <vt:lpstr>Uniform</vt:lpstr>
      <vt:lpstr>Bell-Shaped (Normal)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2026-04-23T17:25:47Z</dcterms:created>
  <cp:lastModifiedBy>Bowen Cheek</cp:lastModifiedBy>
  <dcterms:modified xsi:type="dcterms:W3CDTF">2026-04-23T18:55:32Z</dcterms:modified>
  <cp:revision>4</cp:revision>
  <dc:title>Chapter 2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data-panorama-remediation-history">
    <vt:lpwstr>[{"isReadingOrderVerified":"true","pageNumber":0,"geomIndex":-1,"issueTypeId":"ReadingOrderIssue:PPTX","dismiss":false,"pageNumbers":[1],"coordinatesList":[[10.0,10.0,2.0,2.0]]},{"title":"Chapter 2 notes","pageNumber":0,"geomIndex":-1,"issueTypeId":"MissingTitleIssue:PPTX","dismiss":false,"pageNumbers":[1],"coordinatesList":[[10.0,10.0,2.0,2.0]]},{"pageNumber":0,"geomIndex":32,"lastGeomIndex":40,"textElement":"Bowen C.","tableIndex":-1,"rowIndex":-1,"cellIndex":-1,"fontColor":"#8f8f8f","identifiers":{"PARAGRAPH_ID":"2","RUN_ID":"0","SLIDE_ID":"0"},"issueDetails":{"luminance25":"0.014627510850439106","isHeader":"false","luminance75":"0.014627510850439106","textColor":"000000"},"issueTypeId":"LowContrastIssue:PPTX","dismiss":false,"pageNumbers":[1],"coordinatesList":[[455.3999938964844,518.8079833984375,49.154083251953125,7.340651988983154]]},{"pageNumber":0,"geomIndex":39,"lastGeomIndex":40,"textElement":"1","tableIndex":-1,"rowIndex":-1,"cellIndex":-1,"fontColor":"#8f8f8f","identifiers":{"PARAGRAPH_ID":"3","RUN_ID":"0","SLIDE_ID":"0"},"issueDetails":{"luminance25":"0.13970348387893408","isHeader":"false","luminance75":"0.13970348387893408","textColor":"000000"},"issueTypeId":"LowContrastIssue:PPTX","dismiss":false,"pageNumbers":[1],"coordinatesList":[[880.4400024414062,518.8079833984375,6.42083740234375,7.340651988983154]]},{"isReadingOrderVerified":"true","pageNumber":0,"geomIndex":-1,"issueTypeId":"ReadingOrderIssue:PPTX","dismiss":false,"pageNumbers":[5],"coordinatesList":[[10.0,10.0,2.0,2.0]]},{"isReadingOrderVerified":"true","pageNumber":0,"geomIndex":-1,"issueTypeId":"ReadingOrderIssue:PPTX","dismiss":false,"pageNumbers":[6],"coordinatesList":[[10.0,10.0,2.0,2.0]]},{"isReadingOrderVerified":"true","pageNumber":0,"geomIndex":-1,"issueTypeId":"ReadingOrderIssue:PPTX","dismiss":false,"pageNumbers":[7],"coordinatesList":[[10.0,10.0,2.0,2.0]]},{"isReadingOrderVerified":"true","pageNumber":0,"geomIndex":-1,"issueTypeId":"ReadingOrderIssue:PPTX","dismiss":false,"pageNumbers":[8],"coordinatesList":[[10.0,10.0,2.0,2.0]]},{"isReadingOrderVerified":"true","pageNumber":0,"geomIndex":-1,"issueTypeId":"ReadingOrderIssue:PPTX","dismiss":false,"pageNumbers":[9],"coordinatesList":[[10.0,10.0,2.0,2.0]]},{"isReadingOrderVerified":"true","pageNumber":0,"geomIndex":-1,"issueTypeId":"ReadingOrderIssue:PPTX","dismiss":false,"pageNumbers":[10],"coordinatesList":[[10.0,10.0,2.0,2.0]]},{"isReadingOrderVerified":"true","pageNumber":0,"geomIndex":-1,"issueTypeId":"ReadingOrderIssue:PPTX","dismiss":false,"pageNumbers":[12],"coordinatesList":[[10.0,10.0,2.0,2.0]]},{"isReadingOrderVerified":"true","pageNumber":0,"geomIndex":-1,"issueTypeId":"ReadingOrderIssue:PPTX","dismiss":false,"pageNumbers":[13],"coordinatesList":[[10.0,10.0,2.0,2.0]]},{"isReadingOrderVerified":"true","pageNumber":0,"geomIndex":-1,"issueTypeId":"ReadingOrderIssue:PPTX","dismiss":false,"pageNumbers":[16],"coordinatesList":[[10.0,10.0,2.0,2.0]]},{"isReadingOrderVerified":"true","pageNumber":0,"geomIndex":-1,"issueTypeId":"ReadingOrderIssue:PPTX","dismiss":false,"pageNumbers":[17],"coordinatesList":[[10.0,10.0,2.0,2.0]]},{"isReadingOrderVerified":"true","pageNumber":0,"geomIndex":-1,"issueTypeId":"ReadingOrderIssue:PPTX","dismiss":false,"pageNumbers":[18],"coordinatesList":[[10.0,10.0,2.0,2.0]]},{"isReadingOrderVerified":"true","pageNumber":0,"geomIndex":-1,"issueTypeId":"ReadingOrderIssue:PPTX","dismiss":false,"pageNumbers":[19],"coordinatesList":[[10.0,10.0,2.0,2.0]]},{"isReadingOrderVerified":"true","pageNumber":0,"geomIndex":-1,"issueTypeId":"ReadingOrderIssue:PPTX","dismiss":false,"pageNumbers":[20],"coordinatesList":[[10.0,10.0,2.0,2.0]]},{"isReadingOrderVerified":"true","pageNumber":0,"geomIndex":-1,"issueTypeId":"ReadingOrderIssue:PPTX","dismiss":false,"pageNumbers":[21],"coordinatesList":[[10.0,10.0,2.0,2.0]]},{"isReadingOrderVerified":"true","pageNumber":0,"geomIndex":-1,"issueTypeId":"ReadingOrderIssue:PPTX","dismiss":false,"pageNumbers":[22],"coordinatesList":[[10.0,10.0,2.0,2.0]]},{"isReadingOrderVerified":"true","pageNumber":0,"geomIndex":-1,"issueTypeId":"ReadingOrderIssue:PPTX","dismiss":false,"pageNumbers":[23],"coordinatesList":[[10.0,10.0,2.0,2.0]]},{"pageNumber":0,"geomIndex":39,"lastGeomIndex":40,"textElement":"1","tableIndex":-1,"rowIndex":-1,"cellIndex":-1,"fontColor":"#ffffff","identifiers":{"PARAGRAPH_ID":"3","RUN_ID":"0","SLIDE_ID":"0"},"issueDetails":{"luminance25":"0.13970348387893408","isHeader":"false","luminance75":"0.13970348387893408","textColor":"8f8f8f"},"issueTypeId":"LowContrastIssue:PPTX","dismiss":false,"pageNumbers":[1],"coordinatesList":[[880.4400024414062,518.8079833984375,6.42083740234375,7.340651988983154]]}]</vt:lpwstr>
  </property>
  <property pid="3" fmtid="{D5CDD505-2E9C-101B-9397-08002B2CF9AE}" name="ReadingOrderVerifiedPages">
    <vt:lpwstr>1,5,6,7,8,9,10,12,13,16,17,18,19,20,21,22,23</vt:lpwstr>
  </property>
</Properties>
</file>