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sldIdLst>
    <p:sldId id="256" r:id="rId2"/>
    <p:sldId id="257" r:id="rId3"/>
    <p:sldId id="258" r:id="rId4"/>
    <p:sldId id="259" r:id="rId5"/>
    <p:sldId id="260" r:id="rId6"/>
    <p:sldId id="261" r:id="rId7"/>
    <p:sldId id="264" r:id="rId8"/>
    <p:sldId id="263" r:id="rId9"/>
    <p:sldId id="265" r:id="rId10"/>
    <p:sldId id="267" r:id="rId11"/>
    <p:sldId id="268" r:id="rId12"/>
    <p:sldId id="269" r:id="rId13"/>
    <p:sldId id="270" r:id="rId14"/>
    <p:sldId id="271" r:id="rId15"/>
    <p:sldId id="273" r:id="rId16"/>
    <p:sldId id="274" r:id="rId17"/>
    <p:sldId id="275" r:id="rId18"/>
    <p:sldId id="276" r:id="rId19"/>
    <p:sldId id="277" r:id="rId20"/>
    <p:sldId id="279" r:id="rId21"/>
    <p:sldId id="280" r:id="rId22"/>
    <p:sldId id="281" r:id="rId23"/>
    <p:sldId id="282" r:id="rId24"/>
    <p:sldId id="283" r:id="rId25"/>
    <p:sldId id="285" r:id="rId26"/>
    <p:sldId id="286" r:id="rId27"/>
    <p:sldId id="28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0E0D5-0EB6-6E4F-0906-10186FB5422B}" v="6" dt="2026-04-06T15:52:59.5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08" autoAdjust="0"/>
    <p:restoredTop sz="94689" autoAdjust="0"/>
  </p:normalViewPr>
  <p:slideViewPr>
    <p:cSldViewPr snapToGrid="0">
      <p:cViewPr varScale="1">
        <p:scale>
          <a:sx n="150" d="100"/>
          <a:sy n="150" d="100"/>
        </p:scale>
        <p:origin x="492" y="13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notesMasters/notesMaster1.xml" Type="http://schemas.openxmlformats.org/officeDocument/2006/relationships/notesMaster"/><Relationship Id="rId3" Target="slides/slide2.xml" Type="http://schemas.openxmlformats.org/officeDocument/2006/relationships/slide"/><Relationship Id="rId30" Target="presProps.xml" Type="http://schemas.openxmlformats.org/officeDocument/2006/relationships/presProps"/><Relationship Id="rId31" Target="viewProps.xml" Type="http://schemas.openxmlformats.org/officeDocument/2006/relationships/viewProps"/><Relationship Id="rId32" Target="theme/theme1.xml" Type="http://schemas.openxmlformats.org/officeDocument/2006/relationships/theme"/><Relationship Id="rId33" Target="tableStyles.xml" Type="http://schemas.openxmlformats.org/officeDocument/2006/relationships/tableStyles"/><Relationship Id="rId34" Target="changesInfos/changesInfo1.xml" Type="http://schemas.microsoft.com/office/2016/11/relationships/changesInfo"/><Relationship Id="rId35" Target="revisionInfo.xml" Type="http://schemas.microsoft.com/office/2015/10/relationships/revisionInfo"/><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S::meldrid8@kennesaw.edu::8fca192e-0677-4b46-9386-7af871cc0c0f" providerId="AD" clId="Web-{C3DB9453-3AFF-CB35-F70A-7F6E69D9B400}"/>
    <pc:docChg chg="modSld">
      <pc:chgData name="Bowen Cheek" userId="S::meldrid8@kennesaw.edu::8fca192e-0677-4b46-9386-7af871cc0c0f" providerId="AD" clId="Web-{C3DB9453-3AFF-CB35-F70A-7F6E69D9B400}" dt="2026-03-25T17:10:58.416" v="611"/>
      <pc:docMkLst>
        <pc:docMk/>
      </pc:docMkLst>
      <pc:sldChg chg="addSp delSp">
        <pc:chgData name="Bowen Cheek" userId="S::meldrid8@kennesaw.edu::8fca192e-0677-4b46-9386-7af871cc0c0f" providerId="AD" clId="Web-{C3DB9453-3AFF-CB35-F70A-7F6E69D9B400}" dt="2026-03-25T17:10:58.416" v="611"/>
        <pc:sldMkLst>
          <pc:docMk/>
          <pc:sldMk cId="2833211627" sldId="259"/>
        </pc:sldMkLst>
      </pc:sldChg>
      <pc:sldChg chg="addSp delSp">
        <pc:chgData name="Bowen Cheek" userId="S::meldrid8@kennesaw.edu::8fca192e-0677-4b46-9386-7af871cc0c0f" providerId="AD" clId="Web-{C3DB9453-3AFF-CB35-F70A-7F6E69D9B400}" dt="2026-03-25T17:10:53.603" v="577"/>
        <pc:sldMkLst>
          <pc:docMk/>
          <pc:sldMk cId="3427897978" sldId="260"/>
        </pc:sldMkLst>
      </pc:sldChg>
      <pc:sldChg chg="addSp delSp">
        <pc:chgData name="Bowen Cheek" userId="S::meldrid8@kennesaw.edu::8fca192e-0677-4b46-9386-7af871cc0c0f" providerId="AD" clId="Web-{C3DB9453-3AFF-CB35-F70A-7F6E69D9B400}" dt="2026-03-25T17:10:47.821" v="538"/>
        <pc:sldMkLst>
          <pc:docMk/>
          <pc:sldMk cId="3623862631" sldId="261"/>
        </pc:sldMkLst>
      </pc:sldChg>
      <pc:sldChg chg="addSp delSp">
        <pc:chgData name="Bowen Cheek" userId="S::meldrid8@kennesaw.edu::8fca192e-0677-4b46-9386-7af871cc0c0f" providerId="AD" clId="Web-{C3DB9453-3AFF-CB35-F70A-7F6E69D9B400}" dt="2026-03-25T17:10:37.477" v="500"/>
        <pc:sldMkLst>
          <pc:docMk/>
          <pc:sldMk cId="836616774" sldId="264"/>
        </pc:sldMkLst>
      </pc:sldChg>
      <pc:sldChg chg="addSp delSp">
        <pc:chgData name="Bowen Cheek" userId="S::meldrid8@kennesaw.edu::8fca192e-0677-4b46-9386-7af871cc0c0f" providerId="AD" clId="Web-{C3DB9453-3AFF-CB35-F70A-7F6E69D9B400}" dt="2026-03-25T17:10:26.868" v="475"/>
        <pc:sldMkLst>
          <pc:docMk/>
          <pc:sldMk cId="2317211960" sldId="265"/>
        </pc:sldMkLst>
      </pc:sldChg>
      <pc:sldChg chg="addSp delSp">
        <pc:chgData name="Bowen Cheek" userId="S::meldrid8@kennesaw.edu::8fca192e-0677-4b46-9386-7af871cc0c0f" providerId="AD" clId="Web-{C3DB9453-3AFF-CB35-F70A-7F6E69D9B400}" dt="2026-03-25T17:10:19.618" v="404"/>
        <pc:sldMkLst>
          <pc:docMk/>
          <pc:sldMk cId="1467861238" sldId="267"/>
        </pc:sldMkLst>
      </pc:sldChg>
      <pc:sldChg chg="addSp delSp">
        <pc:chgData name="Bowen Cheek" userId="S::meldrid8@kennesaw.edu::8fca192e-0677-4b46-9386-7af871cc0c0f" providerId="AD" clId="Web-{C3DB9453-3AFF-CB35-F70A-7F6E69D9B400}" dt="2026-03-25T17:10:08.445" v="376"/>
        <pc:sldMkLst>
          <pc:docMk/>
          <pc:sldMk cId="4290378374" sldId="268"/>
        </pc:sldMkLst>
      </pc:sldChg>
      <pc:sldChg chg="addSp delSp">
        <pc:chgData name="Bowen Cheek" userId="S::meldrid8@kennesaw.edu::8fca192e-0677-4b46-9386-7af871cc0c0f" providerId="AD" clId="Web-{C3DB9453-3AFF-CB35-F70A-7F6E69D9B400}" dt="2026-03-25T17:09:59.539" v="371"/>
        <pc:sldMkLst>
          <pc:docMk/>
          <pc:sldMk cId="2977244829" sldId="269"/>
        </pc:sldMkLst>
      </pc:sldChg>
      <pc:sldChg chg="addSp delSp">
        <pc:chgData name="Bowen Cheek" userId="S::meldrid8@kennesaw.edu::8fca192e-0677-4b46-9386-7af871cc0c0f" providerId="AD" clId="Web-{C3DB9453-3AFF-CB35-F70A-7F6E69D9B400}" dt="2026-03-25T17:10:13.289" v="377"/>
        <pc:sldMkLst>
          <pc:docMk/>
          <pc:sldMk cId="2970039404" sldId="270"/>
        </pc:sldMkLst>
      </pc:sldChg>
      <pc:sldChg chg="addSp delSp">
        <pc:chgData name="Bowen Cheek" userId="S::meldrid8@kennesaw.edu::8fca192e-0677-4b46-9386-7af871cc0c0f" providerId="AD" clId="Web-{C3DB9453-3AFF-CB35-F70A-7F6E69D9B400}" dt="2026-03-25T17:09:26.194" v="323"/>
        <pc:sldMkLst>
          <pc:docMk/>
          <pc:sldMk cId="208757858" sldId="271"/>
        </pc:sldMkLst>
      </pc:sldChg>
    </pc:docChg>
  </pc:docChgLst>
  <pc:docChgLst>
    <pc:chgData name="Bowen Cheek" userId="S::meldrid8@kennesaw.edu::8fca192e-0677-4b46-9386-7af871cc0c0f" providerId="AD" clId="Web-{35BFE593-63DF-2771-2986-6AF306A4AEEB}"/>
    <pc:docChg chg="modSld">
      <pc:chgData name="Bowen Cheek" userId="S::meldrid8@kennesaw.edu::8fca192e-0677-4b46-9386-7af871cc0c0f" providerId="AD" clId="Web-{35BFE593-63DF-2771-2986-6AF306A4AEEB}" dt="2026-03-30T14:06:26.142" v="346"/>
      <pc:docMkLst>
        <pc:docMk/>
      </pc:docMkLst>
      <pc:sldChg chg="delSp">
        <pc:chgData name="Bowen Cheek" userId="S::meldrid8@kennesaw.edu::8fca192e-0677-4b46-9386-7af871cc0c0f" providerId="AD" clId="Web-{35BFE593-63DF-2771-2986-6AF306A4AEEB}" dt="2026-03-30T14:05:29.969" v="49"/>
        <pc:sldMkLst>
          <pc:docMk/>
          <pc:sldMk cId="40002062" sldId="276"/>
        </pc:sldMkLst>
      </pc:sldChg>
      <pc:sldChg chg="delSp">
        <pc:chgData name="Bowen Cheek" userId="S::meldrid8@kennesaw.edu::8fca192e-0677-4b46-9386-7af871cc0c0f" providerId="AD" clId="Web-{35BFE593-63DF-2771-2986-6AF306A4AEEB}" dt="2026-03-30T14:05:42.266" v="93"/>
        <pc:sldMkLst>
          <pc:docMk/>
          <pc:sldMk cId="244257029" sldId="279"/>
        </pc:sldMkLst>
      </pc:sldChg>
      <pc:sldChg chg="delSp">
        <pc:chgData name="Bowen Cheek" userId="S::meldrid8@kennesaw.edu::8fca192e-0677-4b46-9386-7af871cc0c0f" providerId="AD" clId="Web-{35BFE593-63DF-2771-2986-6AF306A4AEEB}" dt="2026-03-30T14:05:50.641" v="133"/>
        <pc:sldMkLst>
          <pc:docMk/>
          <pc:sldMk cId="72858719" sldId="280"/>
        </pc:sldMkLst>
      </pc:sldChg>
      <pc:sldChg chg="delSp modSp">
        <pc:chgData name="Bowen Cheek" userId="S::meldrid8@kennesaw.edu::8fca192e-0677-4b46-9386-7af871cc0c0f" providerId="AD" clId="Web-{35BFE593-63DF-2771-2986-6AF306A4AEEB}" dt="2026-03-30T14:05:59.766" v="173"/>
        <pc:sldMkLst>
          <pc:docMk/>
          <pc:sldMk cId="2032809377" sldId="281"/>
        </pc:sldMkLst>
        <pc:spChg chg="mod">
          <ac:chgData name="Bowen Cheek" userId="S::meldrid8@kennesaw.edu::8fca192e-0677-4b46-9386-7af871cc0c0f" providerId="AD" clId="Web-{35BFE593-63DF-2771-2986-6AF306A4AEEB}" dt="2026-03-30T14:03:56.123" v="24" actId="20577"/>
          <ac:spMkLst>
            <pc:docMk/>
            <pc:sldMk cId="2032809377" sldId="281"/>
            <ac:spMk id="2" creationId="{317CA3C9-22D6-B8D5-4576-D841475955B9}"/>
          </ac:spMkLst>
        </pc:spChg>
      </pc:sldChg>
      <pc:sldChg chg="delSp">
        <pc:chgData name="Bowen Cheek" userId="S::meldrid8@kennesaw.edu::8fca192e-0677-4b46-9386-7af871cc0c0f" providerId="AD" clId="Web-{35BFE593-63DF-2771-2986-6AF306A4AEEB}" dt="2026-03-30T14:06:08.673" v="241"/>
        <pc:sldMkLst>
          <pc:docMk/>
          <pc:sldMk cId="2138030264" sldId="282"/>
        </pc:sldMkLst>
      </pc:sldChg>
      <pc:sldChg chg="delSp">
        <pc:chgData name="Bowen Cheek" userId="S::meldrid8@kennesaw.edu::8fca192e-0677-4b46-9386-7af871cc0c0f" providerId="AD" clId="Web-{35BFE593-63DF-2771-2986-6AF306A4AEEB}" dt="2026-03-30T14:06:18.767" v="325"/>
        <pc:sldMkLst>
          <pc:docMk/>
          <pc:sldMk cId="1232029049" sldId="283"/>
        </pc:sldMkLst>
      </pc:sldChg>
      <pc:sldChg chg="delSp">
        <pc:chgData name="Bowen Cheek" userId="S::meldrid8@kennesaw.edu::8fca192e-0677-4b46-9386-7af871cc0c0f" providerId="AD" clId="Web-{35BFE593-63DF-2771-2986-6AF306A4AEEB}" dt="2026-03-30T14:06:26.142" v="346"/>
        <pc:sldMkLst>
          <pc:docMk/>
          <pc:sldMk cId="2444042423" sldId="284"/>
        </pc:sldMkLst>
      </pc:sldChg>
    </pc:docChg>
  </pc:docChgLst>
  <pc:docChgLst>
    <pc:chgData name="Bowen Cheek" userId="S::meldrid8@kennesaw.edu::8fca192e-0677-4b46-9386-7af871cc0c0f" providerId="AD" clId="Web-{9CAF50FD-19B7-2A35-C72A-4F4B7C649E4F}"/>
    <pc:docChg chg="modSld">
      <pc:chgData name="Bowen Cheek" userId="S::meldrid8@kennesaw.edu::8fca192e-0677-4b46-9386-7af871cc0c0f" providerId="AD" clId="Web-{9CAF50FD-19B7-2A35-C72A-4F4B7C649E4F}" dt="2026-03-30T13:49:41.379" v="351"/>
      <pc:docMkLst>
        <pc:docMk/>
      </pc:docMkLst>
      <pc:sldChg chg="addSp">
        <pc:chgData name="Bowen Cheek" userId="S::meldrid8@kennesaw.edu::8fca192e-0677-4b46-9386-7af871cc0c0f" providerId="AD" clId="Web-{9CAF50FD-19B7-2A35-C72A-4F4B7C649E4F}" dt="2026-03-30T13:10:21.837" v="38"/>
        <pc:sldMkLst>
          <pc:docMk/>
          <pc:sldMk cId="40002062" sldId="276"/>
        </pc:sldMkLst>
      </pc:sldChg>
      <pc:sldChg chg="modSp">
        <pc:chgData name="Bowen Cheek" userId="S::meldrid8@kennesaw.edu::8fca192e-0677-4b46-9386-7af871cc0c0f" providerId="AD" clId="Web-{9CAF50FD-19B7-2A35-C72A-4F4B7C649E4F}" dt="2026-03-30T12:55:28.529" v="13" actId="20577"/>
        <pc:sldMkLst>
          <pc:docMk/>
          <pc:sldMk cId="2091101961" sldId="278"/>
        </pc:sldMkLst>
        <pc:spChg chg="mod">
          <ac:chgData name="Bowen Cheek" userId="S::meldrid8@kennesaw.edu::8fca192e-0677-4b46-9386-7af871cc0c0f" providerId="AD" clId="Web-{9CAF50FD-19B7-2A35-C72A-4F4B7C649E4F}" dt="2026-03-30T12:55:28.529" v="13" actId="20577"/>
          <ac:spMkLst>
            <pc:docMk/>
            <pc:sldMk cId="2091101961" sldId="278"/>
            <ac:spMk id="3" creationId="{4FBFA2BB-9600-E205-5041-41211B6E5346}"/>
          </ac:spMkLst>
        </pc:spChg>
      </pc:sldChg>
      <pc:sldChg chg="addSp">
        <pc:chgData name="Bowen Cheek" userId="S::meldrid8@kennesaw.edu::8fca192e-0677-4b46-9386-7af871cc0c0f" providerId="AD" clId="Web-{9CAF50FD-19B7-2A35-C72A-4F4B7C649E4F}" dt="2026-03-30T13:16:31.497" v="82"/>
        <pc:sldMkLst>
          <pc:docMk/>
          <pc:sldMk cId="244257029" sldId="279"/>
        </pc:sldMkLst>
      </pc:sldChg>
      <pc:sldChg chg="addSp delSp">
        <pc:chgData name="Bowen Cheek" userId="S::meldrid8@kennesaw.edu::8fca192e-0677-4b46-9386-7af871cc0c0f" providerId="AD" clId="Web-{9CAF50FD-19B7-2A35-C72A-4F4B7C649E4F}" dt="2026-03-30T13:20:33.440" v="130"/>
        <pc:sldMkLst>
          <pc:docMk/>
          <pc:sldMk cId="72858719" sldId="280"/>
        </pc:sldMkLst>
      </pc:sldChg>
      <pc:sldChg chg="addSp">
        <pc:chgData name="Bowen Cheek" userId="S::meldrid8@kennesaw.edu::8fca192e-0677-4b46-9386-7af871cc0c0f" providerId="AD" clId="Web-{9CAF50FD-19B7-2A35-C72A-4F4B7C649E4F}" dt="2026-03-30T13:49:41.379" v="351"/>
        <pc:sldMkLst>
          <pc:docMk/>
          <pc:sldMk cId="2032809377" sldId="281"/>
        </pc:sldMkLst>
      </pc:sldChg>
      <pc:sldChg chg="addSp delSp">
        <pc:chgData name="Bowen Cheek" userId="S::meldrid8@kennesaw.edu::8fca192e-0677-4b46-9386-7af871cc0c0f" providerId="AD" clId="Web-{9CAF50FD-19B7-2A35-C72A-4F4B7C649E4F}" dt="2026-03-30T13:28:05.006" v="245"/>
        <pc:sldMkLst>
          <pc:docMk/>
          <pc:sldMk cId="2138030264" sldId="282"/>
        </pc:sldMkLst>
      </pc:sldChg>
      <pc:sldChg chg="addSp">
        <pc:chgData name="Bowen Cheek" userId="S::meldrid8@kennesaw.edu::8fca192e-0677-4b46-9386-7af871cc0c0f" providerId="AD" clId="Web-{9CAF50FD-19B7-2A35-C72A-4F4B7C649E4F}" dt="2026-03-30T13:42:16.345" v="329"/>
        <pc:sldMkLst>
          <pc:docMk/>
          <pc:sldMk cId="1232029049" sldId="283"/>
        </pc:sldMkLst>
      </pc:sldChg>
      <pc:sldChg chg="addSp">
        <pc:chgData name="Bowen Cheek" userId="S::meldrid8@kennesaw.edu::8fca192e-0677-4b46-9386-7af871cc0c0f" providerId="AD" clId="Web-{9CAF50FD-19B7-2A35-C72A-4F4B7C649E4F}" dt="2026-03-30T13:46:30.815" v="350"/>
        <pc:sldMkLst>
          <pc:docMk/>
          <pc:sldMk cId="2444042423" sldId="284"/>
        </pc:sldMkLst>
      </pc:sldChg>
    </pc:docChg>
  </pc:docChgLst>
  <pc:docChgLst>
    <pc:chgData name="Bowen Cheek" userId="8fca192e-0677-4b46-9386-7af871cc0c0f" providerId="ADAL" clId="{A7C2DF13-9E9B-41A5-8CD9-30DC2F6668C6}"/>
    <pc:docChg chg="custSel modSld">
      <pc:chgData name="Bowen Cheek" userId="8fca192e-0677-4b46-9386-7af871cc0c0f" providerId="ADAL" clId="{A7C2DF13-9E9B-41A5-8CD9-30DC2F6668C6}" dt="2026-03-25T13:57:42.398" v="411" actId="478"/>
      <pc:docMkLst>
        <pc:docMk/>
      </pc:docMkLst>
      <pc:sldChg chg="addSp delSp modSp mod">
        <pc:chgData name="Bowen Cheek" userId="8fca192e-0677-4b46-9386-7af871cc0c0f" providerId="ADAL" clId="{A7C2DF13-9E9B-41A5-8CD9-30DC2F6668C6}" dt="2026-03-25T13:19:48.867" v="80"/>
        <pc:sldMkLst>
          <pc:docMk/>
          <pc:sldMk cId="2833211627" sldId="259"/>
        </pc:sldMkLst>
      </pc:sldChg>
      <pc:sldChg chg="addSp delSp modSp mod">
        <pc:chgData name="Bowen Cheek" userId="8fca192e-0677-4b46-9386-7af871cc0c0f" providerId="ADAL" clId="{A7C2DF13-9E9B-41A5-8CD9-30DC2F6668C6}" dt="2026-03-25T13:19:07.239" v="74"/>
        <pc:sldMkLst>
          <pc:docMk/>
          <pc:sldMk cId="3427897978" sldId="260"/>
        </pc:sldMkLst>
      </pc:sldChg>
      <pc:sldChg chg="addSp delSp modSp mod">
        <pc:chgData name="Bowen Cheek" userId="8fca192e-0677-4b46-9386-7af871cc0c0f" providerId="ADAL" clId="{A7C2DF13-9E9B-41A5-8CD9-30DC2F6668C6}" dt="2026-03-25T13:24:16.764" v="134"/>
        <pc:sldMkLst>
          <pc:docMk/>
          <pc:sldMk cId="3623862631" sldId="261"/>
        </pc:sldMkLst>
      </pc:sldChg>
      <pc:sldChg chg="addSp delSp modSp mod">
        <pc:chgData name="Bowen Cheek" userId="8fca192e-0677-4b46-9386-7af871cc0c0f" providerId="ADAL" clId="{A7C2DF13-9E9B-41A5-8CD9-30DC2F6668C6}" dt="2026-03-25T13:26:56.637" v="187"/>
        <pc:sldMkLst>
          <pc:docMk/>
          <pc:sldMk cId="836616774" sldId="264"/>
        </pc:sldMkLst>
      </pc:sldChg>
      <pc:sldChg chg="addSp delSp modSp mod">
        <pc:chgData name="Bowen Cheek" userId="8fca192e-0677-4b46-9386-7af871cc0c0f" providerId="ADAL" clId="{A7C2DF13-9E9B-41A5-8CD9-30DC2F6668C6}" dt="2026-03-25T13:57:42.398" v="411" actId="478"/>
        <pc:sldMkLst>
          <pc:docMk/>
          <pc:sldMk cId="2317211960" sldId="265"/>
        </pc:sldMkLst>
        <pc:spChg chg="add del">
          <ac:chgData name="Bowen Cheek" userId="8fca192e-0677-4b46-9386-7af871cc0c0f" providerId="ADAL" clId="{A7C2DF13-9E9B-41A5-8CD9-30DC2F6668C6}" dt="2026-03-25T13:57:42.398" v="411" actId="478"/>
          <ac:spMkLst>
            <pc:docMk/>
            <pc:sldMk cId="2317211960" sldId="265"/>
            <ac:spMk id="2" creationId="{8FC1FF9C-61D8-111D-4D15-324C7127CF01}"/>
          </ac:spMkLst>
        </pc:spChg>
        <pc:spChg chg="add del">
          <ac:chgData name="Bowen Cheek" userId="8fca192e-0677-4b46-9386-7af871cc0c0f" providerId="ADAL" clId="{A7C2DF13-9E9B-41A5-8CD9-30DC2F6668C6}" dt="2026-03-25T13:57:42.398" v="411" actId="478"/>
          <ac:spMkLst>
            <pc:docMk/>
            <pc:sldMk cId="2317211960" sldId="265"/>
            <ac:spMk id="4" creationId="{57CF361E-BD58-386D-2C51-BE6669754736}"/>
          </ac:spMkLst>
        </pc:spChg>
        <pc:spChg chg="add del">
          <ac:chgData name="Bowen Cheek" userId="8fca192e-0677-4b46-9386-7af871cc0c0f" providerId="ADAL" clId="{A7C2DF13-9E9B-41A5-8CD9-30DC2F6668C6}" dt="2026-03-25T13:57:42.398" v="411" actId="478"/>
          <ac:spMkLst>
            <pc:docMk/>
            <pc:sldMk cId="2317211960" sldId="265"/>
            <ac:spMk id="5" creationId="{0195A5B8-87C0-BA21-7D64-730ACDCF25D2}"/>
          </ac:spMkLst>
        </pc:spChg>
        <pc:spChg chg="add del">
          <ac:chgData name="Bowen Cheek" userId="8fca192e-0677-4b46-9386-7af871cc0c0f" providerId="ADAL" clId="{A7C2DF13-9E9B-41A5-8CD9-30DC2F6668C6}" dt="2026-03-25T13:57:42.398" v="411" actId="478"/>
          <ac:spMkLst>
            <pc:docMk/>
            <pc:sldMk cId="2317211960" sldId="265"/>
            <ac:spMk id="6" creationId="{487ABCF8-439A-2211-D5BB-C285E93706B9}"/>
          </ac:spMkLst>
        </pc:spChg>
        <pc:spChg chg="add del">
          <ac:chgData name="Bowen Cheek" userId="8fca192e-0677-4b46-9386-7af871cc0c0f" providerId="ADAL" clId="{A7C2DF13-9E9B-41A5-8CD9-30DC2F6668C6}" dt="2026-03-25T13:57:42.398" v="411" actId="478"/>
          <ac:spMkLst>
            <pc:docMk/>
            <pc:sldMk cId="2317211960" sldId="265"/>
            <ac:spMk id="7" creationId="{57787D8C-3F65-3493-0FBA-DBF00FD615F7}"/>
          </ac:spMkLst>
        </pc:spChg>
        <pc:picChg chg="add del">
          <ac:chgData name="Bowen Cheek" userId="8fca192e-0677-4b46-9386-7af871cc0c0f" providerId="ADAL" clId="{A7C2DF13-9E9B-41A5-8CD9-30DC2F6668C6}" dt="2026-03-25T13:57:42.398" v="411" actId="478"/>
          <ac:picMkLst>
            <pc:docMk/>
            <pc:sldMk cId="2317211960" sldId="265"/>
            <ac:picMk id="4098" creationId="{FB4B7200-6818-9A66-8AE8-B24EB766B308}"/>
          </ac:picMkLst>
        </pc:picChg>
      </pc:sldChg>
      <pc:sldChg chg="addSp delSp modSp mod">
        <pc:chgData name="Bowen Cheek" userId="8fca192e-0677-4b46-9386-7af871cc0c0f" providerId="ADAL" clId="{A7C2DF13-9E9B-41A5-8CD9-30DC2F6668C6}" dt="2026-03-25T13:57:31.128" v="409" actId="478"/>
        <pc:sldMkLst>
          <pc:docMk/>
          <pc:sldMk cId="1467861238" sldId="267"/>
        </pc:sldMkLst>
      </pc:sldChg>
      <pc:sldChg chg="addSp delSp modSp mod">
        <pc:chgData name="Bowen Cheek" userId="8fca192e-0677-4b46-9386-7af871cc0c0f" providerId="ADAL" clId="{A7C2DF13-9E9B-41A5-8CD9-30DC2F6668C6}" dt="2026-03-25T13:57:26.526" v="408" actId="478"/>
        <pc:sldMkLst>
          <pc:docMk/>
          <pc:sldMk cId="4290378374" sldId="268"/>
        </pc:sldMkLst>
      </pc:sldChg>
      <pc:sldChg chg="addSp delSp modSp mod">
        <pc:chgData name="Bowen Cheek" userId="8fca192e-0677-4b46-9386-7af871cc0c0f" providerId="ADAL" clId="{A7C2DF13-9E9B-41A5-8CD9-30DC2F6668C6}" dt="2026-03-25T13:57:17.274" v="405" actId="478"/>
        <pc:sldMkLst>
          <pc:docMk/>
          <pc:sldMk cId="2970039404" sldId="270"/>
        </pc:sldMkLst>
      </pc:sldChg>
      <pc:sldChg chg="addSp delSp modSp mod">
        <pc:chgData name="Bowen Cheek" userId="8fca192e-0677-4b46-9386-7af871cc0c0f" providerId="ADAL" clId="{A7C2DF13-9E9B-41A5-8CD9-30DC2F6668C6}" dt="2026-03-25T13:57:06.915" v="404"/>
        <pc:sldMkLst>
          <pc:docMk/>
          <pc:sldMk cId="208757858" sldId="271"/>
        </pc:sldMkLst>
      </pc:sldChg>
    </pc:docChg>
  </pc:docChgLst>
  <pc:docChgLst>
    <pc:chgData name="Bowen Cheek" userId="S::meldrid8@kennesaw.edu::8fca192e-0677-4b46-9386-7af871cc0c0f" providerId="AD" clId="Web-{CB9C7EA9-70A5-EAA3-21AD-74904AE56E23}"/>
    <pc:docChg chg="modSld">
      <pc:chgData name="Bowen Cheek" userId="S::meldrid8@kennesaw.edu::8fca192e-0677-4b46-9386-7af871cc0c0f" providerId="AD" clId="Web-{CB9C7EA9-70A5-EAA3-21AD-74904AE56E23}" dt="2026-04-01T17:22:26.507" v="321"/>
      <pc:docMkLst>
        <pc:docMk/>
      </pc:docMkLst>
      <pc:sldChg chg="delSp">
        <pc:chgData name="Bowen Cheek" userId="S::meldrid8@kennesaw.edu::8fca192e-0677-4b46-9386-7af871cc0c0f" providerId="AD" clId="Web-{CB9C7EA9-70A5-EAA3-21AD-74904AE56E23}" dt="2026-04-01T17:21:09.224" v="33"/>
        <pc:sldMkLst>
          <pc:docMk/>
          <pc:sldMk cId="40002062" sldId="276"/>
        </pc:sldMkLst>
      </pc:sldChg>
      <pc:sldChg chg="delSp">
        <pc:chgData name="Bowen Cheek" userId="S::meldrid8@kennesaw.edu::8fca192e-0677-4b46-9386-7af871cc0c0f" providerId="AD" clId="Web-{CB9C7EA9-70A5-EAA3-21AD-74904AE56E23}" dt="2026-04-01T17:21:28.100" v="75"/>
        <pc:sldMkLst>
          <pc:docMk/>
          <pc:sldMk cId="244257029" sldId="279"/>
        </pc:sldMkLst>
      </pc:sldChg>
      <pc:sldChg chg="delSp">
        <pc:chgData name="Bowen Cheek" userId="S::meldrid8@kennesaw.edu::8fca192e-0677-4b46-9386-7af871cc0c0f" providerId="AD" clId="Web-{CB9C7EA9-70A5-EAA3-21AD-74904AE56E23}" dt="2026-04-01T17:21:37.928" v="113"/>
        <pc:sldMkLst>
          <pc:docMk/>
          <pc:sldMk cId="72858719" sldId="280"/>
        </pc:sldMkLst>
      </pc:sldChg>
      <pc:sldChg chg="delSp">
        <pc:chgData name="Bowen Cheek" userId="S::meldrid8@kennesaw.edu::8fca192e-0677-4b46-9386-7af871cc0c0f" providerId="AD" clId="Web-{CB9C7EA9-70A5-EAA3-21AD-74904AE56E23}" dt="2026-04-01T17:21:50.491" v="143"/>
        <pc:sldMkLst>
          <pc:docMk/>
          <pc:sldMk cId="2032809377" sldId="281"/>
        </pc:sldMkLst>
      </pc:sldChg>
      <pc:sldChg chg="delSp">
        <pc:chgData name="Bowen Cheek" userId="S::meldrid8@kennesaw.edu::8fca192e-0677-4b46-9386-7af871cc0c0f" providerId="AD" clId="Web-{CB9C7EA9-70A5-EAA3-21AD-74904AE56E23}" dt="2026-04-01T17:21:59.553" v="199"/>
        <pc:sldMkLst>
          <pc:docMk/>
          <pc:sldMk cId="2138030264" sldId="282"/>
        </pc:sldMkLst>
      </pc:sldChg>
      <pc:sldChg chg="delSp">
        <pc:chgData name="Bowen Cheek" userId="S::meldrid8@kennesaw.edu::8fca192e-0677-4b46-9386-7af871cc0c0f" providerId="AD" clId="Web-{CB9C7EA9-70A5-EAA3-21AD-74904AE56E23}" dt="2026-04-01T17:22:09.319" v="289"/>
        <pc:sldMkLst>
          <pc:docMk/>
          <pc:sldMk cId="1232029049" sldId="283"/>
        </pc:sldMkLst>
      </pc:sldChg>
      <pc:sldChg chg="delSp">
        <pc:chgData name="Bowen Cheek" userId="S::meldrid8@kennesaw.edu::8fca192e-0677-4b46-9386-7af871cc0c0f" providerId="AD" clId="Web-{CB9C7EA9-70A5-EAA3-21AD-74904AE56E23}" dt="2026-04-01T17:22:26.507" v="321"/>
        <pc:sldMkLst>
          <pc:docMk/>
          <pc:sldMk cId="2444042423" sldId="284"/>
        </pc:sldMkLst>
      </pc:sldChg>
    </pc:docChg>
  </pc:docChgLst>
  <pc:docChgLst>
    <pc:chgData name="Bowen Cheek" userId="S::meldrid8@kennesaw.edu::8fca192e-0677-4b46-9386-7af871cc0c0f" providerId="AD" clId="Web-{59DA71C5-3C22-A078-D4F0-57B90C8F2E74}"/>
    <pc:docChg chg="modSld">
      <pc:chgData name="Bowen Cheek" userId="S::meldrid8@kennesaw.edu::8fca192e-0677-4b46-9386-7af871cc0c0f" providerId="AD" clId="Web-{59DA71C5-3C22-A078-D4F0-57B90C8F2E74}" dt="2026-03-25T14:13:48.951" v="231"/>
      <pc:docMkLst>
        <pc:docMk/>
      </pc:docMkLst>
      <pc:sldChg chg="delSp">
        <pc:chgData name="Bowen Cheek" userId="S::meldrid8@kennesaw.edu::8fca192e-0677-4b46-9386-7af871cc0c0f" providerId="AD" clId="Web-{59DA71C5-3C22-A078-D4F0-57B90C8F2E74}" dt="2026-03-25T14:13:48.951" v="231"/>
        <pc:sldMkLst>
          <pc:docMk/>
          <pc:sldMk cId="2833211627" sldId="259"/>
        </pc:sldMkLst>
      </pc:sldChg>
      <pc:sldChg chg="delSp">
        <pc:chgData name="Bowen Cheek" userId="S::meldrid8@kennesaw.edu::8fca192e-0677-4b46-9386-7af871cc0c0f" providerId="AD" clId="Web-{59DA71C5-3C22-A078-D4F0-57B90C8F2E74}" dt="2026-03-25T14:12:14.259" v="64"/>
        <pc:sldMkLst>
          <pc:docMk/>
          <pc:sldMk cId="3427897978" sldId="260"/>
        </pc:sldMkLst>
      </pc:sldChg>
      <pc:sldChg chg="delSp">
        <pc:chgData name="Bowen Cheek" userId="S::meldrid8@kennesaw.edu::8fca192e-0677-4b46-9386-7af871cc0c0f" providerId="AD" clId="Web-{59DA71C5-3C22-A078-D4F0-57B90C8F2E74}" dt="2026-03-25T14:12:28.041" v="109"/>
        <pc:sldMkLst>
          <pc:docMk/>
          <pc:sldMk cId="3623862631" sldId="261"/>
        </pc:sldMkLst>
      </pc:sldChg>
      <pc:sldChg chg="delSp">
        <pc:chgData name="Bowen Cheek" userId="S::meldrid8@kennesaw.edu::8fca192e-0677-4b46-9386-7af871cc0c0f" providerId="AD" clId="Web-{59DA71C5-3C22-A078-D4F0-57B90C8F2E74}" dt="2026-03-25T14:12:42.135" v="153"/>
        <pc:sldMkLst>
          <pc:docMk/>
          <pc:sldMk cId="836616774" sldId="264"/>
        </pc:sldMkLst>
      </pc:sldChg>
      <pc:sldChg chg="delSp">
        <pc:chgData name="Bowen Cheek" userId="S::meldrid8@kennesaw.edu::8fca192e-0677-4b46-9386-7af871cc0c0f" providerId="AD" clId="Web-{59DA71C5-3C22-A078-D4F0-57B90C8F2E74}" dt="2026-03-25T14:13:11.059" v="229"/>
        <pc:sldMkLst>
          <pc:docMk/>
          <pc:sldMk cId="2317211960" sldId="265"/>
        </pc:sldMkLst>
      </pc:sldChg>
    </pc:docChg>
  </pc:docChgLst>
  <pc:docChgLst>
    <pc:chgData name="Bowen Cheek" userId="S::meldrid8@kennesaw.edu::8fca192e-0677-4b46-9386-7af871cc0c0f" providerId="AD" clId="Web-{2600E0D5-0EB6-6E4F-0906-10186FB5422B}"/>
    <pc:docChg chg="delSld">
      <pc:chgData name="Bowen Cheek" userId="S::meldrid8@kennesaw.edu::8fca192e-0677-4b46-9386-7af871cc0c0f" providerId="AD" clId="Web-{2600E0D5-0EB6-6E4F-0906-10186FB5422B}" dt="2026-04-06T15:52:59.554" v="5"/>
      <pc:docMkLst>
        <pc:docMk/>
      </pc:docMkLst>
      <pc:sldChg chg="del">
        <pc:chgData name="Bowen Cheek" userId="S::meldrid8@kennesaw.edu::8fca192e-0677-4b46-9386-7af871cc0c0f" providerId="AD" clId="Web-{2600E0D5-0EB6-6E4F-0906-10186FB5422B}" dt="2026-04-06T15:52:06.695" v="0"/>
        <pc:sldMkLst>
          <pc:docMk/>
          <pc:sldMk cId="846114557" sldId="262"/>
        </pc:sldMkLst>
      </pc:sldChg>
      <pc:sldChg chg="del">
        <pc:chgData name="Bowen Cheek" userId="S::meldrid8@kennesaw.edu::8fca192e-0677-4b46-9386-7af871cc0c0f" providerId="AD" clId="Web-{2600E0D5-0EB6-6E4F-0906-10186FB5422B}" dt="2026-04-06T15:52:17.554" v="1"/>
        <pc:sldMkLst>
          <pc:docMk/>
          <pc:sldMk cId="1533082990" sldId="266"/>
        </pc:sldMkLst>
      </pc:sldChg>
      <pc:sldChg chg="del">
        <pc:chgData name="Bowen Cheek" userId="S::meldrid8@kennesaw.edu::8fca192e-0677-4b46-9386-7af871cc0c0f" providerId="AD" clId="Web-{2600E0D5-0EB6-6E4F-0906-10186FB5422B}" dt="2026-04-06T15:52:38.570" v="2"/>
        <pc:sldMkLst>
          <pc:docMk/>
          <pc:sldMk cId="2175257890" sldId="272"/>
        </pc:sldMkLst>
      </pc:sldChg>
      <pc:sldChg chg="del">
        <pc:chgData name="Bowen Cheek" userId="S::meldrid8@kennesaw.edu::8fca192e-0677-4b46-9386-7af871cc0c0f" providerId="AD" clId="Web-{2600E0D5-0EB6-6E4F-0906-10186FB5422B}" dt="2026-04-06T15:52:48.664" v="3"/>
        <pc:sldMkLst>
          <pc:docMk/>
          <pc:sldMk cId="2091101961" sldId="278"/>
        </pc:sldMkLst>
      </pc:sldChg>
      <pc:sldChg chg="del">
        <pc:chgData name="Bowen Cheek" userId="S::meldrid8@kennesaw.edu::8fca192e-0677-4b46-9386-7af871cc0c0f" providerId="AD" clId="Web-{2600E0D5-0EB6-6E4F-0906-10186FB5422B}" dt="2026-04-06T15:52:54.664" v="4"/>
        <pc:sldMkLst>
          <pc:docMk/>
          <pc:sldMk cId="2444042423" sldId="284"/>
        </pc:sldMkLst>
      </pc:sldChg>
      <pc:sldChg chg="del">
        <pc:chgData name="Bowen Cheek" userId="S::meldrid8@kennesaw.edu::8fca192e-0677-4b46-9386-7af871cc0c0f" providerId="AD" clId="Web-{2600E0D5-0EB6-6E4F-0906-10186FB5422B}" dt="2026-04-06T15:52:59.554" v="5"/>
        <pc:sldMkLst>
          <pc:docMk/>
          <pc:sldMk cId="3291252258" sldId="288"/>
        </pc:sldMkLst>
      </pc:sldChg>
    </pc:docChg>
  </pc:docChgLst>
  <pc:docChgLst>
    <pc:chgData name="Bowen Cheek" userId="S::meldrid8@kennesaw.edu::8fca192e-0677-4b46-9386-7af871cc0c0f" providerId="AD" clId="Web-{08A1B0D9-CE1D-9C26-0C37-66AB1398D16B}"/>
    <pc:docChg chg="modSld">
      <pc:chgData name="Bowen Cheek" userId="S::meldrid8@kennesaw.edu::8fca192e-0677-4b46-9386-7af871cc0c0f" providerId="AD" clId="Web-{08A1B0D9-CE1D-9C26-0C37-66AB1398D16B}" dt="2026-03-27T13:50:40.040" v="126"/>
      <pc:docMkLst>
        <pc:docMk/>
      </pc:docMkLst>
      <pc:sldChg chg="addSp delSp">
        <pc:chgData name="Bowen Cheek" userId="S::meldrid8@kennesaw.edu::8fca192e-0677-4b46-9386-7af871cc0c0f" providerId="AD" clId="Web-{08A1B0D9-CE1D-9C26-0C37-66AB1398D16B}" dt="2026-03-27T13:50:40.040" v="126"/>
        <pc:sldMkLst>
          <pc:docMk/>
          <pc:sldMk cId="1959899255" sldId="274"/>
        </pc:sldMkLst>
      </pc:sldChg>
      <pc:sldChg chg="addSp delSp">
        <pc:chgData name="Bowen Cheek" userId="S::meldrid8@kennesaw.edu::8fca192e-0677-4b46-9386-7af871cc0c0f" providerId="AD" clId="Web-{08A1B0D9-CE1D-9C26-0C37-66AB1398D16B}" dt="2026-03-27T13:38:46.063" v="62"/>
        <pc:sldMkLst>
          <pc:docMk/>
          <pc:sldMk cId="1732609425" sldId="275"/>
        </pc:sldMkLst>
      </pc:sldChg>
    </pc:docChg>
  </pc:docChgLst>
  <pc:docChgLst>
    <pc:chgData name="Bowen Cheek" userId="8fca192e-0677-4b46-9386-7af871cc0c0f" providerId="ADAL" clId="{539CF98A-204F-498C-B6D5-5A6451AD35FD}"/>
    <pc:docChg chg="undo custSel addSld modSld sldOrd modMainMaster">
      <pc:chgData name="Bowen Cheek" userId="8fca192e-0677-4b46-9386-7af871cc0c0f" providerId="ADAL" clId="{539CF98A-204F-498C-B6D5-5A6451AD35FD}" dt="2026-04-06T15:50:11.836" v="4107" actId="962"/>
      <pc:docMkLst>
        <pc:docMk/>
      </pc:docMkLst>
      <pc:sldChg chg="addSp modSp mod">
        <pc:chgData name="Bowen Cheek" userId="8fca192e-0677-4b46-9386-7af871cc0c0f" providerId="ADAL" clId="{539CF98A-204F-498C-B6D5-5A6451AD35FD}" dt="2026-03-24T13:58:21.096" v="3899" actId="962"/>
        <pc:sldMkLst>
          <pc:docMk/>
          <pc:sldMk cId="109857222" sldId="256"/>
        </pc:sldMkLst>
        <pc:spChg chg="mod">
          <ac:chgData name="Bowen Cheek" userId="8fca192e-0677-4b46-9386-7af871cc0c0f" providerId="ADAL" clId="{539CF98A-204F-498C-B6D5-5A6451AD35FD}" dt="2026-03-23T15:52:28.534" v="1919" actId="1076"/>
          <ac:spMkLst>
            <pc:docMk/>
            <pc:sldMk cId="109857222" sldId="256"/>
            <ac:spMk id="2" creationId="{00000000-0000-0000-0000-000000000000}"/>
          </ac:spMkLst>
        </pc:spChg>
        <pc:spChg chg="mod">
          <ac:chgData name="Bowen Cheek" userId="8fca192e-0677-4b46-9386-7af871cc0c0f" providerId="ADAL" clId="{539CF98A-204F-498C-B6D5-5A6451AD35FD}" dt="2026-03-23T15:52:02.864" v="1915" actId="1076"/>
          <ac:spMkLst>
            <pc:docMk/>
            <pc:sldMk cId="109857222" sldId="256"/>
            <ac:spMk id="3" creationId="{00000000-0000-0000-0000-000000000000}"/>
          </ac:spMkLst>
        </pc:spChg>
        <pc:picChg chg="add mod modCrop">
          <ac:chgData name="Bowen Cheek" userId="8fca192e-0677-4b46-9386-7af871cc0c0f" providerId="ADAL" clId="{539CF98A-204F-498C-B6D5-5A6451AD35FD}" dt="2026-03-24T13:58:21.096" v="3899" actId="962"/>
          <ac:picMkLst>
            <pc:docMk/>
            <pc:sldMk cId="109857222" sldId="256"/>
            <ac:picMk id="5" creationId="{9E9655E1-2692-0FF5-5BA8-E57FF6B0F624}"/>
          </ac:picMkLst>
        </pc:picChg>
      </pc:sldChg>
      <pc:sldChg chg="modSp new mod">
        <pc:chgData name="Bowen Cheek" userId="8fca192e-0677-4b46-9386-7af871cc0c0f" providerId="ADAL" clId="{539CF98A-204F-498C-B6D5-5A6451AD35FD}" dt="2026-04-06T15:47:59.404" v="4076" actId="1036"/>
        <pc:sldMkLst>
          <pc:docMk/>
          <pc:sldMk cId="2629348482" sldId="257"/>
        </pc:sldMkLst>
        <pc:spChg chg="mod">
          <ac:chgData name="Bowen Cheek" userId="8fca192e-0677-4b46-9386-7af871cc0c0f" providerId="ADAL" clId="{539CF98A-204F-498C-B6D5-5A6451AD35FD}" dt="2026-03-19T14:43:00.924" v="13" actId="20577"/>
          <ac:spMkLst>
            <pc:docMk/>
            <pc:sldMk cId="2629348482" sldId="257"/>
            <ac:spMk id="2" creationId="{030FD170-DF39-E4FF-F740-B4C574A8DE33}"/>
          </ac:spMkLst>
        </pc:spChg>
        <pc:spChg chg="mod">
          <ac:chgData name="Bowen Cheek" userId="8fca192e-0677-4b46-9386-7af871cc0c0f" providerId="ADAL" clId="{539CF98A-204F-498C-B6D5-5A6451AD35FD}" dt="2026-04-06T15:42:06.204" v="4072" actId="20577"/>
          <ac:spMkLst>
            <pc:docMk/>
            <pc:sldMk cId="2629348482" sldId="257"/>
            <ac:spMk id="3" creationId="{A5DBCF2B-451B-12EF-6924-118A0562255D}"/>
          </ac:spMkLst>
        </pc:spChg>
        <pc:spChg chg="mod">
          <ac:chgData name="Bowen Cheek" userId="8fca192e-0677-4b46-9386-7af871cc0c0f" providerId="ADAL" clId="{539CF98A-204F-498C-B6D5-5A6451AD35FD}" dt="2026-04-06T15:47:53.276" v="4074" actId="962"/>
          <ac:spMkLst>
            <pc:docMk/>
            <pc:sldMk cId="2629348482" sldId="257"/>
            <ac:spMk id="4" creationId="{627611D8-D785-44C2-F238-A35B3817B410}"/>
          </ac:spMkLst>
        </pc:spChg>
        <pc:spChg chg="mod">
          <ac:chgData name="Bowen Cheek" userId="8fca192e-0677-4b46-9386-7af871cc0c0f" providerId="ADAL" clId="{539CF98A-204F-498C-B6D5-5A6451AD35FD}" dt="2026-04-06T15:47:59.404" v="4076" actId="1036"/>
          <ac:spMkLst>
            <pc:docMk/>
            <pc:sldMk cId="2629348482" sldId="257"/>
            <ac:spMk id="5" creationId="{0767100C-7645-0EC6-F2A1-B61F0EBB1F6D}"/>
          </ac:spMkLst>
        </pc:spChg>
      </pc:sldChg>
      <pc:sldChg chg="addSp delSp modSp new mod setBg">
        <pc:chgData name="Bowen Cheek" userId="8fca192e-0677-4b46-9386-7af871cc0c0f" providerId="ADAL" clId="{539CF98A-204F-498C-B6D5-5A6451AD35FD}" dt="2026-04-06T15:48:03.046" v="4077" actId="962"/>
        <pc:sldMkLst>
          <pc:docMk/>
          <pc:sldMk cId="4146967794" sldId="258"/>
        </pc:sldMkLst>
        <pc:spChg chg="mod">
          <ac:chgData name="Bowen Cheek" userId="8fca192e-0677-4b46-9386-7af871cc0c0f" providerId="ADAL" clId="{539CF98A-204F-498C-B6D5-5A6451AD35FD}" dt="2026-03-19T14:48:21.209" v="82" actId="14100"/>
          <ac:spMkLst>
            <pc:docMk/>
            <pc:sldMk cId="4146967794" sldId="258"/>
            <ac:spMk id="2" creationId="{19335C22-5372-1399-9D4C-5BCE57E404BC}"/>
          </ac:spMkLst>
        </pc:spChg>
        <pc:spChg chg="mod ord">
          <ac:chgData name="Bowen Cheek" userId="8fca192e-0677-4b46-9386-7af871cc0c0f" providerId="ADAL" clId="{539CF98A-204F-498C-B6D5-5A6451AD35FD}" dt="2026-03-19T15:34:35.127" v="727" actId="962"/>
          <ac:spMkLst>
            <pc:docMk/>
            <pc:sldMk cId="4146967794" sldId="258"/>
            <ac:spMk id="4" creationId="{C8E56AAB-1D18-6605-3B68-DDB283487434}"/>
          </ac:spMkLst>
        </pc:spChg>
        <pc:spChg chg="mod ord">
          <ac:chgData name="Bowen Cheek" userId="8fca192e-0677-4b46-9386-7af871cc0c0f" providerId="ADAL" clId="{539CF98A-204F-498C-B6D5-5A6451AD35FD}" dt="2026-04-06T15:48:03.046" v="4077" actId="962"/>
          <ac:spMkLst>
            <pc:docMk/>
            <pc:sldMk cId="4146967794" sldId="258"/>
            <ac:spMk id="5" creationId="{5F7F2859-852D-582D-B97F-F84084DA9A97}"/>
          </ac:spMkLst>
        </pc:spChg>
        <pc:spChg chg="add mod ord">
          <ac:chgData name="Bowen Cheek" userId="8fca192e-0677-4b46-9386-7af871cc0c0f" providerId="ADAL" clId="{539CF98A-204F-498C-B6D5-5A6451AD35FD}" dt="2026-03-19T15:34:43.192" v="728"/>
          <ac:spMkLst>
            <pc:docMk/>
            <pc:sldMk cId="4146967794" sldId="258"/>
            <ac:spMk id="7" creationId="{5019869F-1BCE-406F-13E3-400F2ADEC325}"/>
          </ac:spMkLst>
        </pc:spChg>
        <pc:spChg chg="add mod ord">
          <ac:chgData name="Bowen Cheek" userId="8fca192e-0677-4b46-9386-7af871cc0c0f" providerId="ADAL" clId="{539CF98A-204F-498C-B6D5-5A6451AD35FD}" dt="2026-03-19T15:34:47.037" v="729"/>
          <ac:spMkLst>
            <pc:docMk/>
            <pc:sldMk cId="4146967794" sldId="258"/>
            <ac:spMk id="9" creationId="{A40F7D10-E5D1-7DEB-AD70-FEC94167688B}"/>
          </ac:spMkLst>
        </pc:spChg>
        <pc:spChg chg="add mod">
          <ac:chgData name="Bowen Cheek" userId="8fca192e-0677-4b46-9386-7af871cc0c0f" providerId="ADAL" clId="{539CF98A-204F-498C-B6D5-5A6451AD35FD}" dt="2026-03-19T14:52:54.929" v="94" actId="1076"/>
          <ac:spMkLst>
            <pc:docMk/>
            <pc:sldMk cId="4146967794" sldId="258"/>
            <ac:spMk id="10" creationId="{94426FD5-E6FD-1A90-1073-B7EEE8050CAF}"/>
          </ac:spMkLst>
        </pc:spChg>
        <pc:picChg chg="add mod">
          <ac:chgData name="Bowen Cheek" userId="8fca192e-0677-4b46-9386-7af871cc0c0f" providerId="ADAL" clId="{539CF98A-204F-498C-B6D5-5A6451AD35FD}" dt="2026-03-19T15:31:19.754" v="702" actId="962"/>
          <ac:picMkLst>
            <pc:docMk/>
            <pc:sldMk cId="4146967794" sldId="258"/>
            <ac:picMk id="1026" creationId="{790B237A-62DE-1A80-940B-7459BCCFA81E}"/>
          </ac:picMkLst>
        </pc:picChg>
        <pc:picChg chg="add mod">
          <ac:chgData name="Bowen Cheek" userId="8fca192e-0677-4b46-9386-7af871cc0c0f" providerId="ADAL" clId="{539CF98A-204F-498C-B6D5-5A6451AD35FD}" dt="2026-03-19T15:31:36.554" v="704" actId="962"/>
          <ac:picMkLst>
            <pc:docMk/>
            <pc:sldMk cId="4146967794" sldId="258"/>
            <ac:picMk id="1028" creationId="{00537367-B61E-BD76-175D-F19290A298DB}"/>
          </ac:picMkLst>
        </pc:picChg>
      </pc:sldChg>
      <pc:sldChg chg="addSp delSp modSp new mod">
        <pc:chgData name="Bowen Cheek" userId="8fca192e-0677-4b46-9386-7af871cc0c0f" providerId="ADAL" clId="{539CF98A-204F-498C-B6D5-5A6451AD35FD}" dt="2026-04-06T15:48:07.664" v="4078" actId="962"/>
        <pc:sldMkLst>
          <pc:docMk/>
          <pc:sldMk cId="2833211627" sldId="259"/>
        </pc:sldMkLst>
        <pc:spChg chg="mod">
          <ac:chgData name="Bowen Cheek" userId="8fca192e-0677-4b46-9386-7af871cc0c0f" providerId="ADAL" clId="{539CF98A-204F-498C-B6D5-5A6451AD35FD}" dt="2026-03-19T14:56:42.433" v="187" actId="20577"/>
          <ac:spMkLst>
            <pc:docMk/>
            <pc:sldMk cId="2833211627" sldId="259"/>
            <ac:spMk id="2" creationId="{44C23594-2D30-C84F-4B9A-11978A17E2AD}"/>
          </ac:spMkLst>
        </pc:spChg>
        <pc:spChg chg="mod">
          <ac:chgData name="Bowen Cheek" userId="8fca192e-0677-4b46-9386-7af871cc0c0f" providerId="ADAL" clId="{539CF98A-204F-498C-B6D5-5A6451AD35FD}" dt="2026-03-19T15:35:16.672" v="730" actId="962"/>
          <ac:spMkLst>
            <pc:docMk/>
            <pc:sldMk cId="2833211627" sldId="259"/>
            <ac:spMk id="4" creationId="{844A804A-2930-D259-B20E-652C09E4F002}"/>
          </ac:spMkLst>
        </pc:spChg>
        <pc:spChg chg="mod ord">
          <ac:chgData name="Bowen Cheek" userId="8fca192e-0677-4b46-9386-7af871cc0c0f" providerId="ADAL" clId="{539CF98A-204F-498C-B6D5-5A6451AD35FD}" dt="2026-04-06T15:48:07.664" v="4078" actId="962"/>
          <ac:spMkLst>
            <pc:docMk/>
            <pc:sldMk cId="2833211627" sldId="259"/>
            <ac:spMk id="5" creationId="{B2BC2E1F-0EB2-5653-24B2-7BDDA2844128}"/>
          </ac:spMkLst>
        </pc:spChg>
        <pc:spChg chg="add mod">
          <ac:chgData name="Bowen Cheek" userId="8fca192e-0677-4b46-9386-7af871cc0c0f" providerId="ADAL" clId="{539CF98A-204F-498C-B6D5-5A6451AD35FD}" dt="2026-03-19T14:56:08.619" v="164" actId="2711"/>
          <ac:spMkLst>
            <pc:docMk/>
            <pc:sldMk cId="2833211627" sldId="259"/>
            <ac:spMk id="7" creationId="{2364FD61-A1EC-DAF6-C47B-FA6F83CDD40B}"/>
          </ac:spMkLst>
        </pc:spChg>
        <pc:picChg chg="add mod">
          <ac:chgData name="Bowen Cheek" userId="8fca192e-0677-4b46-9386-7af871cc0c0f" providerId="ADAL" clId="{539CF98A-204F-498C-B6D5-5A6451AD35FD}" dt="2026-03-19T15:31:58.681" v="706" actId="962"/>
          <ac:picMkLst>
            <pc:docMk/>
            <pc:sldMk cId="2833211627" sldId="259"/>
            <ac:picMk id="2050" creationId="{F2C12355-E803-0AE6-F441-9D6B4B63628A}"/>
          </ac:picMkLst>
        </pc:picChg>
      </pc:sldChg>
      <pc:sldChg chg="modSp new mod">
        <pc:chgData name="Bowen Cheek" userId="8fca192e-0677-4b46-9386-7af871cc0c0f" providerId="ADAL" clId="{539CF98A-204F-498C-B6D5-5A6451AD35FD}" dt="2026-04-06T15:48:12.874" v="4079" actId="962"/>
        <pc:sldMkLst>
          <pc:docMk/>
          <pc:sldMk cId="3427897978" sldId="260"/>
        </pc:sldMkLst>
        <pc:spChg chg="mod">
          <ac:chgData name="Bowen Cheek" userId="8fca192e-0677-4b46-9386-7af871cc0c0f" providerId="ADAL" clId="{539CF98A-204F-498C-B6D5-5A6451AD35FD}" dt="2026-03-19T14:57:45.146" v="216" actId="20577"/>
          <ac:spMkLst>
            <pc:docMk/>
            <pc:sldMk cId="3427897978" sldId="260"/>
            <ac:spMk id="2" creationId="{2991E7DB-F420-535F-618F-FF9CB21F5554}"/>
          </ac:spMkLst>
        </pc:spChg>
        <pc:spChg chg="mod">
          <ac:chgData name="Bowen Cheek" userId="8fca192e-0677-4b46-9386-7af871cc0c0f" providerId="ADAL" clId="{539CF98A-204F-498C-B6D5-5A6451AD35FD}" dt="2026-03-19T15:02:49.691" v="220" actId="14100"/>
          <ac:spMkLst>
            <pc:docMk/>
            <pc:sldMk cId="3427897978" sldId="260"/>
            <ac:spMk id="3" creationId="{BB7E39CC-7ED8-1D43-7B34-E290D0941DC7}"/>
          </ac:spMkLst>
        </pc:spChg>
        <pc:spChg chg="mod">
          <ac:chgData name="Bowen Cheek" userId="8fca192e-0677-4b46-9386-7af871cc0c0f" providerId="ADAL" clId="{539CF98A-204F-498C-B6D5-5A6451AD35FD}" dt="2026-03-19T15:35:35.474" v="733" actId="962"/>
          <ac:spMkLst>
            <pc:docMk/>
            <pc:sldMk cId="3427897978" sldId="260"/>
            <ac:spMk id="4" creationId="{1D1D36E7-46D8-AF7D-6737-73FFF1035B06}"/>
          </ac:spMkLst>
        </pc:spChg>
        <pc:spChg chg="mod">
          <ac:chgData name="Bowen Cheek" userId="8fca192e-0677-4b46-9386-7af871cc0c0f" providerId="ADAL" clId="{539CF98A-204F-498C-B6D5-5A6451AD35FD}" dt="2026-04-06T15:48:12.874" v="4079" actId="962"/>
          <ac:spMkLst>
            <pc:docMk/>
            <pc:sldMk cId="3427897978" sldId="260"/>
            <ac:spMk id="5" creationId="{25EE4D65-95BA-760C-B688-085FDF2B67E9}"/>
          </ac:spMkLst>
        </pc:spChg>
      </pc:sldChg>
      <pc:sldChg chg="addSp delSp modSp new mod">
        <pc:chgData name="Bowen Cheek" userId="8fca192e-0677-4b46-9386-7af871cc0c0f" providerId="ADAL" clId="{539CF98A-204F-498C-B6D5-5A6451AD35FD}" dt="2026-04-06T15:48:16.931" v="4080" actId="962"/>
        <pc:sldMkLst>
          <pc:docMk/>
          <pc:sldMk cId="3623862631" sldId="261"/>
        </pc:sldMkLst>
        <pc:spChg chg="mod">
          <ac:chgData name="Bowen Cheek" userId="8fca192e-0677-4b46-9386-7af871cc0c0f" providerId="ADAL" clId="{539CF98A-204F-498C-B6D5-5A6451AD35FD}" dt="2026-03-19T15:03:36.261" v="259" actId="20577"/>
          <ac:spMkLst>
            <pc:docMk/>
            <pc:sldMk cId="3623862631" sldId="261"/>
            <ac:spMk id="2" creationId="{E2C1B65D-4B32-3CFC-AE22-7E4B6D9105A5}"/>
          </ac:spMkLst>
        </pc:spChg>
        <pc:spChg chg="mod">
          <ac:chgData name="Bowen Cheek" userId="8fca192e-0677-4b46-9386-7af871cc0c0f" providerId="ADAL" clId="{539CF98A-204F-498C-B6D5-5A6451AD35FD}" dt="2026-03-19T15:35:41.602" v="734" actId="962"/>
          <ac:spMkLst>
            <pc:docMk/>
            <pc:sldMk cId="3623862631" sldId="261"/>
            <ac:spMk id="4" creationId="{F5C4CE9A-69F8-A05D-612F-E0367A9CCF39}"/>
          </ac:spMkLst>
        </pc:spChg>
        <pc:spChg chg="mod ord">
          <ac:chgData name="Bowen Cheek" userId="8fca192e-0677-4b46-9386-7af871cc0c0f" providerId="ADAL" clId="{539CF98A-204F-498C-B6D5-5A6451AD35FD}" dt="2026-04-06T15:48:16.931" v="4080" actId="962"/>
          <ac:spMkLst>
            <pc:docMk/>
            <pc:sldMk cId="3623862631" sldId="261"/>
            <ac:spMk id="5" creationId="{19D576BC-D094-1D44-4AC4-978AFA31AE47}"/>
          </ac:spMkLst>
        </pc:spChg>
        <pc:spChg chg="add mod">
          <ac:chgData name="Bowen Cheek" userId="8fca192e-0677-4b46-9386-7af871cc0c0f" providerId="ADAL" clId="{539CF98A-204F-498C-B6D5-5A6451AD35FD}" dt="2026-03-19T15:08:28.922" v="367" actId="20577"/>
          <ac:spMkLst>
            <pc:docMk/>
            <pc:sldMk cId="3623862631" sldId="261"/>
            <ac:spMk id="7" creationId="{6C10D7B7-3D96-4464-A02D-CA78A8BD874F}"/>
          </ac:spMkLst>
        </pc:spChg>
        <pc:picChg chg="add mod">
          <ac:chgData name="Bowen Cheek" userId="8fca192e-0677-4b46-9386-7af871cc0c0f" providerId="ADAL" clId="{539CF98A-204F-498C-B6D5-5A6451AD35FD}" dt="2026-03-19T15:32:43.754" v="708" actId="962"/>
          <ac:picMkLst>
            <pc:docMk/>
            <pc:sldMk cId="3623862631" sldId="261"/>
            <ac:picMk id="3074" creationId="{54F16421-0306-5F44-96D0-117AE69C30A5}"/>
          </ac:picMkLst>
        </pc:picChg>
      </pc:sldChg>
      <pc:sldChg chg="modSp add mod">
        <pc:chgData name="Bowen Cheek" userId="8fca192e-0677-4b46-9386-7af871cc0c0f" providerId="ADAL" clId="{539CF98A-204F-498C-B6D5-5A6451AD35FD}" dt="2026-04-06T15:48:20.844" v="4081" actId="962"/>
        <pc:sldMkLst>
          <pc:docMk/>
          <pc:sldMk cId="846114557" sldId="262"/>
        </pc:sldMkLst>
        <pc:spChg chg="mod ord">
          <ac:chgData name="Bowen Cheek" userId="8fca192e-0677-4b46-9386-7af871cc0c0f" providerId="ADAL" clId="{539CF98A-204F-498C-B6D5-5A6451AD35FD}" dt="2026-04-06T15:48:20.844" v="4081" actId="962"/>
          <ac:spMkLst>
            <pc:docMk/>
            <pc:sldMk cId="846114557" sldId="262"/>
            <ac:spMk id="5" creationId="{05227BA2-BD44-528F-6204-6725EE59CE2E}"/>
          </ac:spMkLst>
        </pc:spChg>
      </pc:sldChg>
      <pc:sldChg chg="modSp new mod">
        <pc:chgData name="Bowen Cheek" userId="8fca192e-0677-4b46-9386-7af871cc0c0f" providerId="ADAL" clId="{539CF98A-204F-498C-B6D5-5A6451AD35FD}" dt="2026-04-06T15:48:27.754" v="4083" actId="962"/>
        <pc:sldMkLst>
          <pc:docMk/>
          <pc:sldMk cId="2995427090" sldId="263"/>
        </pc:sldMkLst>
        <pc:spChg chg="mod">
          <ac:chgData name="Bowen Cheek" userId="8fca192e-0677-4b46-9386-7af871cc0c0f" providerId="ADAL" clId="{539CF98A-204F-498C-B6D5-5A6451AD35FD}" dt="2026-03-19T15:12:16.541" v="420" actId="20577"/>
          <ac:spMkLst>
            <pc:docMk/>
            <pc:sldMk cId="2995427090" sldId="263"/>
            <ac:spMk id="2" creationId="{C887B9F3-F622-0AB0-D942-11CAE8986445}"/>
          </ac:spMkLst>
        </pc:spChg>
        <pc:spChg chg="mod">
          <ac:chgData name="Bowen Cheek" userId="8fca192e-0677-4b46-9386-7af871cc0c0f" providerId="ADAL" clId="{539CF98A-204F-498C-B6D5-5A6451AD35FD}" dt="2026-03-19T15:12:00.885" v="408" actId="27636"/>
          <ac:spMkLst>
            <pc:docMk/>
            <pc:sldMk cId="2995427090" sldId="263"/>
            <ac:spMk id="3" creationId="{291C5568-95A3-5026-7544-AC038AD638A7}"/>
          </ac:spMkLst>
        </pc:spChg>
        <pc:spChg chg="mod">
          <ac:chgData name="Bowen Cheek" userId="8fca192e-0677-4b46-9386-7af871cc0c0f" providerId="ADAL" clId="{539CF98A-204F-498C-B6D5-5A6451AD35FD}" dt="2026-03-19T15:36:04.509" v="741" actId="962"/>
          <ac:spMkLst>
            <pc:docMk/>
            <pc:sldMk cId="2995427090" sldId="263"/>
            <ac:spMk id="4" creationId="{D10E5A19-1AC2-0811-601A-712576AF2DFC}"/>
          </ac:spMkLst>
        </pc:spChg>
        <pc:spChg chg="mod">
          <ac:chgData name="Bowen Cheek" userId="8fca192e-0677-4b46-9386-7af871cc0c0f" providerId="ADAL" clId="{539CF98A-204F-498C-B6D5-5A6451AD35FD}" dt="2026-04-06T15:48:27.754" v="4083" actId="962"/>
          <ac:spMkLst>
            <pc:docMk/>
            <pc:sldMk cId="2995427090" sldId="263"/>
            <ac:spMk id="5" creationId="{9621428F-8FB2-1D0C-6A50-EE6BE025418E}"/>
          </ac:spMkLst>
        </pc:spChg>
      </pc:sldChg>
      <pc:sldChg chg="modSp new mod ord">
        <pc:chgData name="Bowen Cheek" userId="8fca192e-0677-4b46-9386-7af871cc0c0f" providerId="ADAL" clId="{539CF98A-204F-498C-B6D5-5A6451AD35FD}" dt="2026-04-06T15:48:24.236" v="4082" actId="962"/>
        <pc:sldMkLst>
          <pc:docMk/>
          <pc:sldMk cId="836616774" sldId="264"/>
        </pc:sldMkLst>
        <pc:spChg chg="mod">
          <ac:chgData name="Bowen Cheek" userId="8fca192e-0677-4b46-9386-7af871cc0c0f" providerId="ADAL" clId="{539CF98A-204F-498C-B6D5-5A6451AD35FD}" dt="2026-03-19T15:13:35.715" v="452" actId="20577"/>
          <ac:spMkLst>
            <pc:docMk/>
            <pc:sldMk cId="836616774" sldId="264"/>
            <ac:spMk id="2" creationId="{640CF69C-4916-B0D2-7C11-5FB40B1C614C}"/>
          </ac:spMkLst>
        </pc:spChg>
        <pc:spChg chg="mod">
          <ac:chgData name="Bowen Cheek" userId="8fca192e-0677-4b46-9386-7af871cc0c0f" providerId="ADAL" clId="{539CF98A-204F-498C-B6D5-5A6451AD35FD}" dt="2026-03-19T15:14:19.742" v="458" actId="20577"/>
          <ac:spMkLst>
            <pc:docMk/>
            <pc:sldMk cId="836616774" sldId="264"/>
            <ac:spMk id="3" creationId="{A4574EEE-1B8E-C63C-6665-2C362053C609}"/>
          </ac:spMkLst>
        </pc:spChg>
        <pc:spChg chg="mod">
          <ac:chgData name="Bowen Cheek" userId="8fca192e-0677-4b46-9386-7af871cc0c0f" providerId="ADAL" clId="{539CF98A-204F-498C-B6D5-5A6451AD35FD}" dt="2026-03-19T15:35:58.922" v="740" actId="962"/>
          <ac:spMkLst>
            <pc:docMk/>
            <pc:sldMk cId="836616774" sldId="264"/>
            <ac:spMk id="4" creationId="{15D23F14-47F9-B321-7F64-01E44F0D2363}"/>
          </ac:spMkLst>
        </pc:spChg>
        <pc:spChg chg="mod">
          <ac:chgData name="Bowen Cheek" userId="8fca192e-0677-4b46-9386-7af871cc0c0f" providerId="ADAL" clId="{539CF98A-204F-498C-B6D5-5A6451AD35FD}" dt="2026-04-06T15:48:24.236" v="4082" actId="962"/>
          <ac:spMkLst>
            <pc:docMk/>
            <pc:sldMk cId="836616774" sldId="264"/>
            <ac:spMk id="5" creationId="{BA9DE40D-04CC-8BC0-3E42-E22A451E0AF0}"/>
          </ac:spMkLst>
        </pc:spChg>
      </pc:sldChg>
      <pc:sldChg chg="addSp delSp modSp new mod">
        <pc:chgData name="Bowen Cheek" userId="8fca192e-0677-4b46-9386-7af871cc0c0f" providerId="ADAL" clId="{539CF98A-204F-498C-B6D5-5A6451AD35FD}" dt="2026-04-06T15:48:32.206" v="4084" actId="962"/>
        <pc:sldMkLst>
          <pc:docMk/>
          <pc:sldMk cId="2317211960" sldId="265"/>
        </pc:sldMkLst>
        <pc:spChg chg="mod">
          <ac:chgData name="Bowen Cheek" userId="8fca192e-0677-4b46-9386-7af871cc0c0f" providerId="ADAL" clId="{539CF98A-204F-498C-B6D5-5A6451AD35FD}" dt="2026-03-19T15:14:48.729" v="486" actId="20577"/>
          <ac:spMkLst>
            <pc:docMk/>
            <pc:sldMk cId="2317211960" sldId="265"/>
            <ac:spMk id="2" creationId="{8FC1FF9C-61D8-111D-4D15-324C7127CF01}"/>
          </ac:spMkLst>
        </pc:spChg>
        <pc:spChg chg="mod">
          <ac:chgData name="Bowen Cheek" userId="8fca192e-0677-4b46-9386-7af871cc0c0f" providerId="ADAL" clId="{539CF98A-204F-498C-B6D5-5A6451AD35FD}" dt="2026-03-19T15:36:10.434" v="742" actId="962"/>
          <ac:spMkLst>
            <pc:docMk/>
            <pc:sldMk cId="2317211960" sldId="265"/>
            <ac:spMk id="4" creationId="{57CF361E-BD58-386D-2C51-BE6669754736}"/>
          </ac:spMkLst>
        </pc:spChg>
        <pc:spChg chg="mod ord">
          <ac:chgData name="Bowen Cheek" userId="8fca192e-0677-4b46-9386-7af871cc0c0f" providerId="ADAL" clId="{539CF98A-204F-498C-B6D5-5A6451AD35FD}" dt="2026-04-06T15:48:32.206" v="4084" actId="962"/>
          <ac:spMkLst>
            <pc:docMk/>
            <pc:sldMk cId="2317211960" sldId="265"/>
            <ac:spMk id="5" creationId="{0195A5B8-87C0-BA21-7D64-730ACDCF25D2}"/>
          </ac:spMkLst>
        </pc:spChg>
        <pc:spChg chg="add mod">
          <ac:chgData name="Bowen Cheek" userId="8fca192e-0677-4b46-9386-7af871cc0c0f" providerId="ADAL" clId="{539CF98A-204F-498C-B6D5-5A6451AD35FD}" dt="2026-03-19T15:17:54.695" v="537" actId="1076"/>
          <ac:spMkLst>
            <pc:docMk/>
            <pc:sldMk cId="2317211960" sldId="265"/>
            <ac:spMk id="6" creationId="{487ABCF8-439A-2211-D5BB-C285E93706B9}"/>
          </ac:spMkLst>
        </pc:spChg>
        <pc:spChg chg="add mod">
          <ac:chgData name="Bowen Cheek" userId="8fca192e-0677-4b46-9386-7af871cc0c0f" providerId="ADAL" clId="{539CF98A-204F-498C-B6D5-5A6451AD35FD}" dt="2026-03-19T15:17:46.137" v="535" actId="1076"/>
          <ac:spMkLst>
            <pc:docMk/>
            <pc:sldMk cId="2317211960" sldId="265"/>
            <ac:spMk id="7" creationId="{57787D8C-3F65-3493-0FBA-DBF00FD615F7}"/>
          </ac:spMkLst>
        </pc:spChg>
        <pc:spChg chg="add mod ord">
          <ac:chgData name="Bowen Cheek" userId="8fca192e-0677-4b46-9386-7af871cc0c0f" providerId="ADAL" clId="{539CF98A-204F-498C-B6D5-5A6451AD35FD}" dt="2026-03-24T14:06:48.964" v="3966"/>
          <ac:spMkLst>
            <pc:docMk/>
            <pc:sldMk cId="2317211960" sldId="265"/>
            <ac:spMk id="9" creationId="{66557EB0-FB26-14E8-E59F-17CFE412103D}"/>
          </ac:spMkLst>
        </pc:spChg>
        <pc:grpChg chg="del">
          <ac:chgData name="Bowen Cheek" userId="8fca192e-0677-4b46-9386-7af871cc0c0f" providerId="ADAL" clId="{539CF98A-204F-498C-B6D5-5A6451AD35FD}" dt="2026-04-06T15:47:19.464" v="4073" actId="478"/>
          <ac:grpSpMkLst>
            <pc:docMk/>
            <pc:sldMk cId="2317211960" sldId="265"/>
            <ac:grpSpMk id="34" creationId="{942C59BA-3134-4AEA-976D-64041C3EA192}"/>
          </ac:grpSpMkLst>
        </pc:grpChg>
        <pc:picChg chg="add mod">
          <ac:chgData name="Bowen Cheek" userId="8fca192e-0677-4b46-9386-7af871cc0c0f" providerId="ADAL" clId="{539CF98A-204F-498C-B6D5-5A6451AD35FD}" dt="2026-03-19T15:33:50.935" v="712" actId="962"/>
          <ac:picMkLst>
            <pc:docMk/>
            <pc:sldMk cId="2317211960" sldId="265"/>
            <ac:picMk id="4098" creationId="{FB4B7200-6818-9A66-8AE8-B24EB766B308}"/>
          </ac:picMkLst>
        </pc:picChg>
      </pc:sldChg>
      <pc:sldChg chg="modSp add mod">
        <pc:chgData name="Bowen Cheek" userId="8fca192e-0677-4b46-9386-7af871cc0c0f" providerId="ADAL" clId="{539CF98A-204F-498C-B6D5-5A6451AD35FD}" dt="2026-04-06T15:48:39.226" v="4085" actId="962"/>
        <pc:sldMkLst>
          <pc:docMk/>
          <pc:sldMk cId="1533082990" sldId="266"/>
        </pc:sldMkLst>
        <pc:spChg chg="mod">
          <ac:chgData name="Bowen Cheek" userId="8fca192e-0677-4b46-9386-7af871cc0c0f" providerId="ADAL" clId="{539CF98A-204F-498C-B6D5-5A6451AD35FD}" dt="2026-03-19T15:19:30.933" v="549" actId="20577"/>
          <ac:spMkLst>
            <pc:docMk/>
            <pc:sldMk cId="1533082990" sldId="266"/>
            <ac:spMk id="2" creationId="{9FF7F260-84A1-76C5-1B5C-AB064A0E3179}"/>
          </ac:spMkLst>
        </pc:spChg>
        <pc:spChg chg="mod">
          <ac:chgData name="Bowen Cheek" userId="8fca192e-0677-4b46-9386-7af871cc0c0f" providerId="ADAL" clId="{539CF98A-204F-498C-B6D5-5A6451AD35FD}" dt="2026-03-19T15:36:31.541" v="747" actId="962"/>
          <ac:spMkLst>
            <pc:docMk/>
            <pc:sldMk cId="1533082990" sldId="266"/>
            <ac:spMk id="4" creationId="{9A03C6A3-CC1A-B062-3BFD-79C636B399D5}"/>
          </ac:spMkLst>
        </pc:spChg>
        <pc:spChg chg="mod ord">
          <ac:chgData name="Bowen Cheek" userId="8fca192e-0677-4b46-9386-7af871cc0c0f" providerId="ADAL" clId="{539CF98A-204F-498C-B6D5-5A6451AD35FD}" dt="2026-04-06T15:48:39.226" v="4085" actId="962"/>
          <ac:spMkLst>
            <pc:docMk/>
            <pc:sldMk cId="1533082990" sldId="266"/>
            <ac:spMk id="5" creationId="{066B9400-0827-00C1-DA27-8DE9B3F8C17D}"/>
          </ac:spMkLst>
        </pc:spChg>
        <pc:spChg chg="mod ord">
          <ac:chgData name="Bowen Cheek" userId="8fca192e-0677-4b46-9386-7af871cc0c0f" providerId="ADAL" clId="{539CF98A-204F-498C-B6D5-5A6451AD35FD}" dt="2026-03-24T14:06:56.073" v="3969"/>
          <ac:spMkLst>
            <pc:docMk/>
            <pc:sldMk cId="1533082990" sldId="266"/>
            <ac:spMk id="9" creationId="{1FDD7863-FDF8-715A-162F-BE607EDE83E7}"/>
          </ac:spMkLst>
        </pc:spChg>
        <pc:picChg chg="mod">
          <ac:chgData name="Bowen Cheek" userId="8fca192e-0677-4b46-9386-7af871cc0c0f" providerId="ADAL" clId="{539CF98A-204F-498C-B6D5-5A6451AD35FD}" dt="2026-03-19T15:34:10.797" v="714" actId="962"/>
          <ac:picMkLst>
            <pc:docMk/>
            <pc:sldMk cId="1533082990" sldId="266"/>
            <ac:picMk id="4098" creationId="{A83FFCC7-6907-5AAD-FC4B-D48E9941DEF7}"/>
          </ac:picMkLst>
        </pc:picChg>
      </pc:sldChg>
      <pc:sldChg chg="modSp new mod">
        <pc:chgData name="Bowen Cheek" userId="8fca192e-0677-4b46-9386-7af871cc0c0f" providerId="ADAL" clId="{539CF98A-204F-498C-B6D5-5A6451AD35FD}" dt="2026-04-06T15:48:42.394" v="4086" actId="962"/>
        <pc:sldMkLst>
          <pc:docMk/>
          <pc:sldMk cId="1467861238" sldId="267"/>
        </pc:sldMkLst>
        <pc:spChg chg="mod">
          <ac:chgData name="Bowen Cheek" userId="8fca192e-0677-4b46-9386-7af871cc0c0f" providerId="ADAL" clId="{539CF98A-204F-498C-B6D5-5A6451AD35FD}" dt="2026-03-19T15:27:40.838" v="605" actId="20577"/>
          <ac:spMkLst>
            <pc:docMk/>
            <pc:sldMk cId="1467861238" sldId="267"/>
            <ac:spMk id="2" creationId="{7C4C8DCD-6C33-5875-3609-2C2129F9E297}"/>
          </ac:spMkLst>
        </pc:spChg>
        <pc:spChg chg="mod">
          <ac:chgData name="Bowen Cheek" userId="8fca192e-0677-4b46-9386-7af871cc0c0f" providerId="ADAL" clId="{539CF98A-204F-498C-B6D5-5A6451AD35FD}" dt="2026-03-19T19:19:30.904" v="930" actId="20577"/>
          <ac:spMkLst>
            <pc:docMk/>
            <pc:sldMk cId="1467861238" sldId="267"/>
            <ac:spMk id="3" creationId="{BC4F06DD-154D-BD0E-4340-9ADB7714E14B}"/>
          </ac:spMkLst>
        </pc:spChg>
        <pc:spChg chg="mod">
          <ac:chgData name="Bowen Cheek" userId="8fca192e-0677-4b46-9386-7af871cc0c0f" providerId="ADAL" clId="{539CF98A-204F-498C-B6D5-5A6451AD35FD}" dt="2026-03-19T15:36:40.089" v="752" actId="962"/>
          <ac:spMkLst>
            <pc:docMk/>
            <pc:sldMk cId="1467861238" sldId="267"/>
            <ac:spMk id="4" creationId="{1939CE7E-ACDA-F1AE-0131-2EBA52719304}"/>
          </ac:spMkLst>
        </pc:spChg>
        <pc:spChg chg="mod">
          <ac:chgData name="Bowen Cheek" userId="8fca192e-0677-4b46-9386-7af871cc0c0f" providerId="ADAL" clId="{539CF98A-204F-498C-B6D5-5A6451AD35FD}" dt="2026-04-06T15:48:42.394" v="4086" actId="962"/>
          <ac:spMkLst>
            <pc:docMk/>
            <pc:sldMk cId="1467861238" sldId="267"/>
            <ac:spMk id="5" creationId="{4E274E64-08E2-C1AD-40E3-30E48AC44CA3}"/>
          </ac:spMkLst>
        </pc:spChg>
      </pc:sldChg>
      <pc:sldChg chg="addSp delSp modSp new mod">
        <pc:chgData name="Bowen Cheek" userId="8fca192e-0677-4b46-9386-7af871cc0c0f" providerId="ADAL" clId="{539CF98A-204F-498C-B6D5-5A6451AD35FD}" dt="2026-04-06T15:48:45.494" v="4087" actId="962"/>
        <pc:sldMkLst>
          <pc:docMk/>
          <pc:sldMk cId="4290378374" sldId="268"/>
        </pc:sldMkLst>
        <pc:spChg chg="mod">
          <ac:chgData name="Bowen Cheek" userId="8fca192e-0677-4b46-9386-7af871cc0c0f" providerId="ADAL" clId="{539CF98A-204F-498C-B6D5-5A6451AD35FD}" dt="2026-03-19T19:10:24.087" v="762" actId="1076"/>
          <ac:spMkLst>
            <pc:docMk/>
            <pc:sldMk cId="4290378374" sldId="268"/>
            <ac:spMk id="2" creationId="{563B96DB-CD80-5BC2-4C28-F3FA764E9EAC}"/>
          </ac:spMkLst>
        </pc:spChg>
        <pc:spChg chg="mod">
          <ac:chgData name="Bowen Cheek" userId="8fca192e-0677-4b46-9386-7af871cc0c0f" providerId="ADAL" clId="{539CF98A-204F-498C-B6D5-5A6451AD35FD}" dt="2026-03-24T14:02:21.266" v="3918" actId="962"/>
          <ac:spMkLst>
            <pc:docMk/>
            <pc:sldMk cId="4290378374" sldId="268"/>
            <ac:spMk id="4" creationId="{30C3524B-658D-FA91-5CA3-F955ADCD3AE0}"/>
          </ac:spMkLst>
        </pc:spChg>
        <pc:spChg chg="mod ord">
          <ac:chgData name="Bowen Cheek" userId="8fca192e-0677-4b46-9386-7af871cc0c0f" providerId="ADAL" clId="{539CF98A-204F-498C-B6D5-5A6451AD35FD}" dt="2026-04-06T15:48:45.494" v="4087" actId="962"/>
          <ac:spMkLst>
            <pc:docMk/>
            <pc:sldMk cId="4290378374" sldId="268"/>
            <ac:spMk id="5" creationId="{3B2D1D0E-EB73-129B-EE10-44FC6B2E4BB5}"/>
          </ac:spMkLst>
        </pc:spChg>
        <pc:spChg chg="add mod ord">
          <ac:chgData name="Bowen Cheek" userId="8fca192e-0677-4b46-9386-7af871cc0c0f" providerId="ADAL" clId="{539CF98A-204F-498C-B6D5-5A6451AD35FD}" dt="2026-03-24T14:02:37.674" v="3921"/>
          <ac:spMkLst>
            <pc:docMk/>
            <pc:sldMk cId="4290378374" sldId="268"/>
            <ac:spMk id="7" creationId="{A92E4B9F-F681-CE02-AF13-BCAF41DC8BC3}"/>
          </ac:spMkLst>
        </pc:spChg>
        <pc:picChg chg="add mod">
          <ac:chgData name="Bowen Cheek" userId="8fca192e-0677-4b46-9386-7af871cc0c0f" providerId="ADAL" clId="{539CF98A-204F-498C-B6D5-5A6451AD35FD}" dt="2026-03-24T13:58:41.829" v="3901" actId="962"/>
          <ac:picMkLst>
            <pc:docMk/>
            <pc:sldMk cId="4290378374" sldId="268"/>
            <ac:picMk id="5122" creationId="{8230DBDC-B32E-D4EF-A84D-D0D6D9D79504}"/>
          </ac:picMkLst>
        </pc:picChg>
      </pc:sldChg>
      <pc:sldChg chg="addSp delSp modSp new mod">
        <pc:chgData name="Bowen Cheek" userId="8fca192e-0677-4b46-9386-7af871cc0c0f" providerId="ADAL" clId="{539CF98A-204F-498C-B6D5-5A6451AD35FD}" dt="2026-04-06T15:48:48.944" v="4088" actId="962"/>
        <pc:sldMkLst>
          <pc:docMk/>
          <pc:sldMk cId="2977244829" sldId="269"/>
        </pc:sldMkLst>
        <pc:spChg chg="mod">
          <ac:chgData name="Bowen Cheek" userId="8fca192e-0677-4b46-9386-7af871cc0c0f" providerId="ADAL" clId="{539CF98A-204F-498C-B6D5-5A6451AD35FD}" dt="2026-03-19T19:14:28.380" v="836" actId="1076"/>
          <ac:spMkLst>
            <pc:docMk/>
            <pc:sldMk cId="2977244829" sldId="269"/>
            <ac:spMk id="2" creationId="{27C73218-4642-68CD-C6A5-B4BF434FA222}"/>
          </ac:spMkLst>
        </pc:spChg>
        <pc:spChg chg="mod">
          <ac:chgData name="Bowen Cheek" userId="8fca192e-0677-4b46-9386-7af871cc0c0f" providerId="ADAL" clId="{539CF98A-204F-498C-B6D5-5A6451AD35FD}" dt="2026-03-24T14:02:47.160" v="3922" actId="962"/>
          <ac:spMkLst>
            <pc:docMk/>
            <pc:sldMk cId="2977244829" sldId="269"/>
            <ac:spMk id="4" creationId="{431FEB0F-3685-61CC-3169-E19D2ECE0DB3}"/>
          </ac:spMkLst>
        </pc:spChg>
        <pc:spChg chg="mod ord">
          <ac:chgData name="Bowen Cheek" userId="8fca192e-0677-4b46-9386-7af871cc0c0f" providerId="ADAL" clId="{539CF98A-204F-498C-B6D5-5A6451AD35FD}" dt="2026-04-06T15:48:48.944" v="4088" actId="962"/>
          <ac:spMkLst>
            <pc:docMk/>
            <pc:sldMk cId="2977244829" sldId="269"/>
            <ac:spMk id="5" creationId="{79A7B96A-43BF-5545-5F1C-2AB1D101D06B}"/>
          </ac:spMkLst>
        </pc:spChg>
        <pc:spChg chg="add mod">
          <ac:chgData name="Bowen Cheek" userId="8fca192e-0677-4b46-9386-7af871cc0c0f" providerId="ADAL" clId="{539CF98A-204F-498C-B6D5-5A6451AD35FD}" dt="2026-03-19T19:14:17.821" v="835" actId="20577"/>
          <ac:spMkLst>
            <pc:docMk/>
            <pc:sldMk cId="2977244829" sldId="269"/>
            <ac:spMk id="7" creationId="{C11D61B4-5A98-7478-CFD9-89FCD89BE62E}"/>
          </ac:spMkLst>
        </pc:spChg>
        <pc:picChg chg="add mod">
          <ac:chgData name="Bowen Cheek" userId="8fca192e-0677-4b46-9386-7af871cc0c0f" providerId="ADAL" clId="{539CF98A-204F-498C-B6D5-5A6451AD35FD}" dt="2026-03-24T13:58:58.608" v="3903" actId="962"/>
          <ac:picMkLst>
            <pc:docMk/>
            <pc:sldMk cId="2977244829" sldId="269"/>
            <ac:picMk id="6146" creationId="{C8ED429B-4561-49F8-1E02-BFF87284745F}"/>
          </ac:picMkLst>
        </pc:picChg>
      </pc:sldChg>
      <pc:sldChg chg="addSp delSp modSp new mod">
        <pc:chgData name="Bowen Cheek" userId="8fca192e-0677-4b46-9386-7af871cc0c0f" providerId="ADAL" clId="{539CF98A-204F-498C-B6D5-5A6451AD35FD}" dt="2026-04-06T15:48:52.741" v="4089" actId="962"/>
        <pc:sldMkLst>
          <pc:docMk/>
          <pc:sldMk cId="2970039404" sldId="270"/>
        </pc:sldMkLst>
        <pc:spChg chg="mod">
          <ac:chgData name="Bowen Cheek" userId="8fca192e-0677-4b46-9386-7af871cc0c0f" providerId="ADAL" clId="{539CF98A-204F-498C-B6D5-5A6451AD35FD}" dt="2026-03-19T19:15:10.711" v="872" actId="114"/>
          <ac:spMkLst>
            <pc:docMk/>
            <pc:sldMk cId="2970039404" sldId="270"/>
            <ac:spMk id="2" creationId="{CEBBDF3A-2847-995C-56A8-89537FE0B4AC}"/>
          </ac:spMkLst>
        </pc:spChg>
        <pc:spChg chg="mod">
          <ac:chgData name="Bowen Cheek" userId="8fca192e-0677-4b46-9386-7af871cc0c0f" providerId="ADAL" clId="{539CF98A-204F-498C-B6D5-5A6451AD35FD}" dt="2026-03-24T14:02:56.640" v="3925" actId="962"/>
          <ac:spMkLst>
            <pc:docMk/>
            <pc:sldMk cId="2970039404" sldId="270"/>
            <ac:spMk id="4" creationId="{A3D1926C-7945-8AEC-906A-B4F5CA50877D}"/>
          </ac:spMkLst>
        </pc:spChg>
        <pc:spChg chg="mod ord">
          <ac:chgData name="Bowen Cheek" userId="8fca192e-0677-4b46-9386-7af871cc0c0f" providerId="ADAL" clId="{539CF98A-204F-498C-B6D5-5A6451AD35FD}" dt="2026-04-06T15:48:52.741" v="4089" actId="962"/>
          <ac:spMkLst>
            <pc:docMk/>
            <pc:sldMk cId="2970039404" sldId="270"/>
            <ac:spMk id="5" creationId="{1E737B66-93C2-0C8D-EB1E-A1F34715BE15}"/>
          </ac:spMkLst>
        </pc:spChg>
        <pc:spChg chg="add mod">
          <ac:chgData name="Bowen Cheek" userId="8fca192e-0677-4b46-9386-7af871cc0c0f" providerId="ADAL" clId="{539CF98A-204F-498C-B6D5-5A6451AD35FD}" dt="2026-03-19T19:18:06" v="923" actId="1076"/>
          <ac:spMkLst>
            <pc:docMk/>
            <pc:sldMk cId="2970039404" sldId="270"/>
            <ac:spMk id="8" creationId="{9CFE6184-2B68-FDEA-46C0-0C9A409A5092}"/>
          </ac:spMkLst>
        </pc:spChg>
        <pc:picChg chg="add mod">
          <ac:chgData name="Bowen Cheek" userId="8fca192e-0677-4b46-9386-7af871cc0c0f" providerId="ADAL" clId="{539CF98A-204F-498C-B6D5-5A6451AD35FD}" dt="2026-03-19T19:17:03.400" v="881" actId="1076"/>
          <ac:picMkLst>
            <pc:docMk/>
            <pc:sldMk cId="2970039404" sldId="270"/>
            <ac:picMk id="7170" creationId="{C6DF40C3-EC6A-4BD8-E0B1-F41AD315EBC2}"/>
          </ac:picMkLst>
        </pc:picChg>
      </pc:sldChg>
      <pc:sldChg chg="modSp new mod">
        <pc:chgData name="Bowen Cheek" userId="8fca192e-0677-4b46-9386-7af871cc0c0f" providerId="ADAL" clId="{539CF98A-204F-498C-B6D5-5A6451AD35FD}" dt="2026-04-06T15:48:58.274" v="4090" actId="962"/>
        <pc:sldMkLst>
          <pc:docMk/>
          <pc:sldMk cId="208757858" sldId="271"/>
        </pc:sldMkLst>
        <pc:spChg chg="mod">
          <ac:chgData name="Bowen Cheek" userId="8fca192e-0677-4b46-9386-7af871cc0c0f" providerId="ADAL" clId="{539CF98A-204F-498C-B6D5-5A6451AD35FD}" dt="2026-03-23T14:26:29.570" v="968" actId="20577"/>
          <ac:spMkLst>
            <pc:docMk/>
            <pc:sldMk cId="208757858" sldId="271"/>
            <ac:spMk id="2" creationId="{7947C701-31C2-E5A0-E315-5A13AEEB5533}"/>
          </ac:spMkLst>
        </pc:spChg>
        <pc:spChg chg="mod">
          <ac:chgData name="Bowen Cheek" userId="8fca192e-0677-4b46-9386-7af871cc0c0f" providerId="ADAL" clId="{539CF98A-204F-498C-B6D5-5A6451AD35FD}" dt="2026-03-23T14:28:55.332" v="1107" actId="27636"/>
          <ac:spMkLst>
            <pc:docMk/>
            <pc:sldMk cId="208757858" sldId="271"/>
            <ac:spMk id="3" creationId="{1C74EFD7-1FDE-11BC-978B-B8FAA892E78A}"/>
          </ac:spMkLst>
        </pc:spChg>
        <pc:spChg chg="mod">
          <ac:chgData name="Bowen Cheek" userId="8fca192e-0677-4b46-9386-7af871cc0c0f" providerId="ADAL" clId="{539CF98A-204F-498C-B6D5-5A6451AD35FD}" dt="2026-03-24T14:03:03.963" v="3928" actId="962"/>
          <ac:spMkLst>
            <pc:docMk/>
            <pc:sldMk cId="208757858" sldId="271"/>
            <ac:spMk id="4" creationId="{9841EB5C-C174-B746-388D-D6415BEBAE41}"/>
          </ac:spMkLst>
        </pc:spChg>
        <pc:spChg chg="mod">
          <ac:chgData name="Bowen Cheek" userId="8fca192e-0677-4b46-9386-7af871cc0c0f" providerId="ADAL" clId="{539CF98A-204F-498C-B6D5-5A6451AD35FD}" dt="2026-04-06T15:48:58.274" v="4090" actId="962"/>
          <ac:spMkLst>
            <pc:docMk/>
            <pc:sldMk cId="208757858" sldId="271"/>
            <ac:spMk id="5" creationId="{D5A95F3B-C261-160E-C51C-0F4768C391EE}"/>
          </ac:spMkLst>
        </pc:spChg>
      </pc:sldChg>
      <pc:sldChg chg="modSp add mod">
        <pc:chgData name="Bowen Cheek" userId="8fca192e-0677-4b46-9386-7af871cc0c0f" providerId="ADAL" clId="{539CF98A-204F-498C-B6D5-5A6451AD35FD}" dt="2026-04-06T15:49:01.614" v="4091" actId="962"/>
        <pc:sldMkLst>
          <pc:docMk/>
          <pc:sldMk cId="2175257890" sldId="272"/>
        </pc:sldMkLst>
        <pc:spChg chg="mod">
          <ac:chgData name="Bowen Cheek" userId="8fca192e-0677-4b46-9386-7af871cc0c0f" providerId="ADAL" clId="{539CF98A-204F-498C-B6D5-5A6451AD35FD}" dt="2026-03-23T14:32:07.136" v="1121" actId="1076"/>
          <ac:spMkLst>
            <pc:docMk/>
            <pc:sldMk cId="2175257890" sldId="272"/>
            <ac:spMk id="2" creationId="{D0B47D17-A2FC-EAAE-5F3F-200E45190AD0}"/>
          </ac:spMkLst>
        </pc:spChg>
        <pc:spChg chg="mod">
          <ac:chgData name="Bowen Cheek" userId="8fca192e-0677-4b46-9386-7af871cc0c0f" providerId="ADAL" clId="{539CF98A-204F-498C-B6D5-5A6451AD35FD}" dt="2026-03-23T14:54:48.980" v="1221" actId="20577"/>
          <ac:spMkLst>
            <pc:docMk/>
            <pc:sldMk cId="2175257890" sldId="272"/>
            <ac:spMk id="3" creationId="{A7CB69B5-2B63-C914-1BE1-8AE86A0CDF2E}"/>
          </ac:spMkLst>
        </pc:spChg>
        <pc:spChg chg="mod">
          <ac:chgData name="Bowen Cheek" userId="8fca192e-0677-4b46-9386-7af871cc0c0f" providerId="ADAL" clId="{539CF98A-204F-498C-B6D5-5A6451AD35FD}" dt="2026-03-24T14:03:08.030" v="3929" actId="962"/>
          <ac:spMkLst>
            <pc:docMk/>
            <pc:sldMk cId="2175257890" sldId="272"/>
            <ac:spMk id="4" creationId="{3A7E924D-E245-81E0-EC2C-4F7ECF562509}"/>
          </ac:spMkLst>
        </pc:spChg>
        <pc:spChg chg="mod">
          <ac:chgData name="Bowen Cheek" userId="8fca192e-0677-4b46-9386-7af871cc0c0f" providerId="ADAL" clId="{539CF98A-204F-498C-B6D5-5A6451AD35FD}" dt="2026-04-06T15:49:01.614" v="4091" actId="962"/>
          <ac:spMkLst>
            <pc:docMk/>
            <pc:sldMk cId="2175257890" sldId="272"/>
            <ac:spMk id="5" creationId="{95BCD9E4-1837-DA4E-8F32-A3A1FCC5414D}"/>
          </ac:spMkLst>
        </pc:spChg>
      </pc:sldChg>
      <pc:sldChg chg="addSp delSp modSp new mod">
        <pc:chgData name="Bowen Cheek" userId="8fca192e-0677-4b46-9386-7af871cc0c0f" providerId="ADAL" clId="{539CF98A-204F-498C-B6D5-5A6451AD35FD}" dt="2026-04-06T15:49:05.624" v="4092" actId="962"/>
        <pc:sldMkLst>
          <pc:docMk/>
          <pc:sldMk cId="3399794893" sldId="273"/>
        </pc:sldMkLst>
        <pc:spChg chg="mod">
          <ac:chgData name="Bowen Cheek" userId="8fca192e-0677-4b46-9386-7af871cc0c0f" providerId="ADAL" clId="{539CF98A-204F-498C-B6D5-5A6451AD35FD}" dt="2026-03-23T14:58:55.261" v="1262" actId="20577"/>
          <ac:spMkLst>
            <pc:docMk/>
            <pc:sldMk cId="3399794893" sldId="273"/>
            <ac:spMk id="2" creationId="{B6E08BC8-D943-1545-0AB3-D6E4D8C00F71}"/>
          </ac:spMkLst>
        </pc:spChg>
        <pc:spChg chg="add del mod">
          <ac:chgData name="Bowen Cheek" userId="8fca192e-0677-4b46-9386-7af871cc0c0f" providerId="ADAL" clId="{539CF98A-204F-498C-B6D5-5A6451AD35FD}" dt="2026-03-23T15:00:53.586" v="1340" actId="16959"/>
          <ac:spMkLst>
            <pc:docMk/>
            <pc:sldMk cId="3399794893" sldId="273"/>
            <ac:spMk id="3" creationId="{BE998AD3-5C18-F338-09DD-A7F2A3302758}"/>
          </ac:spMkLst>
        </pc:spChg>
        <pc:spChg chg="mod">
          <ac:chgData name="Bowen Cheek" userId="8fca192e-0677-4b46-9386-7af871cc0c0f" providerId="ADAL" clId="{539CF98A-204F-498C-B6D5-5A6451AD35FD}" dt="2026-03-24T14:03:14.411" v="3930" actId="962"/>
          <ac:spMkLst>
            <pc:docMk/>
            <pc:sldMk cId="3399794893" sldId="273"/>
            <ac:spMk id="4" creationId="{817454BE-1A38-A56F-6DBB-F4F45F388DDC}"/>
          </ac:spMkLst>
        </pc:spChg>
        <pc:spChg chg="mod">
          <ac:chgData name="Bowen Cheek" userId="8fca192e-0677-4b46-9386-7af871cc0c0f" providerId="ADAL" clId="{539CF98A-204F-498C-B6D5-5A6451AD35FD}" dt="2026-04-06T15:49:05.624" v="4092" actId="962"/>
          <ac:spMkLst>
            <pc:docMk/>
            <pc:sldMk cId="3399794893" sldId="273"/>
            <ac:spMk id="5" creationId="{A1D34DDA-734B-734C-489E-A54B53F56D52}"/>
          </ac:spMkLst>
        </pc:spChg>
      </pc:sldChg>
      <pc:sldChg chg="addSp modSp new mod">
        <pc:chgData name="Bowen Cheek" userId="8fca192e-0677-4b46-9386-7af871cc0c0f" providerId="ADAL" clId="{539CF98A-204F-498C-B6D5-5A6451AD35FD}" dt="2026-04-06T15:49:14.545" v="4093" actId="962"/>
        <pc:sldMkLst>
          <pc:docMk/>
          <pc:sldMk cId="1959899255" sldId="274"/>
        </pc:sldMkLst>
        <pc:spChg chg="mod">
          <ac:chgData name="Bowen Cheek" userId="8fca192e-0677-4b46-9386-7af871cc0c0f" providerId="ADAL" clId="{539CF98A-204F-498C-B6D5-5A6451AD35FD}" dt="2026-03-23T15:03:06.210" v="1379" actId="1076"/>
          <ac:spMkLst>
            <pc:docMk/>
            <pc:sldMk cId="1959899255" sldId="274"/>
            <ac:spMk id="2" creationId="{CF668142-F15F-FB21-02F9-438CC9207A87}"/>
          </ac:spMkLst>
        </pc:spChg>
        <pc:spChg chg="mod">
          <ac:chgData name="Bowen Cheek" userId="8fca192e-0677-4b46-9386-7af871cc0c0f" providerId="ADAL" clId="{539CF98A-204F-498C-B6D5-5A6451AD35FD}" dt="2026-03-23T15:03:13.455" v="1381" actId="14100"/>
          <ac:spMkLst>
            <pc:docMk/>
            <pc:sldMk cId="1959899255" sldId="274"/>
            <ac:spMk id="3" creationId="{483905BB-9F59-5544-6B7C-D9D0037B2133}"/>
          </ac:spMkLst>
        </pc:spChg>
        <pc:spChg chg="mod">
          <ac:chgData name="Bowen Cheek" userId="8fca192e-0677-4b46-9386-7af871cc0c0f" providerId="ADAL" clId="{539CF98A-204F-498C-B6D5-5A6451AD35FD}" dt="2026-03-24T14:03:19.237" v="3931" actId="962"/>
          <ac:spMkLst>
            <pc:docMk/>
            <pc:sldMk cId="1959899255" sldId="274"/>
            <ac:spMk id="4" creationId="{7A026E6A-CA33-8560-D3A6-BAADC3D09202}"/>
          </ac:spMkLst>
        </pc:spChg>
        <pc:spChg chg="mod ord">
          <ac:chgData name="Bowen Cheek" userId="8fca192e-0677-4b46-9386-7af871cc0c0f" providerId="ADAL" clId="{539CF98A-204F-498C-B6D5-5A6451AD35FD}" dt="2026-04-06T15:49:14.545" v="4093" actId="962"/>
          <ac:spMkLst>
            <pc:docMk/>
            <pc:sldMk cId="1959899255" sldId="274"/>
            <ac:spMk id="5" creationId="{91F50C73-2D93-AF86-2E0D-9731AE06D65B}"/>
          </ac:spMkLst>
        </pc:spChg>
        <pc:spChg chg="add mod">
          <ac:chgData name="Bowen Cheek" userId="8fca192e-0677-4b46-9386-7af871cc0c0f" providerId="ADAL" clId="{539CF98A-204F-498C-B6D5-5A6451AD35FD}" dt="2026-03-23T15:06:56.192" v="1392" actId="20577"/>
          <ac:spMkLst>
            <pc:docMk/>
            <pc:sldMk cId="1959899255" sldId="274"/>
            <ac:spMk id="7" creationId="{B1413284-81DE-1D0B-1D3E-C07B5D78BAC0}"/>
          </ac:spMkLst>
        </pc:spChg>
        <pc:spChg chg="add mod">
          <ac:chgData name="Bowen Cheek" userId="8fca192e-0677-4b46-9386-7af871cc0c0f" providerId="ADAL" clId="{539CF98A-204F-498C-B6D5-5A6451AD35FD}" dt="2026-03-23T15:07:49.542" v="1410" actId="1076"/>
          <ac:spMkLst>
            <pc:docMk/>
            <pc:sldMk cId="1959899255" sldId="274"/>
            <ac:spMk id="8" creationId="{E4D99FBE-00D4-2DB5-02C2-8251B5649041}"/>
          </ac:spMkLst>
        </pc:spChg>
        <pc:picChg chg="add mod">
          <ac:chgData name="Bowen Cheek" userId="8fca192e-0677-4b46-9386-7af871cc0c0f" providerId="ADAL" clId="{539CF98A-204F-498C-B6D5-5A6451AD35FD}" dt="2026-03-24T13:59:10.438" v="3905" actId="962"/>
          <ac:picMkLst>
            <pc:docMk/>
            <pc:sldMk cId="1959899255" sldId="274"/>
            <ac:picMk id="2050" creationId="{BDD39482-1702-4564-DF6B-51F50784827E}"/>
          </ac:picMkLst>
        </pc:picChg>
      </pc:sldChg>
      <pc:sldChg chg="modSp new mod">
        <pc:chgData name="Bowen Cheek" userId="8fca192e-0677-4b46-9386-7af871cc0c0f" providerId="ADAL" clId="{539CF98A-204F-498C-B6D5-5A6451AD35FD}" dt="2026-04-06T15:49:18.234" v="4094" actId="962"/>
        <pc:sldMkLst>
          <pc:docMk/>
          <pc:sldMk cId="1732609425" sldId="275"/>
        </pc:sldMkLst>
        <pc:spChg chg="mod">
          <ac:chgData name="Bowen Cheek" userId="8fca192e-0677-4b46-9386-7af871cc0c0f" providerId="ADAL" clId="{539CF98A-204F-498C-B6D5-5A6451AD35FD}" dt="2026-03-23T15:09:48.050" v="1440" actId="20577"/>
          <ac:spMkLst>
            <pc:docMk/>
            <pc:sldMk cId="1732609425" sldId="275"/>
            <ac:spMk id="2" creationId="{0D19DEA7-8C7F-DDF3-6F43-939CA09514CE}"/>
          </ac:spMkLst>
        </pc:spChg>
        <pc:spChg chg="mod">
          <ac:chgData name="Bowen Cheek" userId="8fca192e-0677-4b46-9386-7af871cc0c0f" providerId="ADAL" clId="{539CF98A-204F-498C-B6D5-5A6451AD35FD}" dt="2026-03-23T15:15:30.171" v="1529" actId="113"/>
          <ac:spMkLst>
            <pc:docMk/>
            <pc:sldMk cId="1732609425" sldId="275"/>
            <ac:spMk id="3" creationId="{2905F7FF-B4AE-6672-A5B3-64033DAE7090}"/>
          </ac:spMkLst>
        </pc:spChg>
        <pc:spChg chg="mod">
          <ac:chgData name="Bowen Cheek" userId="8fca192e-0677-4b46-9386-7af871cc0c0f" providerId="ADAL" clId="{539CF98A-204F-498C-B6D5-5A6451AD35FD}" dt="2026-03-24T14:03:26.508" v="3935" actId="962"/>
          <ac:spMkLst>
            <pc:docMk/>
            <pc:sldMk cId="1732609425" sldId="275"/>
            <ac:spMk id="4" creationId="{8D676683-6C8B-6A00-8587-92B17B3B2BFB}"/>
          </ac:spMkLst>
        </pc:spChg>
        <pc:spChg chg="mod">
          <ac:chgData name="Bowen Cheek" userId="8fca192e-0677-4b46-9386-7af871cc0c0f" providerId="ADAL" clId="{539CF98A-204F-498C-B6D5-5A6451AD35FD}" dt="2026-04-06T15:49:18.234" v="4094" actId="962"/>
          <ac:spMkLst>
            <pc:docMk/>
            <pc:sldMk cId="1732609425" sldId="275"/>
            <ac:spMk id="5" creationId="{E340A631-8AA4-3384-CFCA-28F621609DC7}"/>
          </ac:spMkLst>
        </pc:spChg>
      </pc:sldChg>
      <pc:sldChg chg="addSp modSp new mod">
        <pc:chgData name="Bowen Cheek" userId="8fca192e-0677-4b46-9386-7af871cc0c0f" providerId="ADAL" clId="{539CF98A-204F-498C-B6D5-5A6451AD35FD}" dt="2026-04-06T15:49:22.904" v="4095" actId="962"/>
        <pc:sldMkLst>
          <pc:docMk/>
          <pc:sldMk cId="40002062" sldId="276"/>
        </pc:sldMkLst>
        <pc:spChg chg="mod">
          <ac:chgData name="Bowen Cheek" userId="8fca192e-0677-4b46-9386-7af871cc0c0f" providerId="ADAL" clId="{539CF98A-204F-498C-B6D5-5A6451AD35FD}" dt="2026-03-23T15:24:04.346" v="1565" actId="1076"/>
          <ac:spMkLst>
            <pc:docMk/>
            <pc:sldMk cId="40002062" sldId="276"/>
            <ac:spMk id="2" creationId="{16489943-F405-A883-D3BC-4A0147137E17}"/>
          </ac:spMkLst>
        </pc:spChg>
        <pc:spChg chg="mod">
          <ac:chgData name="Bowen Cheek" userId="8fca192e-0677-4b46-9386-7af871cc0c0f" providerId="ADAL" clId="{539CF98A-204F-498C-B6D5-5A6451AD35FD}" dt="2026-03-23T15:24:09.315" v="1566" actId="1076"/>
          <ac:spMkLst>
            <pc:docMk/>
            <pc:sldMk cId="40002062" sldId="276"/>
            <ac:spMk id="3" creationId="{BD4CCC5A-2D5C-02CD-E4BD-2ACE154CBF90}"/>
          </ac:spMkLst>
        </pc:spChg>
        <pc:spChg chg="mod">
          <ac:chgData name="Bowen Cheek" userId="8fca192e-0677-4b46-9386-7af871cc0c0f" providerId="ADAL" clId="{539CF98A-204F-498C-B6D5-5A6451AD35FD}" dt="2026-03-24T14:03:30.550" v="3936" actId="962"/>
          <ac:spMkLst>
            <pc:docMk/>
            <pc:sldMk cId="40002062" sldId="276"/>
            <ac:spMk id="4" creationId="{7FC02AC4-27DA-3CDB-89D7-88251F2ACE6A}"/>
          </ac:spMkLst>
        </pc:spChg>
        <pc:spChg chg="mod ord">
          <ac:chgData name="Bowen Cheek" userId="8fca192e-0677-4b46-9386-7af871cc0c0f" providerId="ADAL" clId="{539CF98A-204F-498C-B6D5-5A6451AD35FD}" dt="2026-04-06T15:49:22.904" v="4095" actId="962"/>
          <ac:spMkLst>
            <pc:docMk/>
            <pc:sldMk cId="40002062" sldId="276"/>
            <ac:spMk id="5" creationId="{D8FE845B-F6C6-FB15-761B-75314CD94649}"/>
          </ac:spMkLst>
        </pc:spChg>
        <pc:spChg chg="add mod">
          <ac:chgData name="Bowen Cheek" userId="8fca192e-0677-4b46-9386-7af871cc0c0f" providerId="ADAL" clId="{539CF98A-204F-498C-B6D5-5A6451AD35FD}" dt="2026-03-23T15:24:58.959" v="1574" actId="404"/>
          <ac:spMkLst>
            <pc:docMk/>
            <pc:sldMk cId="40002062" sldId="276"/>
            <ac:spMk id="8" creationId="{D77CC360-5150-8843-13EA-5DFE58811DEA}"/>
          </ac:spMkLst>
        </pc:spChg>
        <pc:picChg chg="add mod">
          <ac:chgData name="Bowen Cheek" userId="8fca192e-0677-4b46-9386-7af871cc0c0f" providerId="ADAL" clId="{539CF98A-204F-498C-B6D5-5A6451AD35FD}" dt="2026-03-24T13:59:29.694" v="3907" actId="962"/>
          <ac:picMkLst>
            <pc:docMk/>
            <pc:sldMk cId="40002062" sldId="276"/>
            <ac:picMk id="6" creationId="{E11F6005-A96A-FF81-3A17-54A13BE6B486}"/>
          </ac:picMkLst>
        </pc:picChg>
      </pc:sldChg>
      <pc:sldChg chg="modSp new mod">
        <pc:chgData name="Bowen Cheek" userId="8fca192e-0677-4b46-9386-7af871cc0c0f" providerId="ADAL" clId="{539CF98A-204F-498C-B6D5-5A6451AD35FD}" dt="2026-04-06T15:49:26.434" v="4096" actId="962"/>
        <pc:sldMkLst>
          <pc:docMk/>
          <pc:sldMk cId="1685496543" sldId="277"/>
        </pc:sldMkLst>
        <pc:spChg chg="mod">
          <ac:chgData name="Bowen Cheek" userId="8fca192e-0677-4b46-9386-7af871cc0c0f" providerId="ADAL" clId="{539CF98A-204F-498C-B6D5-5A6451AD35FD}" dt="2026-03-23T15:25:47.877" v="1603" actId="20577"/>
          <ac:spMkLst>
            <pc:docMk/>
            <pc:sldMk cId="1685496543" sldId="277"/>
            <ac:spMk id="2" creationId="{3E5705B8-A745-061E-CAFE-BB56C927B071}"/>
          </ac:spMkLst>
        </pc:spChg>
        <pc:spChg chg="mod">
          <ac:chgData name="Bowen Cheek" userId="8fca192e-0677-4b46-9386-7af871cc0c0f" providerId="ADAL" clId="{539CF98A-204F-498C-B6D5-5A6451AD35FD}" dt="2026-03-23T15:35:55.367" v="1732" actId="20577"/>
          <ac:spMkLst>
            <pc:docMk/>
            <pc:sldMk cId="1685496543" sldId="277"/>
            <ac:spMk id="3" creationId="{C9DF504D-4843-05C0-905B-E4892E76E885}"/>
          </ac:spMkLst>
        </pc:spChg>
        <pc:spChg chg="mod">
          <ac:chgData name="Bowen Cheek" userId="8fca192e-0677-4b46-9386-7af871cc0c0f" providerId="ADAL" clId="{539CF98A-204F-498C-B6D5-5A6451AD35FD}" dt="2026-03-24T14:03:39.547" v="3939" actId="962"/>
          <ac:spMkLst>
            <pc:docMk/>
            <pc:sldMk cId="1685496543" sldId="277"/>
            <ac:spMk id="4" creationId="{39243D56-93DF-ED1A-1095-D4F618BE33C4}"/>
          </ac:spMkLst>
        </pc:spChg>
        <pc:spChg chg="mod">
          <ac:chgData name="Bowen Cheek" userId="8fca192e-0677-4b46-9386-7af871cc0c0f" providerId="ADAL" clId="{539CF98A-204F-498C-B6D5-5A6451AD35FD}" dt="2026-04-06T15:49:26.434" v="4096" actId="962"/>
          <ac:spMkLst>
            <pc:docMk/>
            <pc:sldMk cId="1685496543" sldId="277"/>
            <ac:spMk id="5" creationId="{0A8E81E8-02CA-6367-ED24-DF8244B6737D}"/>
          </ac:spMkLst>
        </pc:spChg>
      </pc:sldChg>
      <pc:sldChg chg="modSp add mod">
        <pc:chgData name="Bowen Cheek" userId="8fca192e-0677-4b46-9386-7af871cc0c0f" providerId="ADAL" clId="{539CF98A-204F-498C-B6D5-5A6451AD35FD}" dt="2026-04-06T15:49:29.684" v="4097" actId="962"/>
        <pc:sldMkLst>
          <pc:docMk/>
          <pc:sldMk cId="2091101961" sldId="278"/>
        </pc:sldMkLst>
        <pc:spChg chg="mod">
          <ac:chgData name="Bowen Cheek" userId="8fca192e-0677-4b46-9386-7af871cc0c0f" providerId="ADAL" clId="{539CF98A-204F-498C-B6D5-5A6451AD35FD}" dt="2026-03-23T15:36:03.907" v="1746" actId="20577"/>
          <ac:spMkLst>
            <pc:docMk/>
            <pc:sldMk cId="2091101961" sldId="278"/>
            <ac:spMk id="2" creationId="{682F3267-F796-D6F7-531A-C7EF32FBB104}"/>
          </ac:spMkLst>
        </pc:spChg>
        <pc:spChg chg="mod">
          <ac:chgData name="Bowen Cheek" userId="8fca192e-0677-4b46-9386-7af871cc0c0f" providerId="ADAL" clId="{539CF98A-204F-498C-B6D5-5A6451AD35FD}" dt="2026-03-23T15:46:33.501" v="1838" actId="207"/>
          <ac:spMkLst>
            <pc:docMk/>
            <pc:sldMk cId="2091101961" sldId="278"/>
            <ac:spMk id="3" creationId="{4FBFA2BB-9600-E205-5041-41211B6E5346}"/>
          </ac:spMkLst>
        </pc:spChg>
        <pc:spChg chg="mod">
          <ac:chgData name="Bowen Cheek" userId="8fca192e-0677-4b46-9386-7af871cc0c0f" providerId="ADAL" clId="{539CF98A-204F-498C-B6D5-5A6451AD35FD}" dt="2026-03-24T14:03:43.168" v="3940" actId="962"/>
          <ac:spMkLst>
            <pc:docMk/>
            <pc:sldMk cId="2091101961" sldId="278"/>
            <ac:spMk id="4" creationId="{19BC400D-F6BE-1225-8F5C-D838032AA12B}"/>
          </ac:spMkLst>
        </pc:spChg>
        <pc:spChg chg="mod">
          <ac:chgData name="Bowen Cheek" userId="8fca192e-0677-4b46-9386-7af871cc0c0f" providerId="ADAL" clId="{539CF98A-204F-498C-B6D5-5A6451AD35FD}" dt="2026-04-06T15:49:29.684" v="4097" actId="962"/>
          <ac:spMkLst>
            <pc:docMk/>
            <pc:sldMk cId="2091101961" sldId="278"/>
            <ac:spMk id="5" creationId="{31897E76-A5EF-E687-F5D5-89480C597C40}"/>
          </ac:spMkLst>
        </pc:spChg>
      </pc:sldChg>
      <pc:sldChg chg="addSp delSp modSp new mod">
        <pc:chgData name="Bowen Cheek" userId="8fca192e-0677-4b46-9386-7af871cc0c0f" providerId="ADAL" clId="{539CF98A-204F-498C-B6D5-5A6451AD35FD}" dt="2026-04-06T15:49:33.265" v="4098" actId="962"/>
        <pc:sldMkLst>
          <pc:docMk/>
          <pc:sldMk cId="244257029" sldId="279"/>
        </pc:sldMkLst>
        <pc:spChg chg="mod">
          <ac:chgData name="Bowen Cheek" userId="8fca192e-0677-4b46-9386-7af871cc0c0f" providerId="ADAL" clId="{539CF98A-204F-498C-B6D5-5A6451AD35FD}" dt="2026-03-23T15:48:58.378" v="1898" actId="1076"/>
          <ac:spMkLst>
            <pc:docMk/>
            <pc:sldMk cId="244257029" sldId="279"/>
            <ac:spMk id="2" creationId="{A90CE09D-E892-E205-1DAB-533666B65A6E}"/>
          </ac:spMkLst>
        </pc:spChg>
        <pc:spChg chg="mod">
          <ac:chgData name="Bowen Cheek" userId="8fca192e-0677-4b46-9386-7af871cc0c0f" providerId="ADAL" clId="{539CF98A-204F-498C-B6D5-5A6451AD35FD}" dt="2026-03-24T14:03:47.244" v="3941" actId="962"/>
          <ac:spMkLst>
            <pc:docMk/>
            <pc:sldMk cId="244257029" sldId="279"/>
            <ac:spMk id="4" creationId="{DFAF96AB-84ED-2DFA-D80A-B98F3A8CB202}"/>
          </ac:spMkLst>
        </pc:spChg>
        <pc:spChg chg="mod ord">
          <ac:chgData name="Bowen Cheek" userId="8fca192e-0677-4b46-9386-7af871cc0c0f" providerId="ADAL" clId="{539CF98A-204F-498C-B6D5-5A6451AD35FD}" dt="2026-04-06T15:49:33.265" v="4098" actId="962"/>
          <ac:spMkLst>
            <pc:docMk/>
            <pc:sldMk cId="244257029" sldId="279"/>
            <ac:spMk id="5" creationId="{19194231-AC46-BBD0-B857-46EEDDE1E048}"/>
          </ac:spMkLst>
        </pc:spChg>
        <pc:spChg chg="add mod">
          <ac:chgData name="Bowen Cheek" userId="8fca192e-0677-4b46-9386-7af871cc0c0f" providerId="ADAL" clId="{539CF98A-204F-498C-B6D5-5A6451AD35FD}" dt="2026-03-23T17:25:29.036" v="2056" actId="20577"/>
          <ac:spMkLst>
            <pc:docMk/>
            <pc:sldMk cId="244257029" sldId="279"/>
            <ac:spMk id="7" creationId="{EAF914D9-9161-F4A6-D180-16FB2B4437D7}"/>
          </ac:spMkLst>
        </pc:spChg>
        <pc:picChg chg="add mod">
          <ac:chgData name="Bowen Cheek" userId="8fca192e-0677-4b46-9386-7af871cc0c0f" providerId="ADAL" clId="{539CF98A-204F-498C-B6D5-5A6451AD35FD}" dt="2026-03-23T17:22:23.135" v="1923" actId="1076"/>
          <ac:picMkLst>
            <pc:docMk/>
            <pc:sldMk cId="244257029" sldId="279"/>
            <ac:picMk id="3074" creationId="{D3667E63-B8C3-6842-86EE-80A5A9FFA43D}"/>
          </ac:picMkLst>
        </pc:picChg>
      </pc:sldChg>
      <pc:sldChg chg="modSp new mod">
        <pc:chgData name="Bowen Cheek" userId="8fca192e-0677-4b46-9386-7af871cc0c0f" providerId="ADAL" clId="{539CF98A-204F-498C-B6D5-5A6451AD35FD}" dt="2026-04-06T15:49:37.224" v="4099" actId="962"/>
        <pc:sldMkLst>
          <pc:docMk/>
          <pc:sldMk cId="72858719" sldId="280"/>
        </pc:sldMkLst>
        <pc:spChg chg="mod">
          <ac:chgData name="Bowen Cheek" userId="8fca192e-0677-4b46-9386-7af871cc0c0f" providerId="ADAL" clId="{539CF98A-204F-498C-B6D5-5A6451AD35FD}" dt="2026-03-23T17:26:23.982" v="2100" actId="20577"/>
          <ac:spMkLst>
            <pc:docMk/>
            <pc:sldMk cId="72858719" sldId="280"/>
            <ac:spMk id="2" creationId="{C03D3C16-08F5-9C18-6FFF-9C906937552F}"/>
          </ac:spMkLst>
        </pc:spChg>
        <pc:spChg chg="mod">
          <ac:chgData name="Bowen Cheek" userId="8fca192e-0677-4b46-9386-7af871cc0c0f" providerId="ADAL" clId="{539CF98A-204F-498C-B6D5-5A6451AD35FD}" dt="2026-03-23T17:30:12.399" v="2234" actId="1076"/>
          <ac:spMkLst>
            <pc:docMk/>
            <pc:sldMk cId="72858719" sldId="280"/>
            <ac:spMk id="3" creationId="{DD82DC06-9122-2D3F-59F8-8EEACAFBBFFB}"/>
          </ac:spMkLst>
        </pc:spChg>
        <pc:spChg chg="mod">
          <ac:chgData name="Bowen Cheek" userId="8fca192e-0677-4b46-9386-7af871cc0c0f" providerId="ADAL" clId="{539CF98A-204F-498C-B6D5-5A6451AD35FD}" dt="2026-03-24T14:03:56.346" v="3944" actId="962"/>
          <ac:spMkLst>
            <pc:docMk/>
            <pc:sldMk cId="72858719" sldId="280"/>
            <ac:spMk id="4" creationId="{184897C3-0B2E-CE96-E25F-4F0542840360}"/>
          </ac:spMkLst>
        </pc:spChg>
        <pc:spChg chg="mod">
          <ac:chgData name="Bowen Cheek" userId="8fca192e-0677-4b46-9386-7af871cc0c0f" providerId="ADAL" clId="{539CF98A-204F-498C-B6D5-5A6451AD35FD}" dt="2026-04-06T15:49:37.224" v="4099" actId="962"/>
          <ac:spMkLst>
            <pc:docMk/>
            <pc:sldMk cId="72858719" sldId="280"/>
            <ac:spMk id="5" creationId="{DC55DCD9-457B-4C7C-42BC-4F78549BACF8}"/>
          </ac:spMkLst>
        </pc:spChg>
      </pc:sldChg>
      <pc:sldChg chg="addSp delSp modSp new mod">
        <pc:chgData name="Bowen Cheek" userId="8fca192e-0677-4b46-9386-7af871cc0c0f" providerId="ADAL" clId="{539CF98A-204F-498C-B6D5-5A6451AD35FD}" dt="2026-04-06T15:49:42.516" v="4100" actId="962"/>
        <pc:sldMkLst>
          <pc:docMk/>
          <pc:sldMk cId="2032809377" sldId="281"/>
        </pc:sldMkLst>
        <pc:spChg chg="mod">
          <ac:chgData name="Bowen Cheek" userId="8fca192e-0677-4b46-9386-7af871cc0c0f" providerId="ADAL" clId="{539CF98A-204F-498C-B6D5-5A6451AD35FD}" dt="2026-03-23T17:31:23.966" v="2261" actId="1076"/>
          <ac:spMkLst>
            <pc:docMk/>
            <pc:sldMk cId="2032809377" sldId="281"/>
            <ac:spMk id="2" creationId="{317CA3C9-22D6-B8D5-4576-D841475955B9}"/>
          </ac:spMkLst>
        </pc:spChg>
        <pc:spChg chg="mod">
          <ac:chgData name="Bowen Cheek" userId="8fca192e-0677-4b46-9386-7af871cc0c0f" providerId="ADAL" clId="{539CF98A-204F-498C-B6D5-5A6451AD35FD}" dt="2026-03-24T14:04:00.264" v="3945" actId="962"/>
          <ac:spMkLst>
            <pc:docMk/>
            <pc:sldMk cId="2032809377" sldId="281"/>
            <ac:spMk id="4" creationId="{18CA791A-E203-253C-91AE-DBC63543D954}"/>
          </ac:spMkLst>
        </pc:spChg>
        <pc:spChg chg="mod ord">
          <ac:chgData name="Bowen Cheek" userId="8fca192e-0677-4b46-9386-7af871cc0c0f" providerId="ADAL" clId="{539CF98A-204F-498C-B6D5-5A6451AD35FD}" dt="2026-04-06T15:49:42.516" v="4100" actId="962"/>
          <ac:spMkLst>
            <pc:docMk/>
            <pc:sldMk cId="2032809377" sldId="281"/>
            <ac:spMk id="5" creationId="{CF14349F-CCB5-85EB-E13E-847365A5E87B}"/>
          </ac:spMkLst>
        </pc:spChg>
        <pc:picChg chg="add mod">
          <ac:chgData name="Bowen Cheek" userId="8fca192e-0677-4b46-9386-7af871cc0c0f" providerId="ADAL" clId="{539CF98A-204F-498C-B6D5-5A6451AD35FD}" dt="2026-03-24T13:59:57.981" v="3909" actId="962"/>
          <ac:picMkLst>
            <pc:docMk/>
            <pc:sldMk cId="2032809377" sldId="281"/>
            <ac:picMk id="5122" creationId="{C71CFD1D-AD6D-7234-1DF5-1DE35E47392E}"/>
          </ac:picMkLst>
        </pc:picChg>
      </pc:sldChg>
      <pc:sldChg chg="modSp new mod">
        <pc:chgData name="Bowen Cheek" userId="8fca192e-0677-4b46-9386-7af871cc0c0f" providerId="ADAL" clId="{539CF98A-204F-498C-B6D5-5A6451AD35FD}" dt="2026-04-06T15:49:48.876" v="4101" actId="962"/>
        <pc:sldMkLst>
          <pc:docMk/>
          <pc:sldMk cId="2138030264" sldId="282"/>
        </pc:sldMkLst>
        <pc:spChg chg="mod">
          <ac:chgData name="Bowen Cheek" userId="8fca192e-0677-4b46-9386-7af871cc0c0f" providerId="ADAL" clId="{539CF98A-204F-498C-B6D5-5A6451AD35FD}" dt="2026-03-23T17:32:13.906" v="2291" actId="20577"/>
          <ac:spMkLst>
            <pc:docMk/>
            <pc:sldMk cId="2138030264" sldId="282"/>
            <ac:spMk id="2" creationId="{418F4173-110D-1DF6-013D-D5481A2DBE57}"/>
          </ac:spMkLst>
        </pc:spChg>
        <pc:spChg chg="mod">
          <ac:chgData name="Bowen Cheek" userId="8fca192e-0677-4b46-9386-7af871cc0c0f" providerId="ADAL" clId="{539CF98A-204F-498C-B6D5-5A6451AD35FD}" dt="2026-03-23T17:32:08.495" v="2264"/>
          <ac:spMkLst>
            <pc:docMk/>
            <pc:sldMk cId="2138030264" sldId="282"/>
            <ac:spMk id="3" creationId="{74A45CB1-D635-8629-3D43-254ED15FFD29}"/>
          </ac:spMkLst>
        </pc:spChg>
        <pc:spChg chg="mod">
          <ac:chgData name="Bowen Cheek" userId="8fca192e-0677-4b46-9386-7af871cc0c0f" providerId="ADAL" clId="{539CF98A-204F-498C-B6D5-5A6451AD35FD}" dt="2026-03-24T14:04:06.213" v="3947" actId="962"/>
          <ac:spMkLst>
            <pc:docMk/>
            <pc:sldMk cId="2138030264" sldId="282"/>
            <ac:spMk id="4" creationId="{1670B104-FB1D-BD86-3EBA-E03063580A43}"/>
          </ac:spMkLst>
        </pc:spChg>
        <pc:spChg chg="mod">
          <ac:chgData name="Bowen Cheek" userId="8fca192e-0677-4b46-9386-7af871cc0c0f" providerId="ADAL" clId="{539CF98A-204F-498C-B6D5-5A6451AD35FD}" dt="2026-04-06T15:49:48.876" v="4101" actId="962"/>
          <ac:spMkLst>
            <pc:docMk/>
            <pc:sldMk cId="2138030264" sldId="282"/>
            <ac:spMk id="5" creationId="{0D9F5366-ACA7-31D4-94C9-6C131BC508DA}"/>
          </ac:spMkLst>
        </pc:spChg>
      </pc:sldChg>
      <pc:sldChg chg="addSp delSp modSp new mod">
        <pc:chgData name="Bowen Cheek" userId="8fca192e-0677-4b46-9386-7af871cc0c0f" providerId="ADAL" clId="{539CF98A-204F-498C-B6D5-5A6451AD35FD}" dt="2026-04-06T15:49:52.804" v="4102" actId="962"/>
        <pc:sldMkLst>
          <pc:docMk/>
          <pc:sldMk cId="1232029049" sldId="283"/>
        </pc:sldMkLst>
        <pc:spChg chg="mod">
          <ac:chgData name="Bowen Cheek" userId="8fca192e-0677-4b46-9386-7af871cc0c0f" providerId="ADAL" clId="{539CF98A-204F-498C-B6D5-5A6451AD35FD}" dt="2026-03-23T17:35:53.608" v="2408" actId="20577"/>
          <ac:spMkLst>
            <pc:docMk/>
            <pc:sldMk cId="1232029049" sldId="283"/>
            <ac:spMk id="2" creationId="{225B1644-3F1C-D42D-3CD5-F0B3D8A1A771}"/>
          </ac:spMkLst>
        </pc:spChg>
        <pc:spChg chg="mod">
          <ac:chgData name="Bowen Cheek" userId="8fca192e-0677-4b46-9386-7af871cc0c0f" providerId="ADAL" clId="{539CF98A-204F-498C-B6D5-5A6451AD35FD}" dt="2026-03-24T14:04:15.470" v="3948" actId="962"/>
          <ac:spMkLst>
            <pc:docMk/>
            <pc:sldMk cId="1232029049" sldId="283"/>
            <ac:spMk id="4" creationId="{71F206E0-EB69-0188-9423-3EBDBE460E4D}"/>
          </ac:spMkLst>
        </pc:spChg>
        <pc:spChg chg="mod ord">
          <ac:chgData name="Bowen Cheek" userId="8fca192e-0677-4b46-9386-7af871cc0c0f" providerId="ADAL" clId="{539CF98A-204F-498C-B6D5-5A6451AD35FD}" dt="2026-04-06T15:49:52.804" v="4102" actId="962"/>
          <ac:spMkLst>
            <pc:docMk/>
            <pc:sldMk cId="1232029049" sldId="283"/>
            <ac:spMk id="5" creationId="{001D2696-6B91-2423-474C-0CCF79680023}"/>
          </ac:spMkLst>
        </pc:spChg>
        <pc:spChg chg="add mod">
          <ac:chgData name="Bowen Cheek" userId="8fca192e-0677-4b46-9386-7af871cc0c0f" providerId="ADAL" clId="{539CF98A-204F-498C-B6D5-5A6451AD35FD}" dt="2026-03-23T17:34:57.071" v="2386" actId="1076"/>
          <ac:spMkLst>
            <pc:docMk/>
            <pc:sldMk cId="1232029049" sldId="283"/>
            <ac:spMk id="7" creationId="{142B87C3-4402-8C0A-C6B8-EACF57224C70}"/>
          </ac:spMkLst>
        </pc:spChg>
        <pc:picChg chg="add mod">
          <ac:chgData name="Bowen Cheek" userId="8fca192e-0677-4b46-9386-7af871cc0c0f" providerId="ADAL" clId="{539CF98A-204F-498C-B6D5-5A6451AD35FD}" dt="2026-03-24T14:00:19.022" v="3911" actId="962"/>
          <ac:picMkLst>
            <pc:docMk/>
            <pc:sldMk cId="1232029049" sldId="283"/>
            <ac:picMk id="6146" creationId="{7F951456-5C90-576C-C688-974D15F65A5C}"/>
          </ac:picMkLst>
        </pc:picChg>
      </pc:sldChg>
      <pc:sldChg chg="addSp modSp add mod">
        <pc:chgData name="Bowen Cheek" userId="8fca192e-0677-4b46-9386-7af871cc0c0f" providerId="ADAL" clId="{539CF98A-204F-498C-B6D5-5A6451AD35FD}" dt="2026-04-06T15:49:57.015" v="4103" actId="962"/>
        <pc:sldMkLst>
          <pc:docMk/>
          <pc:sldMk cId="2444042423" sldId="284"/>
        </pc:sldMkLst>
        <pc:spChg chg="mod">
          <ac:chgData name="Bowen Cheek" userId="8fca192e-0677-4b46-9386-7af871cc0c0f" providerId="ADAL" clId="{539CF98A-204F-498C-B6D5-5A6451AD35FD}" dt="2026-03-23T17:47:35.522" v="2653" actId="1076"/>
          <ac:spMkLst>
            <pc:docMk/>
            <pc:sldMk cId="2444042423" sldId="284"/>
            <ac:spMk id="2" creationId="{F843CAD3-F67C-664A-F7AB-ED7AEE249298}"/>
          </ac:spMkLst>
        </pc:spChg>
        <pc:spChg chg="mod">
          <ac:chgData name="Bowen Cheek" userId="8fca192e-0677-4b46-9386-7af871cc0c0f" providerId="ADAL" clId="{539CF98A-204F-498C-B6D5-5A6451AD35FD}" dt="2026-03-24T14:04:21.715" v="3951" actId="962"/>
          <ac:spMkLst>
            <pc:docMk/>
            <pc:sldMk cId="2444042423" sldId="284"/>
            <ac:spMk id="4" creationId="{30F2E78E-4755-754A-1398-D86216B7D54C}"/>
          </ac:spMkLst>
        </pc:spChg>
        <pc:spChg chg="mod ord">
          <ac:chgData name="Bowen Cheek" userId="8fca192e-0677-4b46-9386-7af871cc0c0f" providerId="ADAL" clId="{539CF98A-204F-498C-B6D5-5A6451AD35FD}" dt="2026-04-06T15:49:57.015" v="4103" actId="962"/>
          <ac:spMkLst>
            <pc:docMk/>
            <pc:sldMk cId="2444042423" sldId="284"/>
            <ac:spMk id="5" creationId="{C5249B8C-EC23-2E49-3852-D326534AA874}"/>
          </ac:spMkLst>
        </pc:spChg>
        <pc:spChg chg="add mod">
          <ac:chgData name="Bowen Cheek" userId="8fca192e-0677-4b46-9386-7af871cc0c0f" providerId="ADAL" clId="{539CF98A-204F-498C-B6D5-5A6451AD35FD}" dt="2026-03-23T17:41:24.169" v="2440" actId="14100"/>
          <ac:spMkLst>
            <pc:docMk/>
            <pc:sldMk cId="2444042423" sldId="284"/>
            <ac:spMk id="6" creationId="{DCED1D87-4818-2020-050A-249A6F08BDE3}"/>
          </ac:spMkLst>
        </pc:spChg>
        <pc:spChg chg="mod">
          <ac:chgData name="Bowen Cheek" userId="8fca192e-0677-4b46-9386-7af871cc0c0f" providerId="ADAL" clId="{539CF98A-204F-498C-B6D5-5A6451AD35FD}" dt="2026-03-23T17:53:00.246" v="3059" actId="1076"/>
          <ac:spMkLst>
            <pc:docMk/>
            <pc:sldMk cId="2444042423" sldId="284"/>
            <ac:spMk id="7" creationId="{A984C815-D90D-339C-2386-FB7E84314B69}"/>
          </ac:spMkLst>
        </pc:spChg>
        <pc:picChg chg="mod">
          <ac:chgData name="Bowen Cheek" userId="8fca192e-0677-4b46-9386-7af871cc0c0f" providerId="ADAL" clId="{539CF98A-204F-498C-B6D5-5A6451AD35FD}" dt="2026-03-24T14:00:33.255" v="3913" actId="962"/>
          <ac:picMkLst>
            <pc:docMk/>
            <pc:sldMk cId="2444042423" sldId="284"/>
            <ac:picMk id="6146" creationId="{082223EF-95B4-6B2F-AB90-801433D6FF2E}"/>
          </ac:picMkLst>
        </pc:picChg>
      </pc:sldChg>
      <pc:sldChg chg="modSp new mod">
        <pc:chgData name="Bowen Cheek" userId="8fca192e-0677-4b46-9386-7af871cc0c0f" providerId="ADAL" clId="{539CF98A-204F-498C-B6D5-5A6451AD35FD}" dt="2026-04-06T15:50:01.357" v="4104" actId="962"/>
        <pc:sldMkLst>
          <pc:docMk/>
          <pc:sldMk cId="2689437699" sldId="285"/>
        </pc:sldMkLst>
        <pc:spChg chg="mod">
          <ac:chgData name="Bowen Cheek" userId="8fca192e-0677-4b46-9386-7af871cc0c0f" providerId="ADAL" clId="{539CF98A-204F-498C-B6D5-5A6451AD35FD}" dt="2026-03-24T13:39:38.024" v="3331" actId="14100"/>
          <ac:spMkLst>
            <pc:docMk/>
            <pc:sldMk cId="2689437699" sldId="285"/>
            <ac:spMk id="2" creationId="{820F6275-1EE0-3E71-BC9F-FAF407638148}"/>
          </ac:spMkLst>
        </pc:spChg>
        <pc:spChg chg="mod">
          <ac:chgData name="Bowen Cheek" userId="8fca192e-0677-4b46-9386-7af871cc0c0f" providerId="ADAL" clId="{539CF98A-204F-498C-B6D5-5A6451AD35FD}" dt="2026-03-24T13:38:15.754" v="3289" actId="20577"/>
          <ac:spMkLst>
            <pc:docMk/>
            <pc:sldMk cId="2689437699" sldId="285"/>
            <ac:spMk id="3" creationId="{8B1C0969-0860-8287-6B5E-E54A50086519}"/>
          </ac:spMkLst>
        </pc:spChg>
        <pc:spChg chg="mod">
          <ac:chgData name="Bowen Cheek" userId="8fca192e-0677-4b46-9386-7af871cc0c0f" providerId="ADAL" clId="{539CF98A-204F-498C-B6D5-5A6451AD35FD}" dt="2026-03-24T14:04:31.068" v="3955" actId="962"/>
          <ac:spMkLst>
            <pc:docMk/>
            <pc:sldMk cId="2689437699" sldId="285"/>
            <ac:spMk id="4" creationId="{0F42235E-E1F9-CAC0-4792-0984CB59A2FB}"/>
          </ac:spMkLst>
        </pc:spChg>
        <pc:spChg chg="mod">
          <ac:chgData name="Bowen Cheek" userId="8fca192e-0677-4b46-9386-7af871cc0c0f" providerId="ADAL" clId="{539CF98A-204F-498C-B6D5-5A6451AD35FD}" dt="2026-04-06T15:50:01.357" v="4104" actId="962"/>
          <ac:spMkLst>
            <pc:docMk/>
            <pc:sldMk cId="2689437699" sldId="285"/>
            <ac:spMk id="5" creationId="{79D7B9E0-268C-757B-CC2E-59793C0F8FC1}"/>
          </ac:spMkLst>
        </pc:spChg>
      </pc:sldChg>
      <pc:sldChg chg="modSp new mod">
        <pc:chgData name="Bowen Cheek" userId="8fca192e-0677-4b46-9386-7af871cc0c0f" providerId="ADAL" clId="{539CF98A-204F-498C-B6D5-5A6451AD35FD}" dt="2026-04-06T15:50:05.084" v="4105" actId="962"/>
        <pc:sldMkLst>
          <pc:docMk/>
          <pc:sldMk cId="4208913973" sldId="286"/>
        </pc:sldMkLst>
        <pc:spChg chg="mod">
          <ac:chgData name="Bowen Cheek" userId="8fca192e-0677-4b46-9386-7af871cc0c0f" providerId="ADAL" clId="{539CF98A-204F-498C-B6D5-5A6451AD35FD}" dt="2026-03-24T13:39:59.114" v="3382" actId="14100"/>
          <ac:spMkLst>
            <pc:docMk/>
            <pc:sldMk cId="4208913973" sldId="286"/>
            <ac:spMk id="2" creationId="{1B75BFBB-55DB-944D-A436-DD004DB40A61}"/>
          </ac:spMkLst>
        </pc:spChg>
        <pc:spChg chg="mod">
          <ac:chgData name="Bowen Cheek" userId="8fca192e-0677-4b46-9386-7af871cc0c0f" providerId="ADAL" clId="{539CF98A-204F-498C-B6D5-5A6451AD35FD}" dt="2026-03-24T13:42:18.257" v="3528" actId="20577"/>
          <ac:spMkLst>
            <pc:docMk/>
            <pc:sldMk cId="4208913973" sldId="286"/>
            <ac:spMk id="3" creationId="{3B99A395-A922-FC3C-5A80-85C42F1C8846}"/>
          </ac:spMkLst>
        </pc:spChg>
        <pc:spChg chg="mod">
          <ac:chgData name="Bowen Cheek" userId="8fca192e-0677-4b46-9386-7af871cc0c0f" providerId="ADAL" clId="{539CF98A-204F-498C-B6D5-5A6451AD35FD}" dt="2026-03-24T14:04:34.690" v="3956" actId="962"/>
          <ac:spMkLst>
            <pc:docMk/>
            <pc:sldMk cId="4208913973" sldId="286"/>
            <ac:spMk id="4" creationId="{D1DD25F2-9F0C-9C70-0D24-9F46F74E2A24}"/>
          </ac:spMkLst>
        </pc:spChg>
        <pc:spChg chg="mod">
          <ac:chgData name="Bowen Cheek" userId="8fca192e-0677-4b46-9386-7af871cc0c0f" providerId="ADAL" clId="{539CF98A-204F-498C-B6D5-5A6451AD35FD}" dt="2026-04-06T15:50:05.084" v="4105" actId="962"/>
          <ac:spMkLst>
            <pc:docMk/>
            <pc:sldMk cId="4208913973" sldId="286"/>
            <ac:spMk id="5" creationId="{6BB1B879-F7D4-23ED-4701-C345474A1A9F}"/>
          </ac:spMkLst>
        </pc:spChg>
      </pc:sldChg>
      <pc:sldChg chg="addSp delSp modSp new mod">
        <pc:chgData name="Bowen Cheek" userId="8fca192e-0677-4b46-9386-7af871cc0c0f" providerId="ADAL" clId="{539CF98A-204F-498C-B6D5-5A6451AD35FD}" dt="2026-04-06T15:50:08.659" v="4106" actId="962"/>
        <pc:sldMkLst>
          <pc:docMk/>
          <pc:sldMk cId="1581241940" sldId="287"/>
        </pc:sldMkLst>
        <pc:spChg chg="mod">
          <ac:chgData name="Bowen Cheek" userId="8fca192e-0677-4b46-9386-7af871cc0c0f" providerId="ADAL" clId="{539CF98A-204F-498C-B6D5-5A6451AD35FD}" dt="2026-03-24T13:44:18.933" v="3552" actId="1076"/>
          <ac:spMkLst>
            <pc:docMk/>
            <pc:sldMk cId="1581241940" sldId="287"/>
            <ac:spMk id="2" creationId="{3C976E9A-B4E1-0867-CDB2-CACC6D2BC3C1}"/>
          </ac:spMkLst>
        </pc:spChg>
        <pc:spChg chg="mod">
          <ac:chgData name="Bowen Cheek" userId="8fca192e-0677-4b46-9386-7af871cc0c0f" providerId="ADAL" clId="{539CF98A-204F-498C-B6D5-5A6451AD35FD}" dt="2026-03-24T14:04:38.402" v="3957" actId="962"/>
          <ac:spMkLst>
            <pc:docMk/>
            <pc:sldMk cId="1581241940" sldId="287"/>
            <ac:spMk id="4" creationId="{2F512FAD-F388-2822-5CC5-8604D29401CE}"/>
          </ac:spMkLst>
        </pc:spChg>
        <pc:spChg chg="mod ord">
          <ac:chgData name="Bowen Cheek" userId="8fca192e-0677-4b46-9386-7af871cc0c0f" providerId="ADAL" clId="{539CF98A-204F-498C-B6D5-5A6451AD35FD}" dt="2026-04-06T15:50:08.659" v="4106" actId="962"/>
          <ac:spMkLst>
            <pc:docMk/>
            <pc:sldMk cId="1581241940" sldId="287"/>
            <ac:spMk id="5" creationId="{72260255-BD4A-25CB-B1DC-AC74E5614E82}"/>
          </ac:spMkLst>
        </pc:spChg>
        <pc:spChg chg="add mod">
          <ac:chgData name="Bowen Cheek" userId="8fca192e-0677-4b46-9386-7af871cc0c0f" providerId="ADAL" clId="{539CF98A-204F-498C-B6D5-5A6451AD35FD}" dt="2026-03-24T13:46:25.332" v="3634" actId="14100"/>
          <ac:spMkLst>
            <pc:docMk/>
            <pc:sldMk cId="1581241940" sldId="287"/>
            <ac:spMk id="7" creationId="{2FB8B576-D00C-F05E-086C-642A6C073128}"/>
          </ac:spMkLst>
        </pc:spChg>
        <pc:picChg chg="add mod">
          <ac:chgData name="Bowen Cheek" userId="8fca192e-0677-4b46-9386-7af871cc0c0f" providerId="ADAL" clId="{539CF98A-204F-498C-B6D5-5A6451AD35FD}" dt="2026-03-24T14:00:39.594" v="3915" actId="962"/>
          <ac:picMkLst>
            <pc:docMk/>
            <pc:sldMk cId="1581241940" sldId="287"/>
            <ac:picMk id="7170" creationId="{4A199863-D706-4E1A-B487-BA3F3DB36729}"/>
          </ac:picMkLst>
        </pc:picChg>
      </pc:sldChg>
      <pc:sldChg chg="addSp modSp add mod">
        <pc:chgData name="Bowen Cheek" userId="8fca192e-0677-4b46-9386-7af871cc0c0f" providerId="ADAL" clId="{539CF98A-204F-498C-B6D5-5A6451AD35FD}" dt="2026-04-06T15:50:11.836" v="4107" actId="962"/>
        <pc:sldMkLst>
          <pc:docMk/>
          <pc:sldMk cId="3291252258" sldId="288"/>
        </pc:sldMkLst>
        <pc:spChg chg="mod">
          <ac:chgData name="Bowen Cheek" userId="8fca192e-0677-4b46-9386-7af871cc0c0f" providerId="ADAL" clId="{539CF98A-204F-498C-B6D5-5A6451AD35FD}" dt="2026-03-24T13:50:28.779" v="3734" actId="20577"/>
          <ac:spMkLst>
            <pc:docMk/>
            <pc:sldMk cId="3291252258" sldId="288"/>
            <ac:spMk id="2" creationId="{4261D67D-1257-E64A-CBD4-358655C10372}"/>
          </ac:spMkLst>
        </pc:spChg>
        <pc:spChg chg="mod">
          <ac:chgData name="Bowen Cheek" userId="8fca192e-0677-4b46-9386-7af871cc0c0f" providerId="ADAL" clId="{539CF98A-204F-498C-B6D5-5A6451AD35FD}" dt="2026-03-24T14:04:44.104" v="3960" actId="962"/>
          <ac:spMkLst>
            <pc:docMk/>
            <pc:sldMk cId="3291252258" sldId="288"/>
            <ac:spMk id="4" creationId="{862AAC6D-3ECC-2856-6DCF-ACB81445120A}"/>
          </ac:spMkLst>
        </pc:spChg>
        <pc:spChg chg="mod ord">
          <ac:chgData name="Bowen Cheek" userId="8fca192e-0677-4b46-9386-7af871cc0c0f" providerId="ADAL" clId="{539CF98A-204F-498C-B6D5-5A6451AD35FD}" dt="2026-04-06T15:50:11.836" v="4107" actId="962"/>
          <ac:spMkLst>
            <pc:docMk/>
            <pc:sldMk cId="3291252258" sldId="288"/>
            <ac:spMk id="5" creationId="{B554080D-EB36-0530-8F19-8329FC2AF0DB}"/>
          </ac:spMkLst>
        </pc:spChg>
        <pc:spChg chg="add mod">
          <ac:chgData name="Bowen Cheek" userId="8fca192e-0677-4b46-9386-7af871cc0c0f" providerId="ADAL" clId="{539CF98A-204F-498C-B6D5-5A6451AD35FD}" dt="2026-03-24T13:49:39.087" v="3673" actId="20577"/>
          <ac:spMkLst>
            <pc:docMk/>
            <pc:sldMk cId="3291252258" sldId="288"/>
            <ac:spMk id="6" creationId="{C7132F23-8FBD-504D-46F5-BC8F7713F8AD}"/>
          </ac:spMkLst>
        </pc:spChg>
        <pc:spChg chg="mod">
          <ac:chgData name="Bowen Cheek" userId="8fca192e-0677-4b46-9386-7af871cc0c0f" providerId="ADAL" clId="{539CF98A-204F-498C-B6D5-5A6451AD35FD}" dt="2026-03-24T13:57:24.882" v="3898" actId="207"/>
          <ac:spMkLst>
            <pc:docMk/>
            <pc:sldMk cId="3291252258" sldId="288"/>
            <ac:spMk id="7" creationId="{BF4E8A3B-4139-4559-2A10-77781A172FF6}"/>
          </ac:spMkLst>
        </pc:spChg>
        <pc:picChg chg="mod">
          <ac:chgData name="Bowen Cheek" userId="8fca192e-0677-4b46-9386-7af871cc0c0f" providerId="ADAL" clId="{539CF98A-204F-498C-B6D5-5A6451AD35FD}" dt="2026-03-24T14:00:52.747" v="3917" actId="962"/>
          <ac:picMkLst>
            <pc:docMk/>
            <pc:sldMk cId="3291252258" sldId="288"/>
            <ac:picMk id="7170" creationId="{75AC7A70-DC89-79C8-0151-11FED1ABEF6F}"/>
          </ac:picMkLst>
        </pc:picChg>
      </pc:sldChg>
      <pc:sldMasterChg chg="setBg modSldLayout">
        <pc:chgData name="Bowen Cheek" userId="8fca192e-0677-4b46-9386-7af871cc0c0f" providerId="ADAL" clId="{539CF98A-204F-498C-B6D5-5A6451AD35FD}" dt="2026-03-19T14:53:59.835" v="115"/>
        <pc:sldMasterMkLst>
          <pc:docMk/>
          <pc:sldMasterMk cId="2460954070" sldId="2147483660"/>
        </pc:sldMasterMkLst>
        <pc:sldLayoutChg chg="setBg">
          <pc:chgData name="Bowen Cheek" userId="8fca192e-0677-4b46-9386-7af871cc0c0f" providerId="ADAL" clId="{539CF98A-204F-498C-B6D5-5A6451AD35FD}" dt="2026-03-19T14:53:59.835" v="115"/>
          <pc:sldLayoutMkLst>
            <pc:docMk/>
            <pc:sldMasterMk cId="2460954070" sldId="2147483660"/>
            <pc:sldLayoutMk cId="2385387890" sldId="2147483661"/>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949138452" sldId="2147483662"/>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2591524520" sldId="2147483663"/>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1203092039" sldId="2147483664"/>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3733172339" sldId="2147483665"/>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3210312558" sldId="2147483666"/>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3146388984" sldId="2147483667"/>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3171841454" sldId="2147483668"/>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1718958274" sldId="2147483669"/>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2202905451" sldId="2147483670"/>
          </pc:sldLayoutMkLst>
        </pc:sldLayoutChg>
        <pc:sldLayoutChg chg="setBg">
          <pc:chgData name="Bowen Cheek" userId="8fca192e-0677-4b46-9386-7af871cc0c0f" providerId="ADAL" clId="{539CF98A-204F-498C-B6D5-5A6451AD35FD}" dt="2026-03-19T14:53:59.835" v="115"/>
          <pc:sldLayoutMkLst>
            <pc:docMk/>
            <pc:sldMasterMk cId="2460954070" sldId="2147483660"/>
            <pc:sldLayoutMk cId="3479445657" sldId="2147483671"/>
          </pc:sldLayoutMkLst>
        </pc:sldLayoutChg>
      </pc:sldMasterChg>
    </pc:docChg>
  </pc:docChgLst>
  <pc:docChgLst>
    <pc:chgData name="Bowen Cheek" userId="S::meldrid8@kennesaw.edu::8fca192e-0677-4b46-9386-7af871cc0c0f" providerId="AD" clId="Web-{D8931CC4-8AD1-FE33-7FAD-724C43CF8A97}"/>
    <pc:docChg chg="modSld">
      <pc:chgData name="Bowen Cheek" userId="S::meldrid8@kennesaw.edu::8fca192e-0677-4b46-9386-7af871cc0c0f" providerId="AD" clId="Web-{D8931CC4-8AD1-FE33-7FAD-724C43CF8A97}" dt="2026-03-27T17:09:57.450" v="161"/>
      <pc:docMkLst>
        <pc:docMk/>
      </pc:docMkLst>
      <pc:sldChg chg="addSp delSp">
        <pc:chgData name="Bowen Cheek" userId="S::meldrid8@kennesaw.edu::8fca192e-0677-4b46-9386-7af871cc0c0f" providerId="AD" clId="Web-{D8931CC4-8AD1-FE33-7FAD-724C43CF8A97}" dt="2026-03-27T17:09:57.450" v="161"/>
        <pc:sldMkLst>
          <pc:docMk/>
          <pc:sldMk cId="3399794893" sldId="273"/>
        </pc:sldMkLst>
      </pc:sldChg>
      <pc:sldChg chg="addSp delSp">
        <pc:chgData name="Bowen Cheek" userId="S::meldrid8@kennesaw.edu::8fca192e-0677-4b46-9386-7af871cc0c0f" providerId="AD" clId="Web-{D8931CC4-8AD1-FE33-7FAD-724C43CF8A97}" dt="2026-03-27T17:09:52.653" v="160"/>
        <pc:sldMkLst>
          <pc:docMk/>
          <pc:sldMk cId="1959899255" sldId="274"/>
        </pc:sldMkLst>
      </pc:sldChg>
      <pc:sldChg chg="addSp delSp">
        <pc:chgData name="Bowen Cheek" userId="S::meldrid8@kennesaw.edu::8fca192e-0677-4b46-9386-7af871cc0c0f" providerId="AD" clId="Web-{D8931CC4-8AD1-FE33-7FAD-724C43CF8A97}" dt="2026-03-27T17:09:38.027" v="140"/>
        <pc:sldMkLst>
          <pc:docMk/>
          <pc:sldMk cId="1732609425" sldId="275"/>
        </pc:sldMkLst>
      </pc:sldChg>
      <pc:sldChg chg="addSp delSp">
        <pc:chgData name="Bowen Cheek" userId="S::meldrid8@kennesaw.edu::8fca192e-0677-4b46-9386-7af871cc0c0f" providerId="AD" clId="Web-{D8931CC4-8AD1-FE33-7FAD-724C43CF8A97}" dt="2026-03-27T17:09:45.996" v="142"/>
        <pc:sldMkLst>
          <pc:docMk/>
          <pc:sldMk cId="40002062" sldId="276"/>
        </pc:sldMkLst>
      </pc:sldChg>
    </pc:docChg>
  </pc:docChgLst>
  <pc:docChgLst>
    <pc:chgData name="Bowen Cheek" userId="S::meldrid8@kennesaw.edu::8fca192e-0677-4b46-9386-7af871cc0c0f" providerId="AD" clId="Web-{675E4439-C0D4-C425-04EA-397F4F10C514}"/>
    <pc:docChg chg="modSld">
      <pc:chgData name="Bowen Cheek" userId="S::meldrid8@kennesaw.edu::8fca192e-0677-4b46-9386-7af871cc0c0f" providerId="AD" clId="Web-{675E4439-C0D4-C425-04EA-397F4F10C514}" dt="2026-03-30T16:59:27.271" v="323"/>
      <pc:docMkLst>
        <pc:docMk/>
      </pc:docMkLst>
      <pc:sldChg chg="addSp">
        <pc:chgData name="Bowen Cheek" userId="S::meldrid8@kennesaw.edu::8fca192e-0677-4b46-9386-7af871cc0c0f" providerId="AD" clId="Web-{675E4439-C0D4-C425-04EA-397F4F10C514}" dt="2026-03-30T16:23:17.491" v="33"/>
        <pc:sldMkLst>
          <pc:docMk/>
          <pc:sldMk cId="40002062" sldId="276"/>
        </pc:sldMkLst>
      </pc:sldChg>
      <pc:sldChg chg="addSp delSp">
        <pc:chgData name="Bowen Cheek" userId="S::meldrid8@kennesaw.edu::8fca192e-0677-4b46-9386-7af871cc0c0f" providerId="AD" clId="Web-{675E4439-C0D4-C425-04EA-397F4F10C514}" dt="2026-03-30T16:26:57.806" v="77"/>
        <pc:sldMkLst>
          <pc:docMk/>
          <pc:sldMk cId="244257029" sldId="279"/>
        </pc:sldMkLst>
      </pc:sldChg>
      <pc:sldChg chg="addSp">
        <pc:chgData name="Bowen Cheek" userId="S::meldrid8@kennesaw.edu::8fca192e-0677-4b46-9386-7af871cc0c0f" providerId="AD" clId="Web-{675E4439-C0D4-C425-04EA-397F4F10C514}" dt="2026-03-30T16:31:31.605" v="115"/>
        <pc:sldMkLst>
          <pc:docMk/>
          <pc:sldMk cId="72858719" sldId="280"/>
        </pc:sldMkLst>
      </pc:sldChg>
      <pc:sldChg chg="addSp">
        <pc:chgData name="Bowen Cheek" userId="S::meldrid8@kennesaw.edu::8fca192e-0677-4b46-9386-7af871cc0c0f" providerId="AD" clId="Web-{675E4439-C0D4-C425-04EA-397F4F10C514}" dt="2026-03-30T16:36:29.391" v="145"/>
        <pc:sldMkLst>
          <pc:docMk/>
          <pc:sldMk cId="2032809377" sldId="281"/>
        </pc:sldMkLst>
      </pc:sldChg>
      <pc:sldChg chg="addSp">
        <pc:chgData name="Bowen Cheek" userId="S::meldrid8@kennesaw.edu::8fca192e-0677-4b46-9386-7af871cc0c0f" providerId="AD" clId="Web-{675E4439-C0D4-C425-04EA-397F4F10C514}" dt="2026-03-30T16:38:33.113" v="201"/>
        <pc:sldMkLst>
          <pc:docMk/>
          <pc:sldMk cId="2138030264" sldId="282"/>
        </pc:sldMkLst>
      </pc:sldChg>
      <pc:sldChg chg="addSp">
        <pc:chgData name="Bowen Cheek" userId="S::meldrid8@kennesaw.edu::8fca192e-0677-4b46-9386-7af871cc0c0f" providerId="AD" clId="Web-{675E4439-C0D4-C425-04EA-397F4F10C514}" dt="2026-03-30T16:50:20.947" v="291"/>
        <pc:sldMkLst>
          <pc:docMk/>
          <pc:sldMk cId="1232029049" sldId="283"/>
        </pc:sldMkLst>
      </pc:sldChg>
      <pc:sldChg chg="addSp">
        <pc:chgData name="Bowen Cheek" userId="S::meldrid8@kennesaw.edu::8fca192e-0677-4b46-9386-7af871cc0c0f" providerId="AD" clId="Web-{675E4439-C0D4-C425-04EA-397F4F10C514}" dt="2026-03-30T16:59:27.271" v="323"/>
        <pc:sldMkLst>
          <pc:docMk/>
          <pc:sldMk cId="2444042423" sldId="284"/>
        </pc:sldMkLst>
      </pc:sldChg>
    </pc:docChg>
  </pc:docChgLst>
  <pc:docChgLst>
    <pc:chgData name="Bowen Cheek" userId="S::meldrid8@kennesaw.edu::8fca192e-0677-4b46-9386-7af871cc0c0f" providerId="AD" clId="Web-{F64EF4DA-BDEA-9256-764D-A4B59470B843}"/>
    <pc:docChg chg="modSld">
      <pc:chgData name="Bowen Cheek" userId="S::meldrid8@kennesaw.edu::8fca192e-0677-4b46-9386-7af871cc0c0f" providerId="AD" clId="Web-{F64EF4DA-BDEA-9256-764D-A4B59470B843}" dt="2026-03-24T14:12:43.100" v="18" actId="20577"/>
      <pc:docMkLst>
        <pc:docMk/>
      </pc:docMkLst>
      <pc:sldChg chg="modSp">
        <pc:chgData name="Bowen Cheek" userId="S::meldrid8@kennesaw.edu::8fca192e-0677-4b46-9386-7af871cc0c0f" providerId="AD" clId="Web-{F64EF4DA-BDEA-9256-764D-A4B59470B843}" dt="2026-03-24T14:12:14.785" v="11" actId="20577"/>
        <pc:sldMkLst>
          <pc:docMk/>
          <pc:sldMk cId="2444042423" sldId="284"/>
        </pc:sldMkLst>
        <pc:spChg chg="mod">
          <ac:chgData name="Bowen Cheek" userId="S::meldrid8@kennesaw.edu::8fca192e-0677-4b46-9386-7af871cc0c0f" providerId="AD" clId="Web-{F64EF4DA-BDEA-9256-764D-A4B59470B843}" dt="2026-03-24T14:12:14.785" v="11" actId="20577"/>
          <ac:spMkLst>
            <pc:docMk/>
            <pc:sldMk cId="2444042423" sldId="284"/>
            <ac:spMk id="6" creationId="{DCED1D87-4818-2020-050A-249A6F08BDE3}"/>
          </ac:spMkLst>
        </pc:spChg>
      </pc:sldChg>
      <pc:sldChg chg="modSp">
        <pc:chgData name="Bowen Cheek" userId="S::meldrid8@kennesaw.edu::8fca192e-0677-4b46-9386-7af871cc0c0f" providerId="AD" clId="Web-{F64EF4DA-BDEA-9256-764D-A4B59470B843}" dt="2026-03-24T14:12:43.100" v="18" actId="20577"/>
        <pc:sldMkLst>
          <pc:docMk/>
          <pc:sldMk cId="3291252258" sldId="288"/>
        </pc:sldMkLst>
        <pc:spChg chg="mod">
          <ac:chgData name="Bowen Cheek" userId="S::meldrid8@kennesaw.edu::8fca192e-0677-4b46-9386-7af871cc0c0f" providerId="AD" clId="Web-{F64EF4DA-BDEA-9256-764D-A4B59470B843}" dt="2026-03-24T14:12:43.100" v="18" actId="20577"/>
          <ac:spMkLst>
            <pc:docMk/>
            <pc:sldMk cId="3291252258" sldId="288"/>
            <ac:spMk id="6" creationId="{C7132F23-8FBD-504D-46F5-BC8F7713F8AD}"/>
          </ac:spMkLst>
        </pc:spChg>
      </pc:sldChg>
    </pc:docChg>
  </pc:docChgLst>
  <pc:docChgLst>
    <pc:chgData name="Bowen Cheek" userId="S::meldrid8@kennesaw.edu::8fca192e-0677-4b46-9386-7af871cc0c0f" providerId="AD" clId="Web-{5FFCD0C2-9B4E-0018-7A29-6F07F02713C1}"/>
    <pc:docChg chg="modSld">
      <pc:chgData name="Bowen Cheek" userId="S::meldrid8@kennesaw.edu::8fca192e-0677-4b46-9386-7af871cc0c0f" providerId="AD" clId="Web-{5FFCD0C2-9B4E-0018-7A29-6F07F02713C1}" dt="2026-03-27T15:25:08.182" v="60"/>
      <pc:docMkLst>
        <pc:docMk/>
      </pc:docMkLst>
      <pc:sldChg chg="delSp">
        <pc:chgData name="Bowen Cheek" userId="S::meldrid8@kennesaw.edu::8fca192e-0677-4b46-9386-7af871cc0c0f" providerId="AD" clId="Web-{5FFCD0C2-9B4E-0018-7A29-6F07F02713C1}" dt="2026-03-27T15:25:00.994" v="29"/>
        <pc:sldMkLst>
          <pc:docMk/>
          <pc:sldMk cId="1959899255" sldId="274"/>
        </pc:sldMkLst>
      </pc:sldChg>
      <pc:sldChg chg="delSp">
        <pc:chgData name="Bowen Cheek" userId="S::meldrid8@kennesaw.edu::8fca192e-0677-4b46-9386-7af871cc0c0f" providerId="AD" clId="Web-{5FFCD0C2-9B4E-0018-7A29-6F07F02713C1}" dt="2026-03-27T15:25:08.182" v="60"/>
        <pc:sldMkLst>
          <pc:docMk/>
          <pc:sldMk cId="1732609425" sldId="275"/>
        </pc:sldMkLst>
      </pc:sldChg>
    </pc:docChg>
  </pc:docChgLst>
  <pc:docChgLst>
    <pc:chgData name="Bowen Cheek" userId="S::meldrid8@kennesaw.edu::8fca192e-0677-4b46-9386-7af871cc0c0f" providerId="AD" clId="Web-{247E122B-5D0E-1831-731B-9F76D6E9F700}"/>
    <pc:docChg chg="modSld">
      <pc:chgData name="Bowen Cheek" userId="S::meldrid8@kennesaw.edu::8fca192e-0677-4b46-9386-7af871cc0c0f" providerId="AD" clId="Web-{247E122B-5D0E-1831-731B-9F76D6E9F700}" dt="2026-03-17T16:05:51.009" v="22" actId="20577"/>
      <pc:docMkLst>
        <pc:docMk/>
      </pc:docMkLst>
      <pc:sldChg chg="modSp">
        <pc:chgData name="Bowen Cheek" userId="S::meldrid8@kennesaw.edu::8fca192e-0677-4b46-9386-7af871cc0c0f" providerId="AD" clId="Web-{247E122B-5D0E-1831-731B-9F76D6E9F700}" dt="2026-03-17T16:05:51.009" v="22" actId="20577"/>
        <pc:sldMkLst>
          <pc:docMk/>
          <pc:sldMk cId="109857222" sldId="256"/>
        </pc:sldMkLst>
        <pc:spChg chg="mod">
          <ac:chgData name="Bowen Cheek" userId="S::meldrid8@kennesaw.edu::8fca192e-0677-4b46-9386-7af871cc0c0f" providerId="AD" clId="Web-{247E122B-5D0E-1831-731B-9F76D6E9F700}" dt="2026-03-17T16:05:47.134" v="20" actId="20577"/>
          <ac:spMkLst>
            <pc:docMk/>
            <pc:sldMk cId="109857222" sldId="256"/>
            <ac:spMk id="2" creationId="{00000000-0000-0000-0000-000000000000}"/>
          </ac:spMkLst>
        </pc:spChg>
        <pc:spChg chg="mod">
          <ac:chgData name="Bowen Cheek" userId="S::meldrid8@kennesaw.edu::8fca192e-0677-4b46-9386-7af871cc0c0f" providerId="AD" clId="Web-{247E122B-5D0E-1831-731B-9F76D6E9F700}" dt="2026-03-17T16:05:51.009" v="22" actId="20577"/>
          <ac:spMkLst>
            <pc:docMk/>
            <pc:sldMk cId="109857222" sldId="256"/>
            <ac:spMk id="3" creationId="{00000000-0000-0000-0000-000000000000}"/>
          </ac:spMkLst>
        </pc:spChg>
      </pc:sld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89A231-D572-4D3E-8178-4394C1B18534}" type="datetimeFigureOut">
              <a:rPr lang="en-US" smtClean="0"/>
              <a:t>4/6/2026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9F039-269E-4BE2-A2F5-27030DCEF703}" type="slidenum">
              <a:rPr lang="en-US" smtClean="0"/>
              <a:t>‹#›</a:t>
            </a:fld>
            <a:endParaRPr lang="en-US" dirty="0"/>
          </a:p>
        </p:txBody>
      </p:sp>
    </p:spTree>
    <p:extLst>
      <p:ext uri="{BB962C8B-B14F-4D97-AF65-F5344CB8AC3E}">
        <p14:creationId xmlns:p14="http://schemas.microsoft.com/office/powerpoint/2010/main" val="774584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FA43D2-32DF-458B-9689-A7B7CFE168DE}" type="datetime1">
              <a:rPr lang="en-US" smtClean="0"/>
              <a:t>4/6/2026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7D3D8D-E27E-4655-B49A-D7E159E249E4}" type="datetime1">
              <a:rPr lang="en-US" smtClean="0"/>
              <a:t>4/6/2026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C7C988-1179-4EA1-AF9D-0B88C8DDF614}" type="datetime1">
              <a:rPr lang="en-US" smtClean="0"/>
              <a:t>4/6/2026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BA34D9-7936-4007-AFD2-570F3FA5DF78}" type="datetime1">
              <a:rPr lang="en-US" smtClean="0"/>
              <a:t>4/6/2026</a:t>
            </a:fld>
            <a:endParaRPr lang="en-US" dirty="0"/>
          </a:p>
        </p:txBody>
      </p:sp>
      <p:sp>
        <p:nvSpPr>
          <p:cNvPr id="6" name="Footer Placeholder 5"/>
          <p:cNvSpPr>
            <a:spLocks noGrp="1"/>
          </p:cNvSpPr>
          <p:nvPr>
            <p:ph type="ftr" sz="quarter" idx="11"/>
          </p:nvPr>
        </p:nvSpPr>
        <p:spPr/>
        <p:txBody>
          <a:bodyPr/>
          <a:lstStyle/>
          <a:p>
            <a:r>
              <a:rPr lang="en-US" dirty="0"/>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200131-8FA2-4834-A7E5-955132B2AF4A}" type="datetime1">
              <a:rPr lang="en-US" smtClean="0"/>
              <a:t>4/6/2026</a:t>
            </a:fld>
            <a:endParaRPr lang="en-US" dirty="0"/>
          </a:p>
        </p:txBody>
      </p:sp>
      <p:sp>
        <p:nvSpPr>
          <p:cNvPr id="8" name="Footer Placeholder 7"/>
          <p:cNvSpPr>
            <a:spLocks noGrp="1"/>
          </p:cNvSpPr>
          <p:nvPr>
            <p:ph type="ftr" sz="quarter" idx="11"/>
          </p:nvPr>
        </p:nvSpPr>
        <p:spPr/>
        <p:txBody>
          <a:bodyPr/>
          <a:lstStyle/>
          <a:p>
            <a:r>
              <a:rPr lang="en-US" dirty="0"/>
              <a:t>Bowen C.</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9E55AD-4EA6-41D7-947D-E286D287BCA6}" type="datetime1">
              <a:rPr lang="en-US" smtClean="0"/>
              <a:t>4/6/2026</a:t>
            </a:fld>
            <a:endParaRPr lang="en-US" dirty="0"/>
          </a:p>
        </p:txBody>
      </p:sp>
      <p:sp>
        <p:nvSpPr>
          <p:cNvPr id="4" name="Footer Placeholder 3"/>
          <p:cNvSpPr>
            <a:spLocks noGrp="1"/>
          </p:cNvSpPr>
          <p:nvPr>
            <p:ph type="ftr" sz="quarter" idx="11"/>
          </p:nvPr>
        </p:nvSpPr>
        <p:spPr/>
        <p:txBody>
          <a:bodyPr/>
          <a:lstStyle/>
          <a:p>
            <a:r>
              <a:rPr lang="en-US" dirty="0"/>
              <a:t>Bowen C.</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AD5D4C-2E5C-4AD1-8BBE-37C50AEE1C78}" type="datetime1">
              <a:rPr lang="en-US" smtClean="0"/>
              <a:t>4/6/2026</a:t>
            </a:fld>
            <a:endParaRPr lang="en-US" dirty="0"/>
          </a:p>
        </p:txBody>
      </p:sp>
      <p:sp>
        <p:nvSpPr>
          <p:cNvPr id="3" name="Footer Placeholder 2"/>
          <p:cNvSpPr>
            <a:spLocks noGrp="1"/>
          </p:cNvSpPr>
          <p:nvPr>
            <p:ph type="ftr" sz="quarter" idx="11"/>
          </p:nvPr>
        </p:nvSpPr>
        <p:spPr/>
        <p:txBody>
          <a:bodyPr/>
          <a:lstStyle/>
          <a:p>
            <a:r>
              <a:rPr lang="en-US" dirty="0"/>
              <a:t>Bowen C.</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B35DFE-4517-442E-909A-2581542CF114}" type="datetime1">
              <a:rPr lang="en-US" smtClean="0"/>
              <a:t>4/6/2026</a:t>
            </a:fld>
            <a:endParaRPr lang="en-US" dirty="0"/>
          </a:p>
        </p:txBody>
      </p:sp>
      <p:sp>
        <p:nvSpPr>
          <p:cNvPr id="6" name="Footer Placeholder 5"/>
          <p:cNvSpPr>
            <a:spLocks noGrp="1"/>
          </p:cNvSpPr>
          <p:nvPr>
            <p:ph type="ftr" sz="quarter" idx="11"/>
          </p:nvPr>
        </p:nvSpPr>
        <p:spPr/>
        <p:txBody>
          <a:bodyPr/>
          <a:lstStyle/>
          <a:p>
            <a:r>
              <a:rPr lang="en-US" dirty="0"/>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EE764F5-7D33-4E9C-A4BD-FEAB087F9653}" type="datetime1">
              <a:rPr lang="en-US" smtClean="0"/>
              <a:t>4/6/2026</a:t>
            </a:fld>
            <a:endParaRPr lang="en-US" dirty="0"/>
          </a:p>
        </p:txBody>
      </p:sp>
      <p:sp>
        <p:nvSpPr>
          <p:cNvPr id="6" name="Footer Placeholder 5"/>
          <p:cNvSpPr>
            <a:spLocks noGrp="1"/>
          </p:cNvSpPr>
          <p:nvPr>
            <p:ph type="ftr" sz="quarter" idx="11"/>
          </p:nvPr>
        </p:nvSpPr>
        <p:spPr/>
        <p:txBody>
          <a:bodyPr/>
          <a:lstStyle/>
          <a:p>
            <a:r>
              <a:rPr lang="en-US" dirty="0"/>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BDFE20-D5E8-464C-B003-E21AF0F18017}" type="datetime1">
              <a:rPr lang="en-US" smtClean="0"/>
              <a:t>4/6/2026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3913DA-7EB6-4154-B662-799F115E6ED3}" type="datetime1">
              <a:rPr lang="en-US" smtClean="0"/>
              <a:t>4/6/2026</a:t>
            </a:fld>
            <a:endParaRPr lang="en-US" dirty="0"/>
          </a:p>
        </p:txBody>
      </p:sp>
      <p:sp>
        <p:nvSpPr>
          <p:cNvPr id="5" name="Footer Placeholder 4"/>
          <p:cNvSpPr>
            <a:spLocks noGrp="1"/>
          </p:cNvSpPr>
          <p:nvPr>
            <p:ph type="ftr" sz="quarter" idx="11"/>
          </p:nvPr>
        </p:nvSpPr>
        <p:spPr/>
        <p:txBody>
          <a:bodyPr/>
          <a:lstStyle/>
          <a:p>
            <a:r>
              <a:rPr lang="en-US" dirty="0"/>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99CC">
            <a:alpha val="18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87C281-F848-4B11-A2A2-10DD1691E006}" type="datetime1">
              <a:rPr lang="en-US" smtClean="0"/>
              <a:t>4/6/2026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Bowen C.</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https://www.mathsisfun.com/numbers/number-line-zoom.html"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https://www.intmath.com/counting-probability/normal-distribution-graph-interactive.php" TargetMode="External" Type="http://schemas.openxmlformats.org/officeDocument/2006/relationships/hyperlink"/><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1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1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ctrTitle"/>
          </p:nvPr>
        </p:nvSpPr>
        <p:spPr>
          <a:xfrm>
            <a:off x="6866466" y="1371600"/>
            <a:ext cx="4783667" cy="2387600"/>
          </a:xfrm>
        </p:spPr>
        <p:txBody>
          <a:bodyPr>
            <a:normAutofit fontScale="90000"/>
          </a:bodyPr>
          <a:lstStyle/>
          <a:p>
            <a:r>
              <a:rPr dirty="0" lang="en-US"/>
              <a:t>Continuous Probability Distributions </a:t>
            </a:r>
          </a:p>
        </p:txBody>
      </p:sp>
      <p:sp>
        <p:nvSpPr>
          <p:cNvPr id="3" name="Subtitle 2"/>
          <p:cNvSpPr>
            <a:spLocks noGrp="1"/>
          </p:cNvSpPr>
          <p:nvPr>
            <p:ph idx="1" type="subTitle"/>
          </p:nvPr>
        </p:nvSpPr>
        <p:spPr>
          <a:xfrm>
            <a:off x="7950200" y="4292600"/>
            <a:ext cx="2895601" cy="1655762"/>
          </a:xfrm>
        </p:spPr>
        <p:txBody>
          <a:bodyPr anchor="t" bIns="45720" lIns="91440" rIns="91440" rtlCol="0" tIns="45720" vert="horz">
            <a:normAutofit/>
          </a:bodyPr>
          <a:lstStyle/>
          <a:p>
            <a:r>
              <a:rPr dirty="0" lang="en-US"/>
              <a:t>Chapter 7 </a:t>
            </a:r>
          </a:p>
        </p:txBody>
      </p:sp>
      <p:pic>
        <p:nvPicPr>
          <p:cNvPr id="5" name="Picture 4">
            <a:extLst>
              <a:ext uri="{FF2B5EF4-FFF2-40B4-BE49-F238E27FC236}">
                <a16:creationId xmlns:a16="http://schemas.microsoft.com/office/drawing/2014/main" id="{9E9655E1-2692-0FF5-5BA8-E57FF6B0F624}"/>
              </a:ext>
              <a:ext uri="{C183D7F6-B498-43B3-948B-1728B52AA6E4}">
                <adec:decorative xmlns:adec="http://schemas.microsoft.com/office/drawing/2017/decorative" val="1"/>
              </a:ext>
            </a:extLst>
          </p:cNvPr>
          <p:cNvPicPr>
            <a:picLocks noChangeAspect="1"/>
          </p:cNvPicPr>
          <p:nvPr/>
        </p:nvPicPr>
        <p:blipFill>
          <a:blip r:embed="rId2"/>
          <a:srcRect l="41182" r="26249"/>
          <a:stretch>
            <a:fillRect/>
          </a:stretch>
        </p:blipFill>
        <p:spPr>
          <a:xfrm>
            <a:off x="330199" y="352052"/>
            <a:ext cx="6112934" cy="6153896"/>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FD170-DF39-E4FF-F740-B4C574A8DE33}"/>
              </a:ext>
            </a:extLst>
          </p:cNvPr>
          <p:cNvSpPr>
            <a:spLocks noGrp="1"/>
          </p:cNvSpPr>
          <p:nvPr>
            <p:ph type="title"/>
          </p:nvPr>
        </p:nvSpPr>
        <p:spPr/>
        <p:txBody>
          <a:bodyPr/>
          <a:lstStyle/>
          <a:p>
            <a:r>
              <a:rPr dirty="0" lang="en-US"/>
              <a:t>Objectives </a:t>
            </a:r>
          </a:p>
        </p:txBody>
      </p:sp>
      <p:sp>
        <p:nvSpPr>
          <p:cNvPr id="3" name="Content Placeholder 2">
            <a:extLst>
              <a:ext uri="{FF2B5EF4-FFF2-40B4-BE49-F238E27FC236}">
                <a16:creationId xmlns:a16="http://schemas.microsoft.com/office/drawing/2014/main" id="{A5DBCF2B-451B-12EF-6924-118A0562255D}"/>
              </a:ext>
            </a:extLst>
          </p:cNvPr>
          <p:cNvSpPr>
            <a:spLocks noGrp="1"/>
          </p:cNvSpPr>
          <p:nvPr>
            <p:ph idx="1"/>
          </p:nvPr>
        </p:nvSpPr>
        <p:spPr>
          <a:xfrm>
            <a:off x="838200" y="1825625"/>
            <a:ext cx="10890250" cy="4351338"/>
          </a:xfrm>
        </p:spPr>
        <p:txBody>
          <a:bodyPr>
            <a:normAutofit/>
          </a:bodyPr>
          <a:lstStyle/>
          <a:p>
            <a:pPr fontAlgn="base">
              <a:buFont charset="2" panose="05000000000000000000" pitchFamily="2" typeface="Wingdings"/>
              <a:buChar char="q"/>
            </a:pPr>
            <a:r>
              <a:rPr dirty="0" lang="en-US" sz="1800"/>
              <a:t> Read textbook sections 7.1 – 7.4.  </a:t>
            </a:r>
            <a:br>
              <a:rPr dirty="0" lang="en-US" sz="1800"/>
            </a:br>
            <a:endParaRPr dirty="0" lang="en-US" sz="1800"/>
          </a:p>
          <a:p>
            <a:pPr fontAlgn="base">
              <a:buFont charset="2" panose="05000000000000000000" pitchFamily="2" typeface="Wingdings"/>
              <a:buChar char="q"/>
            </a:pPr>
            <a:r>
              <a:rPr dirty="0" lang="en-US" sz="1800"/>
              <a:t> Know the properties of a continuous random variable and probabilities related to them.</a:t>
            </a:r>
            <a:br>
              <a:rPr dirty="0" lang="en-US" sz="1800"/>
            </a:br>
            <a:r>
              <a:rPr dirty="0" lang="en-US" sz="1800"/>
              <a:t>  </a:t>
            </a:r>
          </a:p>
          <a:p>
            <a:pPr fontAlgn="base">
              <a:buFont charset="2" panose="05000000000000000000" pitchFamily="2" typeface="Wingdings"/>
              <a:buChar char="q"/>
            </a:pPr>
            <a:r>
              <a:rPr dirty="0" lang="en-US" sz="1800"/>
              <a:t> Understand how to calculate probabilities and cut-off values from  </a:t>
            </a:r>
          </a:p>
          <a:p>
            <a:pPr fontAlgn="base" lvl="1">
              <a:buFont charset="2" panose="05000000000000000000" pitchFamily="2" typeface="Wingdings"/>
              <a:buChar char="q"/>
            </a:pPr>
            <a:r>
              <a:rPr dirty="0" lang="en-US" sz="1400"/>
              <a:t>the Uniform Distribution,</a:t>
            </a:r>
          </a:p>
          <a:p>
            <a:pPr fontAlgn="base" lvl="1">
              <a:buFont charset="2" panose="05000000000000000000" pitchFamily="2" typeface="Wingdings"/>
              <a:buChar char="q"/>
            </a:pPr>
            <a:r>
              <a:rPr dirty="0" lang="en-US" sz="1400"/>
              <a:t>the Standard Normal Distribution, and </a:t>
            </a:r>
          </a:p>
          <a:p>
            <a:pPr fontAlgn="base" lvl="1">
              <a:buFont charset="2" panose="05000000000000000000" pitchFamily="2" typeface="Wingdings"/>
              <a:buChar char="q"/>
            </a:pPr>
            <a:r>
              <a:rPr dirty="0" lang="en-US" sz="1400"/>
              <a:t>other Normal Distributions.</a:t>
            </a:r>
            <a:br>
              <a:rPr dirty="0" lang="en-US" sz="1400"/>
            </a:br>
            <a:r>
              <a:rPr dirty="0" lang="en-US" sz="1400"/>
              <a:t>  </a:t>
            </a:r>
          </a:p>
          <a:p>
            <a:pPr fontAlgn="base">
              <a:buFont charset="2" panose="05000000000000000000" pitchFamily="2" typeface="Wingdings"/>
              <a:buChar char="q"/>
            </a:pPr>
            <a:r>
              <a:rPr dirty="0" lang="en-US" sz="1800"/>
              <a:t> Understand the relationship between z-scores and data values.  </a:t>
            </a:r>
            <a:br>
              <a:rPr dirty="0" lang="en-US" sz="1800"/>
            </a:br>
            <a:endParaRPr dirty="0" lang="en-US" sz="1800"/>
          </a:p>
          <a:p>
            <a:pPr fontAlgn="base">
              <a:buFont charset="2" panose="05000000000000000000" pitchFamily="2" typeface="Wingdings"/>
              <a:buChar char="q"/>
            </a:pPr>
            <a:r>
              <a:rPr dirty="0" lang="en-US" sz="1800"/>
              <a:t> Apply the Central Limit Theorem to the sampling distributions of Sample Means and Sample Proportions.</a:t>
            </a:r>
          </a:p>
          <a:p>
            <a:endParaRPr dirty="0" lang="en-US" sz="1800"/>
          </a:p>
        </p:txBody>
      </p:sp>
      <p:sp>
        <p:nvSpPr>
          <p:cNvPr id="4" name="Footer Placeholder 3">
            <a:extLst>
              <a:ext uri="{FF2B5EF4-FFF2-40B4-BE49-F238E27FC236}">
                <a16:creationId xmlns:a16="http://schemas.microsoft.com/office/drawing/2014/main" id="{627611D8-D785-44C2-F238-A35B3817B410}"/>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0767100C-7645-0EC6-F2A1-B61F0EBB1F6D}"/>
              </a:ext>
              <a:ext uri="{C183D7F6-B498-43B3-948B-1728B52AA6E4}">
                <adec:decorative xmlns:adec="http://schemas.microsoft.com/office/drawing/2017/decorative" val="1"/>
              </a:ext>
            </a:extLst>
          </p:cNvPr>
          <p:cNvSpPr>
            <a:spLocks noGrp="1"/>
          </p:cNvSpPr>
          <p:nvPr>
            <p:ph idx="12" sz="quarter" type="sldNum"/>
          </p:nvPr>
        </p:nvSpPr>
        <p:spPr>
          <a:xfrm>
            <a:off x="8610600" y="6362700"/>
            <a:ext cx="2743200" cy="365125"/>
          </a:xfrm>
        </p:spPr>
        <p:txBody>
          <a:bodyPr/>
          <a:lstStyle/>
          <a:p>
            <a:fld id="{330EA680-D336-4FF7-8B7A-9848BB0A1C32}" type="slidenum">
              <a:rPr lang="en-US" smtClean="0">
                <a:solidFill>
                  <a:srgbClr val="000000"/>
                </a:solidFill>
              </a:rPr>
              <a:t>2</a:t>
            </a:fld>
            <a:endParaRPr dirty="0" lang="en-US"/>
          </a:p>
        </p:txBody>
      </p:sp>
    </p:spTree>
    <p:extLst>
      <p:ext uri="{BB962C8B-B14F-4D97-AF65-F5344CB8AC3E}">
        <p14:creationId xmlns:p14="http://schemas.microsoft.com/office/powerpoint/2010/main" val="262934848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35C22-5372-1399-9D4C-5BCE57E404BC}"/>
              </a:ext>
            </a:extLst>
          </p:cNvPr>
          <p:cNvSpPr>
            <a:spLocks noGrp="1"/>
          </p:cNvSpPr>
          <p:nvPr>
            <p:ph type="title"/>
          </p:nvPr>
        </p:nvSpPr>
        <p:spPr>
          <a:xfrm>
            <a:off x="838200" y="365125"/>
            <a:ext cx="10915330" cy="1325563"/>
          </a:xfrm>
        </p:spPr>
        <p:txBody>
          <a:bodyPr>
            <a:normAutofit/>
          </a:bodyPr>
          <a:lstStyle/>
          <a:p>
            <a:r>
              <a:rPr dirty="0" lang="en-US" sz="4000"/>
              <a:t>From a Histogram to a Probability Density Curve </a:t>
            </a:r>
          </a:p>
        </p:txBody>
      </p:sp>
      <p:sp>
        <p:nvSpPr>
          <p:cNvPr id="7" name="TextBox 6">
            <a:extLst>
              <a:ext uri="{FF2B5EF4-FFF2-40B4-BE49-F238E27FC236}">
                <a16:creationId xmlns:a16="http://schemas.microsoft.com/office/drawing/2014/main" id="{5019869F-1BCE-406F-13E3-400F2ADEC325}"/>
              </a:ext>
            </a:extLst>
          </p:cNvPr>
          <p:cNvSpPr txBox="1"/>
          <p:nvPr/>
        </p:nvSpPr>
        <p:spPr>
          <a:xfrm>
            <a:off x="934995" y="2451909"/>
            <a:ext cx="4050957" cy="646331"/>
          </a:xfrm>
          <a:prstGeom prst="rect">
            <a:avLst/>
          </a:prstGeom>
          <a:noFill/>
        </p:spPr>
        <p:txBody>
          <a:bodyPr wrap="square">
            <a:spAutoFit/>
          </a:bodyPr>
          <a:lstStyle/>
          <a:p>
            <a:r>
              <a:rPr b="1" dirty="0" i="0" lang="en-US" sz="1800">
                <a:solidFill>
                  <a:srgbClr val="000000"/>
                </a:solidFill>
                <a:effectLst/>
                <a:latin charset="0" panose="020B0502040204020203" pitchFamily="34" typeface="Bahnschrift"/>
              </a:rPr>
              <a:t>Relative Frequency Histogram of </a:t>
            </a:r>
            <a:br>
              <a:rPr b="1" dirty="0" i="0" lang="en-US" sz="1800">
                <a:solidFill>
                  <a:srgbClr val="000000"/>
                </a:solidFill>
                <a:effectLst/>
                <a:latin charset="0" panose="020B0502040204020203" pitchFamily="34" typeface="Bahnschrift"/>
              </a:rPr>
            </a:br>
            <a:r>
              <a:rPr b="1" dirty="0" i="0" lang="en-US" sz="1800">
                <a:solidFill>
                  <a:srgbClr val="000000"/>
                </a:solidFill>
                <a:effectLst/>
                <a:latin charset="0" panose="020B0502040204020203" pitchFamily="34" typeface="Bahnschrift"/>
              </a:rPr>
              <a:t>Particulate Emissions (n=65)</a:t>
            </a:r>
            <a:r>
              <a:rPr b="0" dirty="0" i="0" lang="en-US" sz="1800">
                <a:solidFill>
                  <a:srgbClr val="000000"/>
                </a:solidFill>
                <a:effectLst/>
                <a:latin charset="0" panose="020B0502040204020203" pitchFamily="34" typeface="Bahnschrift"/>
              </a:rPr>
              <a:t> </a:t>
            </a:r>
            <a:endParaRPr dirty="0" lang="en-US"/>
          </a:p>
        </p:txBody>
      </p:sp>
      <p:pic>
        <p:nvPicPr>
          <p:cNvPr descr="Histrogram of particulate emissions from 0 to 7, with a sample size of 65." id="1026" name="Picture 2">
            <a:extLst>
              <a:ext uri="{FF2B5EF4-FFF2-40B4-BE49-F238E27FC236}">
                <a16:creationId xmlns:a16="http://schemas.microsoft.com/office/drawing/2014/main" id="{790B237A-62DE-1A80-940B-7459BCCFA81E}"/>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4995" y="3177459"/>
            <a:ext cx="3787346" cy="280233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40F7D10-E5D1-7DEB-AD70-FEC94167688B}"/>
              </a:ext>
            </a:extLst>
          </p:cNvPr>
          <p:cNvSpPr txBox="1"/>
          <p:nvPr/>
        </p:nvSpPr>
        <p:spPr>
          <a:xfrm>
            <a:off x="5161648" y="1744082"/>
            <a:ext cx="5152124" cy="646331"/>
          </a:xfrm>
          <a:prstGeom prst="rect">
            <a:avLst/>
          </a:prstGeom>
          <a:noFill/>
        </p:spPr>
        <p:txBody>
          <a:bodyPr wrap="square">
            <a:spAutoFit/>
          </a:bodyPr>
          <a:lstStyle/>
          <a:p>
            <a:r>
              <a:rPr b="1" dirty="0" i="0" lang="en-US" sz="1800">
                <a:solidFill>
                  <a:srgbClr val="000000"/>
                </a:solidFill>
                <a:effectLst/>
                <a:latin charset="0" panose="020B0502040204020203" pitchFamily="34" typeface="Bahnschrift"/>
              </a:rPr>
              <a:t>Relative Frequency Histogram of </a:t>
            </a:r>
            <a:br>
              <a:rPr b="1" dirty="0" i="0" lang="en-US" sz="1800">
                <a:solidFill>
                  <a:srgbClr val="000000"/>
                </a:solidFill>
                <a:effectLst/>
                <a:latin charset="0" panose="020B0502040204020203" pitchFamily="34" typeface="Bahnschrift"/>
              </a:rPr>
            </a:br>
            <a:r>
              <a:rPr b="1" dirty="0" i="0" lang="en-US" sz="1800">
                <a:solidFill>
                  <a:srgbClr val="000000"/>
                </a:solidFill>
                <a:effectLst/>
                <a:latin charset="0" panose="020B0502040204020203" pitchFamily="34" typeface="Bahnschrift"/>
              </a:rPr>
              <a:t>Particulate Emissions (N=millions)</a:t>
            </a:r>
            <a:r>
              <a:rPr b="0" dirty="0" i="0" lang="en-US" sz="1800">
                <a:solidFill>
                  <a:srgbClr val="000000"/>
                </a:solidFill>
                <a:effectLst/>
                <a:latin charset="0" panose="020B0502040204020203" pitchFamily="34" typeface="Bahnschrift"/>
              </a:rPr>
              <a:t> </a:t>
            </a:r>
            <a:endParaRPr dirty="0" lang="en-US"/>
          </a:p>
        </p:txBody>
      </p:sp>
      <p:pic>
        <p:nvPicPr>
          <p:cNvPr descr="Histrogram of particulate emissions from 0 to 7, with a population size in the millions. " id="1028" name="Picture 4">
            <a:extLst>
              <a:ext uri="{FF2B5EF4-FFF2-40B4-BE49-F238E27FC236}">
                <a16:creationId xmlns:a16="http://schemas.microsoft.com/office/drawing/2014/main" id="{00537367-B61E-BD76-175D-F19290A298DB}"/>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61648" y="2398840"/>
            <a:ext cx="6513427" cy="391938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4426FD5-E6FD-1A90-1073-B7EEE8050CAF}"/>
              </a:ext>
            </a:extLst>
          </p:cNvPr>
          <p:cNvSpPr txBox="1"/>
          <p:nvPr/>
        </p:nvSpPr>
        <p:spPr>
          <a:xfrm>
            <a:off x="8689054" y="2516521"/>
            <a:ext cx="3064476" cy="2062103"/>
          </a:xfrm>
          <a:prstGeom prst="rect">
            <a:avLst/>
          </a:prstGeom>
          <a:noFill/>
        </p:spPr>
        <p:txBody>
          <a:bodyPr rtlCol="0" wrap="square">
            <a:spAutoFit/>
          </a:bodyPr>
          <a:lstStyle/>
          <a:p>
            <a:r>
              <a:rPr dirty="0" lang="en-US" sz="1600"/>
              <a:t>The more rectangles we have in the histogram, the closer the distribution resembles a curve. This is the </a:t>
            </a:r>
            <a:r>
              <a:rPr b="1" dirty="0" lang="en-US" sz="1600"/>
              <a:t>probability density curve </a:t>
            </a:r>
            <a:r>
              <a:rPr dirty="0" lang="en-US" sz="1600"/>
              <a:t>of a</a:t>
            </a:r>
            <a:r>
              <a:rPr b="1" dirty="0" lang="en-US" sz="1600"/>
              <a:t> continuous random variable</a:t>
            </a:r>
            <a:r>
              <a:rPr dirty="0" lang="en-US" sz="1600"/>
              <a:t>. The width of each rectangle approaches zero and thus, becomes a line. </a:t>
            </a:r>
          </a:p>
        </p:txBody>
      </p:sp>
      <p:sp>
        <p:nvSpPr>
          <p:cNvPr id="4" name="Footer Placeholder 3">
            <a:extLst>
              <a:ext uri="{FF2B5EF4-FFF2-40B4-BE49-F238E27FC236}">
                <a16:creationId xmlns:a16="http://schemas.microsoft.com/office/drawing/2014/main" id="{C8E56AAB-1D18-6605-3B68-DDB283487434}"/>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5F7F2859-852D-582D-B97F-F84084DA9A97}"/>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3</a:t>
            </a:fld>
            <a:endParaRPr dirty="0" lang="en-US"/>
          </a:p>
        </p:txBody>
      </p:sp>
    </p:spTree>
    <p:extLst>
      <p:ext uri="{BB962C8B-B14F-4D97-AF65-F5344CB8AC3E}">
        <p14:creationId xmlns:p14="http://schemas.microsoft.com/office/powerpoint/2010/main" val="4146967794"/>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23594-2D30-C84F-4B9A-11978A17E2AD}"/>
              </a:ext>
            </a:extLst>
          </p:cNvPr>
          <p:cNvSpPr>
            <a:spLocks noGrp="1"/>
          </p:cNvSpPr>
          <p:nvPr>
            <p:ph type="title"/>
          </p:nvPr>
        </p:nvSpPr>
        <p:spPr/>
        <p:txBody>
          <a:bodyPr/>
          <a:lstStyle/>
          <a:p>
            <a:r>
              <a:rPr dirty="0" lang="en-US"/>
              <a:t>The Area Underneath the Curve </a:t>
            </a:r>
            <a:br>
              <a:rPr dirty="0" lang="en-US"/>
            </a:br>
            <a:r>
              <a:rPr dirty="0" lang="en-US"/>
              <a:t>(Integration Review)  </a:t>
            </a:r>
          </a:p>
        </p:txBody>
      </p:sp>
      <p:sp>
        <p:nvSpPr>
          <p:cNvPr id="4" name="Footer Placeholder 3">
            <a:extLst>
              <a:ext uri="{FF2B5EF4-FFF2-40B4-BE49-F238E27FC236}">
                <a16:creationId xmlns:a16="http://schemas.microsoft.com/office/drawing/2014/main" id="{844A804A-2930-D259-B20E-652C09E4F002}"/>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pic>
        <p:nvPicPr>
          <p:cNvPr descr="Probability density curve of the same particulate emissions. " id="2050" name="Picture 2">
            <a:extLst>
              <a:ext uri="{FF2B5EF4-FFF2-40B4-BE49-F238E27FC236}">
                <a16:creationId xmlns:a16="http://schemas.microsoft.com/office/drawing/2014/main" id="{F2C12355-E803-0AE6-F441-9D6B4B63628A}"/>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005012"/>
            <a:ext cx="7349307"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364FD61-A1EC-DAF6-C47B-FA6F83CDD40B}"/>
              </a:ext>
            </a:extLst>
          </p:cNvPr>
          <p:cNvSpPr txBox="1"/>
          <p:nvPr/>
        </p:nvSpPr>
        <p:spPr>
          <a:xfrm>
            <a:off x="8427308" y="2236559"/>
            <a:ext cx="3385752" cy="3888244"/>
          </a:xfrm>
          <a:prstGeom prst="rect">
            <a:avLst/>
          </a:prstGeom>
          <a:noFill/>
        </p:spPr>
        <p:txBody>
          <a:bodyPr wrap="square">
            <a:spAutoFit/>
          </a:bodyPr>
          <a:lstStyle/>
          <a:p>
            <a:pPr algn="l" fontAlgn="base" rtl="0">
              <a:lnSpc>
                <a:spcPts val="2023"/>
              </a:lnSpc>
              <a:spcAft>
                <a:spcPts val="800"/>
              </a:spcAft>
              <a:buNone/>
            </a:pPr>
            <a:r>
              <a:rPr b="0" dirty="0" i="0" lang="en-US" sz="2400">
                <a:solidFill>
                  <a:srgbClr val="000000"/>
                </a:solidFill>
                <a:effectLst/>
              </a:rPr>
              <a:t>The </a:t>
            </a:r>
            <a:r>
              <a:rPr b="1" dirty="0" i="0" lang="en-US" sz="2400">
                <a:solidFill>
                  <a:srgbClr val="000000"/>
                </a:solidFill>
                <a:effectLst/>
              </a:rPr>
              <a:t>area under the curve</a:t>
            </a:r>
            <a:r>
              <a:rPr b="0" dirty="0" i="0" lang="en-US" sz="2400">
                <a:solidFill>
                  <a:srgbClr val="000000"/>
                </a:solidFill>
                <a:effectLst/>
              </a:rPr>
              <a:t> between two values, a and b, has two meanings:  </a:t>
            </a:r>
          </a:p>
          <a:p>
            <a:pPr algn="l" fontAlgn="base" rtl="0">
              <a:lnSpc>
                <a:spcPts val="2023"/>
              </a:lnSpc>
              <a:spcAft>
                <a:spcPts val="800"/>
              </a:spcAft>
              <a:buNone/>
            </a:pPr>
            <a:endParaRPr b="0" dirty="0" i="0" lang="en-US" sz="2400">
              <a:solidFill>
                <a:srgbClr val="000000"/>
              </a:solidFill>
              <a:effectLst/>
            </a:endParaRPr>
          </a:p>
          <a:p>
            <a:pPr algn="l" fontAlgn="base" rtl="0">
              <a:lnSpc>
                <a:spcPts val="2023"/>
              </a:lnSpc>
              <a:buFont typeface="+mj-lt"/>
              <a:buAutoNum type="arabicPeriod"/>
            </a:pPr>
            <a:r>
              <a:rPr b="0" dirty="0" i="0" lang="en-US" sz="2400">
                <a:solidFill>
                  <a:srgbClr val="000000"/>
                </a:solidFill>
                <a:effectLst/>
              </a:rPr>
              <a:t>The </a:t>
            </a:r>
            <a:r>
              <a:rPr b="1" dirty="0" i="0" lang="en-US" sz="2400">
                <a:solidFill>
                  <a:srgbClr val="000000"/>
                </a:solidFill>
                <a:effectLst/>
              </a:rPr>
              <a:t>proportion</a:t>
            </a:r>
            <a:r>
              <a:rPr b="0" dirty="0" i="0" lang="en-US" sz="2400">
                <a:solidFill>
                  <a:srgbClr val="000000"/>
                </a:solidFill>
                <a:effectLst/>
              </a:rPr>
              <a:t> of the population whose values are between a and b.  </a:t>
            </a:r>
          </a:p>
          <a:p>
            <a:pPr algn="l" fontAlgn="base" rtl="0">
              <a:lnSpc>
                <a:spcPts val="2023"/>
              </a:lnSpc>
            </a:pPr>
            <a:endParaRPr b="0" dirty="0" i="0" lang="en-US" sz="2400">
              <a:solidFill>
                <a:srgbClr val="000000"/>
              </a:solidFill>
              <a:effectLst/>
            </a:endParaRPr>
          </a:p>
          <a:p>
            <a:pPr algn="l" fontAlgn="base" rtl="0">
              <a:lnSpc>
                <a:spcPts val="2023"/>
              </a:lnSpc>
              <a:buFont typeface="+mj-lt"/>
              <a:buAutoNum startAt="2" type="arabicPeriod"/>
            </a:pPr>
            <a:r>
              <a:rPr b="0" dirty="0" i="0" lang="en-US" sz="2400">
                <a:solidFill>
                  <a:srgbClr val="000000"/>
                </a:solidFill>
                <a:effectLst/>
              </a:rPr>
              <a:t>The </a:t>
            </a:r>
            <a:r>
              <a:rPr b="1" dirty="0" i="0" lang="en-US" sz="2400">
                <a:solidFill>
                  <a:srgbClr val="000000"/>
                </a:solidFill>
                <a:effectLst/>
              </a:rPr>
              <a:t>probability</a:t>
            </a:r>
            <a:r>
              <a:rPr b="0" dirty="0" i="0" lang="en-US" sz="2400">
                <a:solidFill>
                  <a:srgbClr val="000000"/>
                </a:solidFill>
                <a:effectLst/>
              </a:rPr>
              <a:t> that an individual from the population will have a value between a and b. </a:t>
            </a:r>
          </a:p>
        </p:txBody>
      </p:sp>
      <p:sp>
        <p:nvSpPr>
          <p:cNvPr id="5" name="Slide Number Placeholder 4">
            <a:extLst>
              <a:ext uri="{FF2B5EF4-FFF2-40B4-BE49-F238E27FC236}">
                <a16:creationId xmlns:a16="http://schemas.microsoft.com/office/drawing/2014/main" id="{B2BC2E1F-0EB2-5653-24B2-7BDDA2844128}"/>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4</a:t>
            </a:fld>
            <a:endParaRPr dirty="0" lang="en-US"/>
          </a:p>
        </p:txBody>
      </p:sp>
    </p:spTree>
    <p:extLst>
      <p:ext uri="{BB962C8B-B14F-4D97-AF65-F5344CB8AC3E}">
        <p14:creationId xmlns:p14="http://schemas.microsoft.com/office/powerpoint/2010/main" val="2833211627"/>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1E7DB-F420-535F-618F-FF9CB21F5554}"/>
              </a:ext>
            </a:extLst>
          </p:cNvPr>
          <p:cNvSpPr>
            <a:spLocks noGrp="1"/>
          </p:cNvSpPr>
          <p:nvPr>
            <p:ph type="title"/>
          </p:nvPr>
        </p:nvSpPr>
        <p:spPr/>
        <p:txBody>
          <a:bodyPr/>
          <a:lstStyle/>
          <a:p>
            <a:r>
              <a:rPr dirty="0" lang="en-US"/>
              <a:t>Continuous Random Variables </a:t>
            </a:r>
          </a:p>
        </p:txBody>
      </p:sp>
      <p:sp>
        <p:nvSpPr>
          <p:cNvPr id="3" name="Content Placeholder 2">
            <a:extLst>
              <a:ext uri="{FF2B5EF4-FFF2-40B4-BE49-F238E27FC236}">
                <a16:creationId xmlns:a16="http://schemas.microsoft.com/office/drawing/2014/main" id="{BB7E39CC-7ED8-1D43-7B34-E290D0941DC7}"/>
              </a:ext>
            </a:extLst>
          </p:cNvPr>
          <p:cNvSpPr>
            <a:spLocks noGrp="1"/>
          </p:cNvSpPr>
          <p:nvPr>
            <p:ph idx="1"/>
          </p:nvPr>
        </p:nvSpPr>
        <p:spPr>
          <a:xfrm>
            <a:off x="838200" y="1825625"/>
            <a:ext cx="11263184" cy="4351338"/>
          </a:xfrm>
        </p:spPr>
        <p:txBody>
          <a:bodyPr/>
          <a:lstStyle/>
          <a:p>
            <a:pPr fontAlgn="base" indent="0" marL="0">
              <a:buNone/>
            </a:pPr>
            <a:r>
              <a:rPr dirty="0" lang="en-US"/>
              <a:t>For continuous random variables:  </a:t>
            </a:r>
          </a:p>
          <a:p>
            <a:pPr fontAlgn="base"/>
            <a:r>
              <a:rPr dirty="0" lang="en-US"/>
              <a:t>P(X = a) = 0 </a:t>
            </a:r>
          </a:p>
          <a:p>
            <a:pPr fontAlgn="base"/>
            <a:r>
              <a:rPr dirty="0" lang="en-US"/>
              <a:t>P(a &lt; X &lt; b) = P(a ≤ X ≤ b) </a:t>
            </a:r>
          </a:p>
          <a:p>
            <a:pPr fontAlgn="base"/>
            <a:r>
              <a:rPr dirty="0" i="1" lang="en-US"/>
              <a:t>X can never equal one exact numerical value. </a:t>
            </a:r>
            <a:r>
              <a:rPr dirty="0" lang="en-US"/>
              <a:t> </a:t>
            </a:r>
          </a:p>
          <a:p>
            <a:pPr fontAlgn="base"/>
            <a:r>
              <a:rPr dirty="0" lang="en-US" u="sng">
                <a:hlinkClick r:id="rId2"/>
              </a:rPr>
              <a:t>number line </a:t>
            </a:r>
            <a:r>
              <a:rPr dirty="0" lang="en-US"/>
              <a:t>  </a:t>
            </a:r>
          </a:p>
          <a:p>
            <a:pPr fontAlgn="base"/>
            <a:r>
              <a:rPr dirty="0" i="1" lang="en-US"/>
              <a:t>The total area underneath the entire curve of a distribution equals 1. </a:t>
            </a:r>
            <a:r>
              <a:rPr dirty="0" lang="en-US"/>
              <a:t> </a:t>
            </a:r>
          </a:p>
          <a:p>
            <a:endParaRPr dirty="0" lang="en-US"/>
          </a:p>
        </p:txBody>
      </p:sp>
      <p:sp>
        <p:nvSpPr>
          <p:cNvPr id="4" name="Footer Placeholder 3">
            <a:extLst>
              <a:ext uri="{FF2B5EF4-FFF2-40B4-BE49-F238E27FC236}">
                <a16:creationId xmlns:a16="http://schemas.microsoft.com/office/drawing/2014/main" id="{1D1D36E7-46D8-AF7D-6737-73FFF1035B06}"/>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25EE4D65-95BA-760C-B688-085FDF2B67E9}"/>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5</a:t>
            </a:fld>
            <a:endParaRPr dirty="0" lang="en-US"/>
          </a:p>
        </p:txBody>
      </p:sp>
    </p:spTree>
    <p:extLst>
      <p:ext uri="{BB962C8B-B14F-4D97-AF65-F5344CB8AC3E}">
        <p14:creationId xmlns:p14="http://schemas.microsoft.com/office/powerpoint/2010/main" val="3427897978"/>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B65D-4B32-3CFC-AE22-7E4B6D9105A5}"/>
              </a:ext>
            </a:extLst>
          </p:cNvPr>
          <p:cNvSpPr>
            <a:spLocks noGrp="1"/>
          </p:cNvSpPr>
          <p:nvPr>
            <p:ph type="title"/>
          </p:nvPr>
        </p:nvSpPr>
        <p:spPr/>
        <p:txBody>
          <a:bodyPr/>
          <a:lstStyle/>
          <a:p>
            <a:r>
              <a:rPr dirty="0" lang="en-US"/>
              <a:t>Area = Probability = Proportion </a:t>
            </a:r>
          </a:p>
        </p:txBody>
      </p:sp>
      <p:sp>
        <p:nvSpPr>
          <p:cNvPr id="4" name="Footer Placeholder 3">
            <a:extLst>
              <a:ext uri="{FF2B5EF4-FFF2-40B4-BE49-F238E27FC236}">
                <a16:creationId xmlns:a16="http://schemas.microsoft.com/office/drawing/2014/main" id="{F5C4CE9A-69F8-A05D-612F-E0367A9CCF39}"/>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pic>
        <p:nvPicPr>
          <p:cNvPr descr="Example density curve; area 1 = 0.63, area 2 = 0.23, area 3 is unlabeled for practice purposes. " id="3074" name="Picture 2">
            <a:extLst>
              <a:ext uri="{FF2B5EF4-FFF2-40B4-BE49-F238E27FC236}">
                <a16:creationId xmlns:a16="http://schemas.microsoft.com/office/drawing/2014/main" id="{54F16421-0306-5F44-96D0-117AE69C30A5}"/>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0449" y="2114299"/>
            <a:ext cx="5752070" cy="31964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C10D7B7-3D96-4464-A02D-CA78A8BD874F}"/>
              </a:ext>
            </a:extLst>
          </p:cNvPr>
          <p:cNvSpPr txBox="1"/>
          <p:nvPr/>
        </p:nvSpPr>
        <p:spPr>
          <a:xfrm>
            <a:off x="6516129" y="1988709"/>
            <a:ext cx="5115697" cy="3960636"/>
          </a:xfrm>
          <a:prstGeom prst="rect">
            <a:avLst/>
          </a:prstGeom>
          <a:noFill/>
        </p:spPr>
        <p:txBody>
          <a:bodyPr wrap="square">
            <a:spAutoFit/>
          </a:bodyPr>
          <a:lstStyle/>
          <a:p>
            <a:pPr algn="l" fontAlgn="base" rtl="0">
              <a:lnSpc>
                <a:spcPts val="2023"/>
              </a:lnSpc>
              <a:buFont typeface="+mj-lt"/>
              <a:buAutoNum type="arabicPeriod"/>
            </a:pPr>
            <a:r>
              <a:rPr b="0" dirty="0" i="0" lang="en-US" sz="2400">
                <a:solidFill>
                  <a:srgbClr val="000000"/>
                </a:solidFill>
                <a:effectLst/>
              </a:rPr>
              <a:t>What is the area of the unshaded (white) region?  </a:t>
            </a:r>
            <a:br>
              <a:rPr b="0" dirty="0" i="0" lang="en-US" sz="2400">
                <a:solidFill>
                  <a:srgbClr val="000000"/>
                </a:solidFill>
                <a:effectLst/>
              </a:rPr>
            </a:br>
            <a:r>
              <a:rPr b="0" dirty="0" i="0" lang="en-US" sz="2400">
                <a:solidFill>
                  <a:srgbClr val="000000"/>
                </a:solidFill>
                <a:effectLst/>
              </a:rPr>
              <a:t> </a:t>
            </a:r>
          </a:p>
          <a:p>
            <a:pPr algn="l" fontAlgn="base" rtl="0">
              <a:lnSpc>
                <a:spcPts val="2023"/>
              </a:lnSpc>
              <a:buFont typeface="+mj-lt"/>
              <a:buAutoNum startAt="2" type="arabicPeriod"/>
            </a:pPr>
            <a:r>
              <a:rPr b="0" dirty="0" i="0" lang="en-US" sz="2400">
                <a:solidFill>
                  <a:srgbClr val="000000"/>
                </a:solidFill>
                <a:effectLst/>
              </a:rPr>
              <a:t>What proportion of values are between 0 and 2?  </a:t>
            </a:r>
            <a:br>
              <a:rPr b="0" dirty="0" i="0" lang="en-US" sz="2400">
                <a:solidFill>
                  <a:srgbClr val="000000"/>
                </a:solidFill>
                <a:effectLst/>
              </a:rPr>
            </a:br>
            <a:r>
              <a:rPr b="0" dirty="0" i="0" lang="en-US" sz="2400">
                <a:solidFill>
                  <a:srgbClr val="000000"/>
                </a:solidFill>
                <a:effectLst/>
              </a:rPr>
              <a:t> </a:t>
            </a:r>
          </a:p>
          <a:p>
            <a:pPr algn="l" fontAlgn="base" rtl="0">
              <a:lnSpc>
                <a:spcPts val="2023"/>
              </a:lnSpc>
              <a:buFont typeface="+mj-lt"/>
              <a:buAutoNum startAt="3" type="arabicPeriod"/>
            </a:pPr>
            <a:r>
              <a:rPr b="0" dirty="0" i="0" lang="en-US" sz="2400">
                <a:solidFill>
                  <a:srgbClr val="000000"/>
                </a:solidFill>
                <a:effectLst/>
              </a:rPr>
              <a:t>What is the probability that an individual from the population will be between 1 and 2?  </a:t>
            </a:r>
            <a:br>
              <a:rPr b="0" dirty="0" i="0" lang="en-US" sz="2400">
                <a:solidFill>
                  <a:srgbClr val="000000"/>
                </a:solidFill>
                <a:effectLst/>
              </a:rPr>
            </a:br>
            <a:r>
              <a:rPr b="0" dirty="0" i="0" lang="en-US" sz="1600">
                <a:solidFill>
                  <a:srgbClr val="000000"/>
                </a:solidFill>
                <a:effectLst/>
              </a:rPr>
              <a:t> </a:t>
            </a:r>
            <a:br>
              <a:rPr b="0" dirty="0" i="0" lang="en-US" sz="1600">
                <a:solidFill>
                  <a:srgbClr val="000000"/>
                </a:solidFill>
                <a:effectLst/>
              </a:rPr>
            </a:br>
            <a:r>
              <a:rPr b="0" dirty="0" i="0" lang="en-US" sz="2400">
                <a:solidFill>
                  <a:srgbClr val="000000"/>
                </a:solidFill>
                <a:effectLst/>
              </a:rPr>
              <a:t> </a:t>
            </a:r>
          </a:p>
          <a:p>
            <a:pPr algn="l" fontAlgn="base" rtl="0">
              <a:lnSpc>
                <a:spcPts val="2023"/>
              </a:lnSpc>
              <a:buFont typeface="+mj-lt"/>
              <a:buAutoNum startAt="4" type="arabicPeriod"/>
            </a:pPr>
            <a:r>
              <a:rPr b="0" dirty="0" i="0" lang="en-US" sz="2400">
                <a:solidFill>
                  <a:srgbClr val="000000"/>
                </a:solidFill>
                <a:effectLst/>
              </a:rPr>
              <a:t>What proportion of values are greater than 1?  </a:t>
            </a:r>
          </a:p>
          <a:p>
            <a:pPr algn="l" fontAlgn="base" rtl="0">
              <a:lnSpc>
                <a:spcPts val="2023"/>
              </a:lnSpc>
              <a:buFont typeface="+mj-lt"/>
              <a:buAutoNum startAt="4" type="arabicPeriod"/>
            </a:pPr>
            <a:endParaRPr dirty="0" lang="en-US" sz="2400">
              <a:solidFill>
                <a:srgbClr val="000000"/>
              </a:solidFill>
            </a:endParaRPr>
          </a:p>
          <a:p>
            <a:pPr algn="l" fontAlgn="base" rtl="0">
              <a:lnSpc>
                <a:spcPts val="2023"/>
              </a:lnSpc>
              <a:buFont typeface="+mj-lt"/>
              <a:buAutoNum startAt="4" type="arabicPeriod"/>
            </a:pPr>
            <a:r>
              <a:rPr b="0" dirty="0" i="0" lang="en-US" sz="2400">
                <a:solidFill>
                  <a:srgbClr val="000000"/>
                </a:solidFill>
                <a:effectLst/>
              </a:rPr>
              <a:t> True or false? P(X&gt;1) = P(X≥1)</a:t>
            </a:r>
          </a:p>
        </p:txBody>
      </p:sp>
      <p:sp>
        <p:nvSpPr>
          <p:cNvPr id="5" name="Slide Number Placeholder 4">
            <a:extLst>
              <a:ext uri="{FF2B5EF4-FFF2-40B4-BE49-F238E27FC236}">
                <a16:creationId xmlns:a16="http://schemas.microsoft.com/office/drawing/2014/main" id="{19D576BC-D094-1D44-4AC4-978AFA31AE47}"/>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6</a:t>
            </a:fld>
            <a:endParaRPr dirty="0" lang="en-US"/>
          </a:p>
        </p:txBody>
      </p:sp>
    </p:spTree>
    <p:extLst>
      <p:ext uri="{BB962C8B-B14F-4D97-AF65-F5344CB8AC3E}">
        <p14:creationId xmlns:p14="http://schemas.microsoft.com/office/powerpoint/2010/main" val="3623862631"/>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CF69C-4916-B0D2-7C11-5FB40B1C614C}"/>
              </a:ext>
            </a:extLst>
          </p:cNvPr>
          <p:cNvSpPr>
            <a:spLocks noGrp="1"/>
          </p:cNvSpPr>
          <p:nvPr>
            <p:ph type="title"/>
          </p:nvPr>
        </p:nvSpPr>
        <p:spPr/>
        <p:txBody>
          <a:bodyPr/>
          <a:lstStyle/>
          <a:p>
            <a:r>
              <a:rPr dirty="0" lang="en-US"/>
              <a:t>The Uniform Distribution </a:t>
            </a:r>
          </a:p>
        </p:txBody>
      </p:sp>
      <p:sp>
        <p:nvSpPr>
          <p:cNvPr id="3" name="Content Placeholder 2">
            <a:extLst>
              <a:ext uri="{FF2B5EF4-FFF2-40B4-BE49-F238E27FC236}">
                <a16:creationId xmlns:a16="http://schemas.microsoft.com/office/drawing/2014/main" id="{A4574EEE-1B8E-C63C-6665-2C362053C609}"/>
              </a:ext>
            </a:extLst>
          </p:cNvPr>
          <p:cNvSpPr>
            <a:spLocks noGrp="1"/>
          </p:cNvSpPr>
          <p:nvPr>
            <p:ph idx="1"/>
          </p:nvPr>
        </p:nvSpPr>
        <p:spPr/>
        <p:txBody>
          <a:bodyPr/>
          <a:lstStyle/>
          <a:p>
            <a:pPr fontAlgn="base" indent="0" marL="0">
              <a:buNone/>
            </a:pPr>
            <a:r>
              <a:rPr dirty="0" lang="en-US"/>
              <a:t>A uniform distribution is just one type of continuous distribution. </a:t>
            </a:r>
          </a:p>
          <a:p>
            <a:pPr fontAlgn="base" indent="0" marL="0">
              <a:buNone/>
            </a:pPr>
            <a:endParaRPr dirty="0" lang="en-US"/>
          </a:p>
          <a:p>
            <a:pPr fontAlgn="base" indent="0" marL="0">
              <a:buNone/>
            </a:pPr>
            <a:r>
              <a:rPr dirty="0" lang="en-US"/>
              <a:t>All values are equally likely, so the “curve” of the distribution is a straight horizontal line, which gives us a probability rectangle. </a:t>
            </a:r>
            <a:r>
              <a:rPr dirty="0" i="1" lang="en-US"/>
              <a:t>How do you find the area of a rectangle?</a:t>
            </a:r>
            <a:r>
              <a:rPr dirty="0" lang="en-US"/>
              <a:t> </a:t>
            </a:r>
          </a:p>
          <a:p>
            <a:pPr fontAlgn="base" indent="0" marL="0">
              <a:buNone/>
            </a:pPr>
            <a:endParaRPr dirty="0" lang="en-US"/>
          </a:p>
          <a:p>
            <a:pPr fontAlgn="base" indent="0" marL="0">
              <a:buNone/>
            </a:pPr>
            <a:r>
              <a:rPr dirty="0" lang="en-US"/>
              <a:t>These distributions are often used to model waiting times (for example, waiting time until you are seen for an appointment).  </a:t>
            </a:r>
          </a:p>
          <a:p>
            <a:endParaRPr dirty="0" lang="en-US"/>
          </a:p>
        </p:txBody>
      </p:sp>
      <p:sp>
        <p:nvSpPr>
          <p:cNvPr id="4" name="Footer Placeholder 3">
            <a:extLst>
              <a:ext uri="{FF2B5EF4-FFF2-40B4-BE49-F238E27FC236}">
                <a16:creationId xmlns:a16="http://schemas.microsoft.com/office/drawing/2014/main" id="{15D23F14-47F9-B321-7F64-01E44F0D2363}"/>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BA9DE40D-04CC-8BC0-3E42-E22A451E0AF0}"/>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7</a:t>
            </a:fld>
            <a:endParaRPr dirty="0" lang="en-US"/>
          </a:p>
        </p:txBody>
      </p:sp>
    </p:spTree>
    <p:extLst>
      <p:ext uri="{BB962C8B-B14F-4D97-AF65-F5344CB8AC3E}">
        <p14:creationId xmlns:p14="http://schemas.microsoft.com/office/powerpoint/2010/main" val="83661677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7B9F3-F622-0AB0-D942-11CAE8986445}"/>
              </a:ext>
            </a:extLst>
          </p:cNvPr>
          <p:cNvSpPr>
            <a:spLocks noGrp="1"/>
          </p:cNvSpPr>
          <p:nvPr>
            <p:ph type="title"/>
          </p:nvPr>
        </p:nvSpPr>
        <p:spPr/>
        <p:txBody>
          <a:bodyPr/>
          <a:lstStyle/>
          <a:p>
            <a:r>
              <a:rPr dirty="0" lang="en-US"/>
              <a:t>Uniform Distribution Examples</a:t>
            </a:r>
          </a:p>
        </p:txBody>
      </p:sp>
      <p:sp>
        <p:nvSpPr>
          <p:cNvPr id="3" name="Content Placeholder 2">
            <a:extLst>
              <a:ext uri="{FF2B5EF4-FFF2-40B4-BE49-F238E27FC236}">
                <a16:creationId xmlns:a16="http://schemas.microsoft.com/office/drawing/2014/main" id="{291C5568-95A3-5026-7544-AC038AD638A7}"/>
              </a:ext>
            </a:extLst>
          </p:cNvPr>
          <p:cNvSpPr>
            <a:spLocks noGrp="1"/>
          </p:cNvSpPr>
          <p:nvPr>
            <p:ph idx="1"/>
          </p:nvPr>
        </p:nvSpPr>
        <p:spPr/>
        <p:txBody>
          <a:bodyPr>
            <a:normAutofit fontScale="92500" lnSpcReduction="10000"/>
          </a:bodyPr>
          <a:lstStyle/>
          <a:p>
            <a:r>
              <a:rPr b="1" dirty="0" lang="en-US"/>
              <a:t>Waiting Time:</a:t>
            </a:r>
            <a:r>
              <a:rPr dirty="0" lang="en-US"/>
              <a:t> A subway train arrives every 10 minutes, and the arrival time is equally likely at any moment within those 10 minutes (0–10 mins).</a:t>
            </a:r>
          </a:p>
          <a:p>
            <a:r>
              <a:rPr b="1" dirty="0" lang="en-US"/>
              <a:t>Random Number Generation:</a:t>
            </a:r>
            <a:r>
              <a:rPr dirty="0" lang="en-US"/>
              <a:t> A computer program picks a random number between 0 and 100, where 35.5 is as likely as 72.1.</a:t>
            </a:r>
          </a:p>
          <a:p>
            <a:r>
              <a:rPr b="1" dirty="0" lang="en-US"/>
              <a:t>Distance/Location:</a:t>
            </a:r>
            <a:r>
              <a:rPr dirty="0" lang="en-US"/>
              <a:t> The location where a specific defect occurs on a 100-meter textile roll, assuming it can happen anywhere with equal probability.</a:t>
            </a:r>
          </a:p>
          <a:p>
            <a:r>
              <a:rPr b="1" dirty="0" lang="en-US"/>
              <a:t>Shuttle Stop Time:</a:t>
            </a:r>
            <a:r>
              <a:rPr dirty="0" lang="en-US"/>
              <a:t> A shuttle takes exactly 20 minutes to travel between stop A and B, making the arrival time at stop A unpredictable, but uniform.</a:t>
            </a:r>
          </a:p>
          <a:p>
            <a:endParaRPr dirty="0" lang="en-US"/>
          </a:p>
        </p:txBody>
      </p:sp>
      <p:sp>
        <p:nvSpPr>
          <p:cNvPr id="4" name="Footer Placeholder 3">
            <a:extLst>
              <a:ext uri="{FF2B5EF4-FFF2-40B4-BE49-F238E27FC236}">
                <a16:creationId xmlns:a16="http://schemas.microsoft.com/office/drawing/2014/main" id="{D10E5A19-1AC2-0811-601A-712576AF2DFC}"/>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9621428F-8FB2-1D0C-6A50-EE6BE025418E}"/>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8</a:t>
            </a:fld>
            <a:endParaRPr dirty="0" lang="en-US"/>
          </a:p>
        </p:txBody>
      </p:sp>
    </p:spTree>
    <p:extLst>
      <p:ext uri="{BB962C8B-B14F-4D97-AF65-F5344CB8AC3E}">
        <p14:creationId xmlns:p14="http://schemas.microsoft.com/office/powerpoint/2010/main" val="2995427090"/>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1FF9C-61D8-111D-4D15-324C7127CF01}"/>
              </a:ext>
            </a:extLst>
          </p:cNvPr>
          <p:cNvSpPr>
            <a:spLocks noGrp="1"/>
          </p:cNvSpPr>
          <p:nvPr>
            <p:ph type="title"/>
          </p:nvPr>
        </p:nvSpPr>
        <p:spPr/>
        <p:txBody>
          <a:bodyPr/>
          <a:lstStyle/>
          <a:p>
            <a:r>
              <a:rPr dirty="0" lang="en-US"/>
              <a:t>Waiting for an Appointment </a:t>
            </a:r>
          </a:p>
        </p:txBody>
      </p:sp>
      <p:sp>
        <p:nvSpPr>
          <p:cNvPr id="4" name="Footer Placeholder 3">
            <a:extLst>
              <a:ext uri="{FF2B5EF4-FFF2-40B4-BE49-F238E27FC236}">
                <a16:creationId xmlns:a16="http://schemas.microsoft.com/office/drawing/2014/main" id="{57CF361E-BD58-386D-2C51-BE6669754736}"/>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9" name="TextBox 8">
            <a:extLst>
              <a:ext uri="{FF2B5EF4-FFF2-40B4-BE49-F238E27FC236}">
                <a16:creationId xmlns:a16="http://schemas.microsoft.com/office/drawing/2014/main" id="{66557EB0-FB26-14E8-E59F-17CFE412103D}"/>
              </a:ext>
            </a:extLst>
          </p:cNvPr>
          <p:cNvSpPr txBox="1"/>
          <p:nvPr/>
        </p:nvSpPr>
        <p:spPr>
          <a:xfrm>
            <a:off x="7641623" y="1857967"/>
            <a:ext cx="4324865" cy="3990836"/>
          </a:xfrm>
          <a:prstGeom prst="rect">
            <a:avLst/>
          </a:prstGeom>
          <a:noFill/>
        </p:spPr>
        <p:txBody>
          <a:bodyPr wrap="square">
            <a:spAutoFit/>
          </a:bodyPr>
          <a:lstStyle/>
          <a:p>
            <a:pPr algn="l" fontAlgn="base" rtl="0">
              <a:lnSpc>
                <a:spcPts val="2023"/>
              </a:lnSpc>
              <a:spcAft>
                <a:spcPts val="800"/>
              </a:spcAft>
              <a:buNone/>
            </a:pPr>
            <a:r>
              <a:rPr dirty="0" lang="en-US">
                <a:solidFill>
                  <a:srgbClr val="000000"/>
                </a:solidFill>
              </a:rPr>
              <a:t>T</a:t>
            </a:r>
            <a:r>
              <a:rPr b="0" dirty="0" i="0" lang="en-US" sz="1800">
                <a:solidFill>
                  <a:srgbClr val="000000"/>
                </a:solidFill>
                <a:effectLst/>
              </a:rPr>
              <a:t>he probability that you will wait between 15 and 25 minutes.  </a:t>
            </a:r>
            <a:endParaRPr b="0" dirty="0" i="0" lang="en-US">
              <a:solidFill>
                <a:srgbClr val="000000"/>
              </a:solidFill>
              <a:effectLst/>
            </a:endParaRPr>
          </a:p>
          <a:p>
            <a:pPr algn="l" fontAlgn="base" rtl="0">
              <a:lnSpc>
                <a:spcPts val="2023"/>
              </a:lnSpc>
              <a:spcAft>
                <a:spcPts val="800"/>
              </a:spcAft>
              <a:buNone/>
            </a:pPr>
            <a:r>
              <a:rPr b="0" dirty="0" i="0" lang="en-US" sz="1800">
                <a:solidFill>
                  <a:srgbClr val="000000"/>
                </a:solidFill>
                <a:effectLst/>
              </a:rPr>
              <a:t>Area = length * height = (25 – 15) * (1/30) = 10/30 = 0.3333  </a:t>
            </a:r>
            <a:endParaRPr b="0" dirty="0" i="0" lang="en-US">
              <a:solidFill>
                <a:srgbClr val="000000"/>
              </a:solidFill>
              <a:effectLst/>
            </a:endParaRPr>
          </a:p>
          <a:p>
            <a:pPr algn="l" fontAlgn="base" rtl="0">
              <a:lnSpc>
                <a:spcPts val="2023"/>
              </a:lnSpc>
              <a:spcAft>
                <a:spcPts val="800"/>
              </a:spcAft>
              <a:buNone/>
            </a:pPr>
            <a:r>
              <a:rPr b="0" dirty="0" i="0" lang="en-US" sz="1200">
                <a:solidFill>
                  <a:srgbClr val="000000"/>
                </a:solidFill>
                <a:effectLst/>
              </a:rPr>
              <a:t> </a:t>
            </a:r>
            <a:br>
              <a:rPr b="0" dirty="0" i="0" lang="en-US" sz="1200">
                <a:solidFill>
                  <a:srgbClr val="000000"/>
                </a:solidFill>
                <a:effectLst/>
              </a:rPr>
            </a:br>
            <a:r>
              <a:rPr b="1" dirty="0" i="0" lang="en-US" sz="1800">
                <a:solidFill>
                  <a:srgbClr val="000000"/>
                </a:solidFill>
                <a:effectLst/>
              </a:rPr>
              <a:t>Practice</a:t>
            </a:r>
            <a:r>
              <a:rPr b="0" dirty="0" i="0" lang="en-US" sz="1800">
                <a:solidFill>
                  <a:srgbClr val="000000"/>
                </a:solidFill>
                <a:effectLst/>
              </a:rPr>
              <a:t>:  </a:t>
            </a:r>
            <a:endParaRPr b="0" dirty="0" i="0" lang="en-US">
              <a:solidFill>
                <a:srgbClr val="000000"/>
              </a:solidFill>
              <a:effectLst/>
            </a:endParaRPr>
          </a:p>
          <a:p>
            <a:pPr algn="l" fontAlgn="base" rtl="0">
              <a:lnSpc>
                <a:spcPts val="2023"/>
              </a:lnSpc>
            </a:pPr>
            <a:r>
              <a:rPr b="0" dirty="0" i="0" lang="en-US" sz="1800">
                <a:solidFill>
                  <a:srgbClr val="000000"/>
                </a:solidFill>
                <a:effectLst/>
              </a:rPr>
              <a:t>1. What proportion of people wait more than 20 minutes?  </a:t>
            </a:r>
            <a:br>
              <a:rPr b="0" dirty="0" i="0" lang="en-US" sz="1800">
                <a:solidFill>
                  <a:srgbClr val="000000"/>
                </a:solidFill>
                <a:effectLst/>
              </a:rPr>
            </a:br>
            <a:r>
              <a:rPr b="0" dirty="0" i="0" lang="en-US" sz="1800">
                <a:solidFill>
                  <a:srgbClr val="000000"/>
                </a:solidFill>
                <a:effectLst/>
              </a:rPr>
              <a:t> </a:t>
            </a:r>
          </a:p>
          <a:p>
            <a:pPr algn="l" fontAlgn="base" rtl="0">
              <a:lnSpc>
                <a:spcPts val="2023"/>
              </a:lnSpc>
            </a:pPr>
            <a:r>
              <a:rPr b="0" dirty="0" i="0" lang="en-US" sz="1800">
                <a:solidFill>
                  <a:srgbClr val="000000"/>
                </a:solidFill>
                <a:effectLst/>
              </a:rPr>
              <a:t>2. What is the probability that a person will wait between 5 and 10 minutes?  </a:t>
            </a:r>
            <a:br>
              <a:rPr b="0" dirty="0" i="0" lang="en-US" sz="1800">
                <a:solidFill>
                  <a:srgbClr val="000000"/>
                </a:solidFill>
                <a:effectLst/>
              </a:rPr>
            </a:br>
            <a:r>
              <a:rPr b="0" dirty="0" i="0" lang="en-US" sz="1800">
                <a:solidFill>
                  <a:srgbClr val="000000"/>
                </a:solidFill>
                <a:effectLst/>
              </a:rPr>
              <a:t> </a:t>
            </a:r>
          </a:p>
          <a:p>
            <a:pPr algn="l" fontAlgn="base" rtl="0">
              <a:lnSpc>
                <a:spcPts val="2023"/>
              </a:lnSpc>
            </a:pPr>
            <a:r>
              <a:rPr b="0" dirty="0" i="0" lang="en-US" sz="1800">
                <a:solidFill>
                  <a:srgbClr val="000000"/>
                </a:solidFill>
                <a:effectLst/>
              </a:rPr>
              <a:t>3. What proportion of people will wait between 7 minutes and 19 minutes?  </a:t>
            </a:r>
          </a:p>
        </p:txBody>
      </p:sp>
      <p:pic>
        <p:nvPicPr>
          <p:cNvPr descr="Uniform distribution of waiting time from 0 to 30 minutes. " id="4098" name="Picture 2">
            <a:extLst>
              <a:ext uri="{FF2B5EF4-FFF2-40B4-BE49-F238E27FC236}">
                <a16:creationId xmlns:a16="http://schemas.microsoft.com/office/drawing/2014/main" id="{FB4B7200-6818-9A66-8AE8-B24EB766B308}"/>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5068" y="2012371"/>
            <a:ext cx="6781800" cy="34671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7ABCF8-439A-2211-D5BB-C285E93706B9}"/>
              </a:ext>
            </a:extLst>
          </p:cNvPr>
          <p:cNvSpPr txBox="1"/>
          <p:nvPr/>
        </p:nvSpPr>
        <p:spPr>
          <a:xfrm>
            <a:off x="3591697" y="5479471"/>
            <a:ext cx="1153297" cy="369332"/>
          </a:xfrm>
          <a:prstGeom prst="rect">
            <a:avLst/>
          </a:prstGeom>
          <a:noFill/>
        </p:spPr>
        <p:txBody>
          <a:bodyPr rtlCol="0" wrap="square">
            <a:spAutoFit/>
          </a:bodyPr>
          <a:lstStyle/>
          <a:p>
            <a:r>
              <a:rPr dirty="0" lang="en-US"/>
              <a:t>Minutes</a:t>
            </a:r>
          </a:p>
        </p:txBody>
      </p:sp>
      <p:sp>
        <p:nvSpPr>
          <p:cNvPr id="7" name="TextBox 6">
            <a:extLst>
              <a:ext uri="{FF2B5EF4-FFF2-40B4-BE49-F238E27FC236}">
                <a16:creationId xmlns:a16="http://schemas.microsoft.com/office/drawing/2014/main" id="{57787D8C-3F65-3493-0FBA-DBF00FD615F7}"/>
              </a:ext>
            </a:extLst>
          </p:cNvPr>
          <p:cNvSpPr txBox="1"/>
          <p:nvPr/>
        </p:nvSpPr>
        <p:spPr>
          <a:xfrm rot="16200000">
            <a:off x="-210409" y="3445476"/>
            <a:ext cx="1441622" cy="369332"/>
          </a:xfrm>
          <a:prstGeom prst="rect">
            <a:avLst/>
          </a:prstGeom>
          <a:noFill/>
        </p:spPr>
        <p:txBody>
          <a:bodyPr rtlCol="0" wrap="square">
            <a:spAutoFit/>
          </a:bodyPr>
          <a:lstStyle/>
          <a:p>
            <a:r>
              <a:rPr dirty="0" lang="en-US"/>
              <a:t>Probability</a:t>
            </a:r>
          </a:p>
        </p:txBody>
      </p:sp>
      <p:sp>
        <p:nvSpPr>
          <p:cNvPr id="5" name="Slide Number Placeholder 4">
            <a:extLst>
              <a:ext uri="{FF2B5EF4-FFF2-40B4-BE49-F238E27FC236}">
                <a16:creationId xmlns:a16="http://schemas.microsoft.com/office/drawing/2014/main" id="{0195A5B8-87C0-BA21-7D64-730ACDCF25D2}"/>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9</a:t>
            </a:fld>
            <a:endParaRPr dirty="0" lang="en-US"/>
          </a:p>
        </p:txBody>
      </p:sp>
    </p:spTree>
    <p:extLst>
      <p:ext uri="{BB962C8B-B14F-4D97-AF65-F5344CB8AC3E}">
        <p14:creationId xmlns:p14="http://schemas.microsoft.com/office/powerpoint/2010/main" val="2317211960"/>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C8DCD-6C33-5875-3609-2C2129F9E297}"/>
              </a:ext>
            </a:extLst>
          </p:cNvPr>
          <p:cNvSpPr>
            <a:spLocks noGrp="1"/>
          </p:cNvSpPr>
          <p:nvPr>
            <p:ph type="title"/>
          </p:nvPr>
        </p:nvSpPr>
        <p:spPr/>
        <p:txBody>
          <a:bodyPr/>
          <a:lstStyle/>
          <a:p>
            <a:r>
              <a:rPr dirty="0" lang="en-US"/>
              <a:t>Uniform Probabilities with R </a:t>
            </a:r>
          </a:p>
        </p:txBody>
      </p:sp>
      <p:sp>
        <p:nvSpPr>
          <p:cNvPr id="3" name="Content Placeholder 2">
            <a:extLst>
              <a:ext uri="{FF2B5EF4-FFF2-40B4-BE49-F238E27FC236}">
                <a16:creationId xmlns:a16="http://schemas.microsoft.com/office/drawing/2014/main" id="{BC4F06DD-154D-BD0E-4340-9ADB7714E14B}"/>
              </a:ext>
            </a:extLst>
          </p:cNvPr>
          <p:cNvSpPr>
            <a:spLocks noGrp="1"/>
          </p:cNvSpPr>
          <p:nvPr>
            <p:ph idx="1"/>
          </p:nvPr>
        </p:nvSpPr>
        <p:spPr/>
        <p:txBody>
          <a:bodyPr/>
          <a:lstStyle/>
          <a:p>
            <a:r>
              <a:rPr dirty="0" lang="en-US"/>
              <a:t>P(X&lt;x) = punif(x, min, max, lower.tail = TRUE)</a:t>
            </a:r>
          </a:p>
          <a:p>
            <a:pPr indent="0" marL="0">
              <a:buNone/>
            </a:pPr>
            <a:r>
              <a:rPr dirty="0" i="1" lang="en-US" sz="2000"/>
              <a:t>*draw example image</a:t>
            </a:r>
            <a:r>
              <a:rPr dirty="0" lang="en-US" sz="2000"/>
              <a:t>  </a:t>
            </a:r>
          </a:p>
        </p:txBody>
      </p:sp>
      <p:sp>
        <p:nvSpPr>
          <p:cNvPr id="4" name="Footer Placeholder 3">
            <a:extLst>
              <a:ext uri="{FF2B5EF4-FFF2-40B4-BE49-F238E27FC236}">
                <a16:creationId xmlns:a16="http://schemas.microsoft.com/office/drawing/2014/main" id="{1939CE7E-ACDA-F1AE-0131-2EBA52719304}"/>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4E274E64-08E2-C1AD-40E3-30E48AC44CA3}"/>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10</a:t>
            </a:fld>
            <a:endParaRPr dirty="0" lang="en-US"/>
          </a:p>
        </p:txBody>
      </p:sp>
    </p:spTree>
    <p:extLst>
      <p:ext uri="{BB962C8B-B14F-4D97-AF65-F5344CB8AC3E}">
        <p14:creationId xmlns:p14="http://schemas.microsoft.com/office/powerpoint/2010/main" val="1467861238"/>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B96DB-CD80-5BC2-4C28-F3FA764E9EAC}"/>
              </a:ext>
            </a:extLst>
          </p:cNvPr>
          <p:cNvSpPr>
            <a:spLocks noGrp="1"/>
          </p:cNvSpPr>
          <p:nvPr>
            <p:ph type="title"/>
          </p:nvPr>
        </p:nvSpPr>
        <p:spPr>
          <a:xfrm>
            <a:off x="211667" y="228601"/>
            <a:ext cx="10515600" cy="945621"/>
          </a:xfrm>
        </p:spPr>
        <p:txBody>
          <a:bodyPr/>
          <a:lstStyle/>
          <a:p>
            <a:r>
              <a:rPr dirty="0" lang="en-US"/>
              <a:t>The Normal Distribution </a:t>
            </a:r>
          </a:p>
        </p:txBody>
      </p:sp>
      <p:sp>
        <p:nvSpPr>
          <p:cNvPr id="4" name="Footer Placeholder 3">
            <a:extLst>
              <a:ext uri="{FF2B5EF4-FFF2-40B4-BE49-F238E27FC236}">
                <a16:creationId xmlns:a16="http://schemas.microsoft.com/office/drawing/2014/main" id="{30C3524B-658D-FA91-5CA3-F955ADCD3AE0}"/>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sp>
        <p:nvSpPr>
          <p:cNvPr id="7" name="TextBox 6">
            <a:extLst>
              <a:ext uri="{FF2B5EF4-FFF2-40B4-BE49-F238E27FC236}">
                <a16:creationId xmlns:a16="http://schemas.microsoft.com/office/drawing/2014/main" id="{A92E4B9F-F681-CE02-AF13-BCAF41DC8BC3}"/>
              </a:ext>
            </a:extLst>
          </p:cNvPr>
          <p:cNvSpPr txBox="1"/>
          <p:nvPr/>
        </p:nvSpPr>
        <p:spPr>
          <a:xfrm>
            <a:off x="660400" y="1103310"/>
            <a:ext cx="11319933" cy="1323439"/>
          </a:xfrm>
          <a:prstGeom prst="rect">
            <a:avLst/>
          </a:prstGeom>
          <a:noFill/>
        </p:spPr>
        <p:txBody>
          <a:bodyPr wrap="square">
            <a:spAutoFit/>
          </a:bodyPr>
          <a:lstStyle/>
          <a:p>
            <a:pPr algn="l" fontAlgn="base" rtl="0">
              <a:lnSpc>
                <a:spcPts val="2023"/>
              </a:lnSpc>
              <a:spcAft>
                <a:spcPts val="800"/>
              </a:spcAft>
              <a:buNone/>
            </a:pPr>
            <a:r>
              <a:rPr b="0" dirty="0" i="0" lang="en-US" sz="1800">
                <a:solidFill>
                  <a:srgbClr val="000000"/>
                </a:solidFill>
                <a:effectLst/>
              </a:rPr>
              <a:t>A population follows a </a:t>
            </a:r>
            <a:r>
              <a:rPr b="1" dirty="0" i="0" lang="en-US" sz="1800">
                <a:solidFill>
                  <a:srgbClr val="000000"/>
                </a:solidFill>
                <a:effectLst/>
              </a:rPr>
              <a:t>normal</a:t>
            </a:r>
            <a:r>
              <a:rPr b="0" dirty="0" i="0" lang="en-US" sz="1800">
                <a:solidFill>
                  <a:srgbClr val="000000"/>
                </a:solidFill>
                <a:effectLst/>
              </a:rPr>
              <a:t> distribution if it’s unimodal and symmetric about the mode (the peak). </a:t>
            </a:r>
            <a:r>
              <a:rPr b="0" dirty="0" i="0" lang="en-US" sz="1200">
                <a:solidFill>
                  <a:srgbClr val="000000"/>
                </a:solidFill>
                <a:effectLst/>
              </a:rPr>
              <a:t> </a:t>
            </a:r>
            <a:endParaRPr b="0" dirty="0" i="0" lang="en-US">
              <a:solidFill>
                <a:srgbClr val="000000"/>
              </a:solidFill>
              <a:effectLst/>
            </a:endParaRPr>
          </a:p>
          <a:p>
            <a:pPr algn="l" fontAlgn="base" rtl="0">
              <a:lnSpc>
                <a:spcPts val="2023"/>
              </a:lnSpc>
              <a:spcAft>
                <a:spcPts val="800"/>
              </a:spcAft>
              <a:buNone/>
            </a:pPr>
            <a:r>
              <a:rPr b="1" dirty="0" i="1" lang="en-US" sz="1800">
                <a:solidFill>
                  <a:srgbClr val="000000"/>
                </a:solidFill>
                <a:effectLst/>
              </a:rPr>
              <a:t>Mean = Median = Mode for all Normal distributions. </a:t>
            </a:r>
            <a:r>
              <a:rPr b="0" dirty="0" i="0" lang="en-US" sz="1800">
                <a:solidFill>
                  <a:srgbClr val="000000"/>
                </a:solidFill>
                <a:effectLst/>
              </a:rPr>
              <a:t> </a:t>
            </a:r>
            <a:endParaRPr b="0" dirty="0" i="0" lang="en-US">
              <a:solidFill>
                <a:srgbClr val="000000"/>
              </a:solidFill>
              <a:effectLst/>
            </a:endParaRPr>
          </a:p>
          <a:p>
            <a:pPr algn="l" fontAlgn="base" rtl="0">
              <a:lnSpc>
                <a:spcPts val="2023"/>
              </a:lnSpc>
              <a:spcAft>
                <a:spcPts val="800"/>
              </a:spcAft>
              <a:buNone/>
            </a:pPr>
            <a:r>
              <a:rPr b="0" dirty="0" i="0" lang="en-US" sz="1200">
                <a:solidFill>
                  <a:srgbClr val="000000"/>
                </a:solidFill>
                <a:effectLst/>
              </a:rPr>
              <a:t> </a:t>
            </a:r>
            <a:br>
              <a:rPr b="0" dirty="0" i="0" lang="en-US" sz="1200">
                <a:solidFill>
                  <a:srgbClr val="000000"/>
                </a:solidFill>
                <a:effectLst/>
              </a:rPr>
            </a:br>
            <a:r>
              <a:rPr b="1" dirty="0" i="1" lang="en-US" sz="1800">
                <a:solidFill>
                  <a:srgbClr val="C00000"/>
                </a:solidFill>
                <a:effectLst/>
              </a:rPr>
              <a:t>Explore this interactive graph:</a:t>
            </a:r>
            <a:r>
              <a:rPr b="0" dirty="0" i="0" lang="en-US" sz="1800">
                <a:solidFill>
                  <a:srgbClr val="C00000"/>
                </a:solidFill>
                <a:effectLst/>
              </a:rPr>
              <a:t> </a:t>
            </a:r>
            <a:r>
              <a:rPr b="0" dirty="0" i="0" lang="en-US" strike="noStrike" sz="1800" u="sng">
                <a:solidFill>
                  <a:srgbClr val="000000"/>
                </a:solidFill>
                <a:effectLst/>
                <a:hlinkClick r:id="rId2"/>
              </a:rPr>
              <a:t>Interactive Normal Distributions</a:t>
            </a:r>
            <a:r>
              <a:rPr b="0" dirty="0" i="0" lang="en-US" sz="1800">
                <a:solidFill>
                  <a:srgbClr val="000000"/>
                </a:solidFill>
                <a:effectLst/>
              </a:rPr>
              <a:t>   </a:t>
            </a:r>
            <a:endParaRPr b="0" dirty="0" i="0" lang="en-US">
              <a:solidFill>
                <a:srgbClr val="000000"/>
              </a:solidFill>
              <a:effectLst/>
            </a:endParaRPr>
          </a:p>
        </p:txBody>
      </p:sp>
      <p:pic>
        <p:nvPicPr>
          <p:cNvPr descr="Comparing normal distributions with different parameters. " id="5122" name="Picture 2">
            <a:extLst>
              <a:ext uri="{FF2B5EF4-FFF2-40B4-BE49-F238E27FC236}">
                <a16:creationId xmlns:a16="http://schemas.microsoft.com/office/drawing/2014/main" id="{8230DBDC-B32E-D4EF-A84D-D0D6D9D79504}"/>
              </a:ext>
            </a:extLst>
          </p:cNvPr>
          <p:cNvPicPr>
            <a:picLocks noChangeArrowheads="1" noChangeAspect="1"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49966" y="2785822"/>
            <a:ext cx="8492067" cy="357052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3B2D1D0E-EB73-129B-EE10-44FC6B2E4BB5}"/>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11</a:t>
            </a:fld>
            <a:endParaRPr dirty="0" lang="en-US"/>
          </a:p>
        </p:txBody>
      </p:sp>
    </p:spTree>
    <p:extLst>
      <p:ext uri="{BB962C8B-B14F-4D97-AF65-F5344CB8AC3E}">
        <p14:creationId xmlns:p14="http://schemas.microsoft.com/office/powerpoint/2010/main" val="4290378374"/>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3218-4642-68CD-C6A5-B4BF434FA222}"/>
              </a:ext>
            </a:extLst>
          </p:cNvPr>
          <p:cNvSpPr>
            <a:spLocks noGrp="1"/>
          </p:cNvSpPr>
          <p:nvPr>
            <p:ph type="title"/>
          </p:nvPr>
        </p:nvSpPr>
        <p:spPr>
          <a:xfrm>
            <a:off x="618067" y="365125"/>
            <a:ext cx="11074400" cy="1325563"/>
          </a:xfrm>
        </p:spPr>
        <p:txBody>
          <a:bodyPr/>
          <a:lstStyle/>
          <a:p>
            <a:r>
              <a:rPr dirty="0" lang="en-US"/>
              <a:t>Normal Distributions Follow the Empirical Rule</a:t>
            </a:r>
          </a:p>
        </p:txBody>
      </p:sp>
      <p:sp>
        <p:nvSpPr>
          <p:cNvPr id="4" name="Footer Placeholder 3">
            <a:extLst>
              <a:ext uri="{FF2B5EF4-FFF2-40B4-BE49-F238E27FC236}">
                <a16:creationId xmlns:a16="http://schemas.microsoft.com/office/drawing/2014/main" id="{431FEB0F-3685-61CC-3169-E19D2ECE0DB3}"/>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pic>
        <p:nvPicPr>
          <p:cNvPr descr="The empirical rule percentages " id="6146" name="Picture 2">
            <a:extLst>
              <a:ext uri="{FF2B5EF4-FFF2-40B4-BE49-F238E27FC236}">
                <a16:creationId xmlns:a16="http://schemas.microsoft.com/office/drawing/2014/main" id="{C8ED429B-4561-49F8-1E02-BFF87284745F}"/>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8300" y="1690688"/>
            <a:ext cx="8915400" cy="31527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11D61B4-5A98-7478-CFD9-89FCD89BE62E}"/>
              </a:ext>
            </a:extLst>
          </p:cNvPr>
          <p:cNvSpPr txBox="1"/>
          <p:nvPr/>
        </p:nvSpPr>
        <p:spPr>
          <a:xfrm>
            <a:off x="838199" y="5245696"/>
            <a:ext cx="7984067" cy="646331"/>
          </a:xfrm>
          <a:prstGeom prst="rect">
            <a:avLst/>
          </a:prstGeom>
          <a:noFill/>
        </p:spPr>
        <p:txBody>
          <a:bodyPr wrap="square">
            <a:spAutoFit/>
          </a:bodyPr>
          <a:lstStyle/>
          <a:p>
            <a:r>
              <a:rPr b="0" dirty="0" i="0" lang="en-US" sz="1800">
                <a:solidFill>
                  <a:srgbClr val="000000"/>
                </a:solidFill>
                <a:effectLst/>
              </a:rPr>
              <a:t>We have used the Empirical Rule to approximate percentages, but there are methods to calculate them more precisely.  </a:t>
            </a:r>
            <a:endParaRPr dirty="0" lang="en-US"/>
          </a:p>
        </p:txBody>
      </p:sp>
      <p:sp>
        <p:nvSpPr>
          <p:cNvPr id="5" name="Slide Number Placeholder 4">
            <a:extLst>
              <a:ext uri="{FF2B5EF4-FFF2-40B4-BE49-F238E27FC236}">
                <a16:creationId xmlns:a16="http://schemas.microsoft.com/office/drawing/2014/main" id="{79A7B96A-43BF-5545-5F1C-2AB1D101D06B}"/>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12</a:t>
            </a:fld>
            <a:endParaRPr dirty="0" lang="en-US"/>
          </a:p>
        </p:txBody>
      </p:sp>
    </p:spTree>
    <p:extLst>
      <p:ext uri="{BB962C8B-B14F-4D97-AF65-F5344CB8AC3E}">
        <p14:creationId xmlns:p14="http://schemas.microsoft.com/office/powerpoint/2010/main" val="2977244829"/>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DF3A-2847-995C-56A8-89537FE0B4AC}"/>
              </a:ext>
            </a:extLst>
          </p:cNvPr>
          <p:cNvSpPr>
            <a:spLocks noGrp="1"/>
          </p:cNvSpPr>
          <p:nvPr>
            <p:ph type="title"/>
          </p:nvPr>
        </p:nvSpPr>
        <p:spPr/>
        <p:txBody>
          <a:bodyPr/>
          <a:lstStyle/>
          <a:p>
            <a:r>
              <a:rPr dirty="0" lang="en-US"/>
              <a:t>The Standard Normal Distribution </a:t>
            </a:r>
          </a:p>
        </p:txBody>
      </p:sp>
      <p:sp>
        <p:nvSpPr>
          <p:cNvPr id="4" name="Footer Placeholder 3">
            <a:extLst>
              <a:ext uri="{FF2B5EF4-FFF2-40B4-BE49-F238E27FC236}">
                <a16:creationId xmlns:a16="http://schemas.microsoft.com/office/drawing/2014/main" id="{A3D1926C-7945-8AEC-906A-B4F5CA50877D}"/>
              </a:ext>
              <a:ext uri="{C183D7F6-B498-43B3-948B-1728B52AA6E4}">
                <adec:decorative xmlns:adec="http://schemas.microsoft.com/office/drawing/2017/decorative" val="1"/>
              </a:ext>
            </a:extLst>
          </p:cNvPr>
          <p:cNvSpPr>
            <a:spLocks noGrp="1"/>
          </p:cNvSpPr>
          <p:nvPr>
            <p:ph idx="11" sz="quarter" type="ftr"/>
          </p:nvPr>
        </p:nvSpPr>
        <p:spPr/>
        <p:txBody>
          <a:bodyPr/>
          <a:lstStyle/>
          <a:p>
            <a:r>
              <a:rPr dirty="0" lang="en-US">
                <a:solidFill>
                  <a:srgbClr val="000000"/>
                </a:solidFill>
              </a:rPr>
              <a:t>Bowen C.</a:t>
            </a:r>
          </a:p>
        </p:txBody>
      </p:sp>
      <p:pic>
        <p:nvPicPr>
          <p:cNvPr descr="The Standard Normal Distribution | Examples, Explanations, Uses" id="7170" name="Picture 2">
            <a:extLst>
              <a:ext uri="{FF2B5EF4-FFF2-40B4-BE49-F238E27FC236}">
                <a16:creationId xmlns:a16="http://schemas.microsoft.com/office/drawing/2014/main" id="{C6DF40C3-EC6A-4BD8-E0B1-F41AD315EBC2}"/>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3579" y="1793410"/>
            <a:ext cx="6409270" cy="396544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CFE6184-2B68-FDEA-46C0-0C9A409A5092}"/>
              </a:ext>
            </a:extLst>
          </p:cNvPr>
          <p:cNvSpPr txBox="1"/>
          <p:nvPr/>
        </p:nvSpPr>
        <p:spPr>
          <a:xfrm>
            <a:off x="7120466" y="1793410"/>
            <a:ext cx="4842933" cy="4080604"/>
          </a:xfrm>
          <a:prstGeom prst="rect">
            <a:avLst/>
          </a:prstGeom>
          <a:noFill/>
        </p:spPr>
        <p:txBody>
          <a:bodyPr wrap="square">
            <a:spAutoFit/>
          </a:bodyPr>
          <a:lstStyle/>
          <a:p>
            <a:pPr fontAlgn="base" rtl="0">
              <a:lnSpc>
                <a:spcPts val="2023"/>
              </a:lnSpc>
              <a:spcAft>
                <a:spcPts val="800"/>
              </a:spcAft>
              <a:buNone/>
            </a:pPr>
            <a:r>
              <a:rPr b="0" dirty="0" i="0" lang="en-US" sz="1800">
                <a:solidFill>
                  <a:srgbClr val="000000"/>
                </a:solidFill>
                <a:effectLst/>
              </a:rPr>
              <a:t>The </a:t>
            </a:r>
            <a:r>
              <a:rPr b="1" dirty="0" i="0" lang="en-US" sz="1800">
                <a:solidFill>
                  <a:srgbClr val="000000"/>
                </a:solidFill>
                <a:effectLst/>
              </a:rPr>
              <a:t>Standard Normal Curve</a:t>
            </a:r>
            <a:r>
              <a:rPr b="0" dirty="0" i="0" lang="en-US" sz="1800">
                <a:solidFill>
                  <a:srgbClr val="000000"/>
                </a:solidFill>
                <a:effectLst/>
              </a:rPr>
              <a:t> is one particular type of Normal Distribution. Specifically, it is the distribution of standardized values, or z-scores. It has a mean of 0 and a standard deviation of 1.  </a:t>
            </a:r>
            <a:endParaRPr b="0" dirty="0" i="0" lang="en-US">
              <a:solidFill>
                <a:srgbClr val="000000"/>
              </a:solidFill>
              <a:effectLst/>
            </a:endParaRPr>
          </a:p>
          <a:p>
            <a:pPr algn="ctr" fontAlgn="base" rtl="0">
              <a:lnSpc>
                <a:spcPts val="2023"/>
              </a:lnSpc>
              <a:spcAft>
                <a:spcPts val="800"/>
              </a:spcAft>
              <a:buNone/>
            </a:pPr>
            <a:r>
              <a:rPr b="1" dirty="0" i="0" lang="en-US" sz="1800">
                <a:solidFill>
                  <a:srgbClr val="000000"/>
                </a:solidFill>
                <a:effectLst/>
              </a:rPr>
              <a:t>Z ~ Normal(0, 1)</a:t>
            </a:r>
            <a:r>
              <a:rPr b="0" dirty="0" i="0" lang="en-US" sz="1800">
                <a:solidFill>
                  <a:srgbClr val="000000"/>
                </a:solidFill>
                <a:effectLst/>
              </a:rPr>
              <a:t> </a:t>
            </a:r>
            <a:r>
              <a:rPr b="0" dirty="0" i="0" lang="en-US" sz="1200">
                <a:solidFill>
                  <a:srgbClr val="000000"/>
                </a:solidFill>
                <a:effectLst/>
              </a:rPr>
              <a:t> </a:t>
            </a:r>
          </a:p>
          <a:p>
            <a:pPr algn="ctr" fontAlgn="base" rtl="0">
              <a:lnSpc>
                <a:spcPts val="2023"/>
              </a:lnSpc>
              <a:spcAft>
                <a:spcPts val="800"/>
              </a:spcAft>
              <a:buNone/>
            </a:pPr>
            <a:endParaRPr b="0" dirty="0" i="0" lang="en-US">
              <a:solidFill>
                <a:srgbClr val="000000"/>
              </a:solidFill>
              <a:effectLst/>
            </a:endParaRPr>
          </a:p>
          <a:p>
            <a:pPr fontAlgn="base" rtl="0">
              <a:lnSpc>
                <a:spcPts val="2023"/>
              </a:lnSpc>
              <a:spcAft>
                <a:spcPts val="800"/>
              </a:spcAft>
              <a:buNone/>
            </a:pPr>
            <a:r>
              <a:rPr b="1" dirty="0" i="0" lang="en-US" sz="1800">
                <a:solidFill>
                  <a:srgbClr val="000000"/>
                </a:solidFill>
                <a:effectLst/>
              </a:rPr>
              <a:t>Using R Studio to calculate areas: </a:t>
            </a:r>
            <a:endParaRPr b="0" dirty="0" i="0" lang="en-US">
              <a:solidFill>
                <a:srgbClr val="000000"/>
              </a:solidFill>
              <a:effectLst/>
            </a:endParaRPr>
          </a:p>
          <a:p>
            <a:pPr fontAlgn="base" rtl="0">
              <a:lnSpc>
                <a:spcPts val="2023"/>
              </a:lnSpc>
              <a:spcAft>
                <a:spcPts val="800"/>
              </a:spcAft>
              <a:buNone/>
            </a:pPr>
            <a:r>
              <a:rPr b="1" dirty="0" i="0" lang="en-US" sz="1800">
                <a:solidFill>
                  <a:srgbClr val="000000"/>
                </a:solidFill>
                <a:effectLst/>
              </a:rPr>
              <a:t>pnorm(z-value, mean, standard deviation) </a:t>
            </a:r>
            <a:r>
              <a:rPr b="0" dirty="0" i="0" lang="en-US" sz="1800">
                <a:solidFill>
                  <a:srgbClr val="000000"/>
                </a:solidFill>
                <a:effectLst/>
              </a:rPr>
              <a:t> </a:t>
            </a:r>
            <a:endParaRPr b="0" dirty="0" i="0" lang="en-US">
              <a:solidFill>
                <a:srgbClr val="000000"/>
              </a:solidFill>
              <a:effectLst/>
            </a:endParaRPr>
          </a:p>
          <a:p>
            <a:pPr fontAlgn="base" rtl="0">
              <a:lnSpc>
                <a:spcPts val="1457"/>
              </a:lnSpc>
              <a:spcAft>
                <a:spcPts val="800"/>
              </a:spcAft>
              <a:buNone/>
            </a:pPr>
            <a:r>
              <a:rPr b="0" dirty="0" i="0" lang="en-US" sz="1200">
                <a:solidFill>
                  <a:srgbClr val="000000"/>
                </a:solidFill>
                <a:effectLst/>
              </a:rPr>
              <a:t> </a:t>
            </a:r>
            <a:endParaRPr b="0" dirty="0" i="0" lang="en-US">
              <a:solidFill>
                <a:srgbClr val="000000"/>
              </a:solidFill>
              <a:effectLst/>
            </a:endParaRPr>
          </a:p>
          <a:p>
            <a:pPr fontAlgn="base" rtl="0">
              <a:lnSpc>
                <a:spcPts val="2023"/>
              </a:lnSpc>
              <a:spcAft>
                <a:spcPts val="800"/>
              </a:spcAft>
              <a:buNone/>
            </a:pPr>
            <a:r>
              <a:rPr b="1" dirty="0" i="0" lang="en-US" sz="1800">
                <a:solidFill>
                  <a:srgbClr val="000000"/>
                </a:solidFill>
                <a:effectLst/>
              </a:rPr>
              <a:t>Calculating z-scores that cut off certain areas. </a:t>
            </a:r>
            <a:r>
              <a:rPr b="0" dirty="0" i="0" lang="en-US" sz="1800">
                <a:solidFill>
                  <a:srgbClr val="000000"/>
                </a:solidFill>
                <a:effectLst/>
              </a:rPr>
              <a:t> </a:t>
            </a:r>
            <a:endParaRPr b="0" dirty="0" i="0" lang="en-US">
              <a:solidFill>
                <a:srgbClr val="000000"/>
              </a:solidFill>
              <a:effectLst/>
            </a:endParaRPr>
          </a:p>
          <a:p>
            <a:pPr fontAlgn="base" rtl="0">
              <a:lnSpc>
                <a:spcPts val="2023"/>
              </a:lnSpc>
              <a:spcAft>
                <a:spcPts val="800"/>
              </a:spcAft>
              <a:buNone/>
            </a:pPr>
            <a:r>
              <a:rPr b="1" dirty="0" i="0" lang="en-US" sz="1800">
                <a:solidFill>
                  <a:srgbClr val="000000"/>
                </a:solidFill>
                <a:effectLst/>
              </a:rPr>
              <a:t>qnorm(area, mean, standard deviation)</a:t>
            </a:r>
            <a:r>
              <a:rPr b="0" dirty="0" i="0" lang="en-US" sz="1800">
                <a:solidFill>
                  <a:srgbClr val="000000"/>
                </a:solidFill>
                <a:effectLst/>
              </a:rPr>
              <a:t> </a:t>
            </a:r>
            <a:endParaRPr b="0" dirty="0" i="0" lang="en-US">
              <a:solidFill>
                <a:srgbClr val="000000"/>
              </a:solidFill>
              <a:effectLst/>
            </a:endParaRPr>
          </a:p>
        </p:txBody>
      </p:sp>
      <p:sp>
        <p:nvSpPr>
          <p:cNvPr id="5" name="Slide Number Placeholder 4">
            <a:extLst>
              <a:ext uri="{FF2B5EF4-FFF2-40B4-BE49-F238E27FC236}">
                <a16:creationId xmlns:a16="http://schemas.microsoft.com/office/drawing/2014/main" id="{1E737B66-93C2-0C8D-EB1E-A1F34715BE15}"/>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13</a:t>
            </a:fld>
            <a:endParaRPr dirty="0" lang="en-US"/>
          </a:p>
        </p:txBody>
      </p:sp>
    </p:spTree>
    <p:extLst>
      <p:ext uri="{BB962C8B-B14F-4D97-AF65-F5344CB8AC3E}">
        <p14:creationId xmlns:p14="http://schemas.microsoft.com/office/powerpoint/2010/main" val="2970039404"/>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C701-31C2-E5A0-E315-5A13AEEB5533}"/>
              </a:ext>
            </a:extLst>
          </p:cNvPr>
          <p:cNvSpPr>
            <a:spLocks noGrp="1"/>
          </p:cNvSpPr>
          <p:nvPr>
            <p:ph type="title"/>
          </p:nvPr>
        </p:nvSpPr>
        <p:spPr/>
        <p:txBody>
          <a:bodyPr/>
          <a:lstStyle/>
          <a:p>
            <a:r>
              <a:rPr dirty="0" lang="en-US"/>
              <a:t>Calculating Probabilities of Z-Scores</a:t>
            </a:r>
          </a:p>
        </p:txBody>
      </p:sp>
      <p:sp>
        <p:nvSpPr>
          <p:cNvPr id="3" name="Content Placeholder 2">
            <a:extLst>
              <a:ext uri="{FF2B5EF4-FFF2-40B4-BE49-F238E27FC236}">
                <a16:creationId xmlns:a16="http://schemas.microsoft.com/office/drawing/2014/main" id="{1C74EFD7-1FDE-11BC-978B-B8FAA892E78A}"/>
              </a:ext>
            </a:extLst>
          </p:cNvPr>
          <p:cNvSpPr>
            <a:spLocks noGrp="1"/>
          </p:cNvSpPr>
          <p:nvPr>
            <p:ph idx="1"/>
          </p:nvPr>
        </p:nvSpPr>
        <p:spPr/>
        <p:txBody>
          <a:bodyPr>
            <a:normAutofit fontScale="85000" lnSpcReduction="20000"/>
          </a:bodyPr>
          <a:lstStyle/>
          <a:p>
            <a:pPr fontAlgn="base" indent="-514350" marL="514350">
              <a:buAutoNum type="arabicPeriod"/>
            </a:pPr>
            <a:r>
              <a:rPr dirty="0" lang="en-US"/>
              <a:t>What proportion of z-scores are less than 1?  </a:t>
            </a:r>
          </a:p>
          <a:p>
            <a:pPr fontAlgn="base" indent="-514350" marL="514350">
              <a:buAutoNum type="arabicPeriod"/>
            </a:pPr>
            <a:r>
              <a:rPr dirty="0" lang="en-US"/>
              <a:t>What is the probability of a z-score being greater than -2?  </a:t>
            </a:r>
          </a:p>
          <a:p>
            <a:pPr fontAlgn="base" indent="-514350" marL="514350">
              <a:buAutoNum type="arabicPeriod"/>
            </a:pPr>
            <a:r>
              <a:rPr dirty="0" lang="en-US"/>
              <a:t>What proportion of z-scores are less than 0.458?  </a:t>
            </a:r>
          </a:p>
          <a:p>
            <a:pPr fontAlgn="base" indent="-514350" marL="514350">
              <a:buAutoNum type="arabicPeriod"/>
            </a:pPr>
            <a:r>
              <a:rPr dirty="0" lang="en-US"/>
              <a:t>What is the probability that z is between -1 and 1?  </a:t>
            </a:r>
          </a:p>
          <a:p>
            <a:pPr fontAlgn="base" indent="-514350" marL="514350">
              <a:buAutoNum type="arabicPeriod"/>
            </a:pPr>
            <a:r>
              <a:rPr dirty="0" lang="en-US"/>
              <a:t>What proportion of z-scores are between 1.7 and 2.06?  </a:t>
            </a:r>
          </a:p>
          <a:p>
            <a:pPr fontAlgn="base" indent="-514350" marL="514350">
              <a:buAutoNum type="arabicPeriod"/>
            </a:pPr>
            <a:r>
              <a:rPr dirty="0" lang="en-US"/>
              <a:t>What z-score has an area of 0.13 to the left? </a:t>
            </a:r>
          </a:p>
          <a:p>
            <a:pPr fontAlgn="base" indent="-514350" marL="514350">
              <a:buAutoNum type="arabicPeriod"/>
            </a:pPr>
            <a:r>
              <a:rPr dirty="0" lang="en-US"/>
              <a:t>What z-score has 5% of the data values to the right?  </a:t>
            </a:r>
          </a:p>
          <a:p>
            <a:pPr fontAlgn="base" indent="-514350" marL="514350">
              <a:buAutoNum type="arabicPeriod"/>
            </a:pPr>
            <a:r>
              <a:rPr dirty="0" lang="en-US"/>
              <a:t>What z-score is greater than 80% of z-scores (aka at the 80</a:t>
            </a:r>
            <a:r>
              <a:rPr baseline="30000" dirty="0" lang="en-US"/>
              <a:t>th</a:t>
            </a:r>
            <a:r>
              <a:rPr dirty="0" lang="en-US"/>
              <a:t> percentile)?  </a:t>
            </a:r>
          </a:p>
          <a:p>
            <a:pPr fontAlgn="base" indent="-514350" marL="514350">
              <a:buAutoNum type="arabicPeriod"/>
            </a:pPr>
            <a:r>
              <a:rPr dirty="0" lang="en-US"/>
              <a:t>What two z-scores mark the middle 30% of z-scores?  </a:t>
            </a:r>
          </a:p>
          <a:p>
            <a:pPr fontAlgn="base" indent="-514350" marL="514350">
              <a:buAutoNum type="arabicPeriod"/>
            </a:pPr>
            <a:r>
              <a:rPr dirty="0" lang="en-US"/>
              <a:t>What two z-scores mark the middle 45% of z-scores?  </a:t>
            </a:r>
            <a:br>
              <a:rPr dirty="0" lang="en-US"/>
            </a:br>
            <a:endParaRPr dirty="0" lang="en-US"/>
          </a:p>
          <a:p>
            <a:endParaRPr dirty="0" lang="en-US"/>
          </a:p>
        </p:txBody>
      </p:sp>
      <p:sp>
        <p:nvSpPr>
          <p:cNvPr id="4" name="Footer Placeholder 3">
            <a:extLst>
              <a:ext uri="{FF2B5EF4-FFF2-40B4-BE49-F238E27FC236}">
                <a16:creationId xmlns:a16="http://schemas.microsoft.com/office/drawing/2014/main" id="{9841EB5C-C174-B746-388D-D6415BEBAE41}"/>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D5A95F3B-C261-160E-C51C-0F4768C391EE}"/>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14</a:t>
            </a:fld>
            <a:endParaRPr dirty="0" lang="en-US"/>
          </a:p>
        </p:txBody>
      </p:sp>
    </p:spTree>
    <p:extLst>
      <p:ext uri="{BB962C8B-B14F-4D97-AF65-F5344CB8AC3E}">
        <p14:creationId xmlns:p14="http://schemas.microsoft.com/office/powerpoint/2010/main" val="208757858"/>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8BC8-D943-1545-0AB3-D6E4D8C00F71}"/>
              </a:ext>
            </a:extLst>
          </p:cNvPr>
          <p:cNvSpPr>
            <a:spLocks noGrp="1"/>
          </p:cNvSpPr>
          <p:nvPr>
            <p:ph type="title"/>
          </p:nvPr>
        </p:nvSpPr>
        <p:spPr/>
        <p:txBody>
          <a:bodyPr/>
          <a:lstStyle/>
          <a:p>
            <a:r>
              <a:rPr dirty="0" lang="en-US"/>
              <a:t>Applications of the Normal Distribution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BE998AD3-5C18-F338-09DD-A7F2A3302758}"/>
                  </a:ext>
                </a:extLst>
              </p:cNvPr>
              <p:cNvSpPr>
                <a:spLocks noGrp="1"/>
              </p:cNvSpPr>
              <p:nvPr>
                <p:ph idx="1"/>
              </p:nvPr>
            </p:nvSpPr>
            <p:spPr/>
            <p:txBody>
              <a:bodyPr>
                <a:normAutofit fontScale="92500" lnSpcReduction="10000"/>
              </a:bodyPr>
              <a:lstStyle/>
              <a:p>
                <a:pPr indent="0" marL="0">
                  <a:buNone/>
                </a:pPr>
                <a:r>
                  <a:rPr dirty="0" lang="en-US"/>
                  <a:t>Remember that for normally distributed populations, we can convert data values into standardized values (z-scores) with the following formula:  </a:t>
                </a:r>
                <a14:m>
                  <m:oMath xmlns:m="http://schemas.openxmlformats.org/officeDocument/2006/math">
                    <m:r>
                      <a:rPr b="0" i="1" lang="en-US" smtClean="0">
                        <a:latin charset="0" panose="02040503050406030204" pitchFamily="18" typeface="Cambria Math"/>
                      </a:rPr>
                      <m:t>𝑍</m:t>
                    </m:r>
                    <m:r>
                      <a:rPr b="0" i="1" lang="en-US" smtClean="0">
                        <a:latin charset="0" panose="02040503050406030204" pitchFamily="18" typeface="Cambria Math"/>
                      </a:rPr>
                      <m:t>=(</m:t>
                    </m:r>
                    <m:r>
                      <a:rPr b="0" i="1" lang="en-US" smtClean="0">
                        <a:latin charset="0" panose="02040503050406030204" pitchFamily="18" typeface="Cambria Math"/>
                      </a:rPr>
                      <m:t>𝑥</m:t>
                    </m:r>
                    <m:r>
                      <a:rPr b="0" i="1" lang="en-US" smtClean="0">
                        <a:latin charset="0" panose="02040503050406030204" pitchFamily="18" typeface="Cambria Math"/>
                      </a:rPr>
                      <m:t> − </m:t>
                    </m:r>
                    <m:r>
                      <a:rPr b="0" i="1" lang="en-US" smtClean="0">
                        <a:latin charset="0" panose="02040503050406030204" pitchFamily="18" typeface="Cambria Math"/>
                        <a:ea charset="0" panose="02040503050406030204" pitchFamily="18" typeface="Cambria Math"/>
                      </a:rPr>
                      <m:t>𝜇</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𝜎</m:t>
                    </m:r>
                  </m:oMath>
                </a14:m>
                <a:endParaRPr dirty="0" lang="en-US"/>
              </a:p>
              <a:p>
                <a:pPr indent="0" marL="0">
                  <a:buNone/>
                </a:pPr>
                <a:r>
                  <a:rPr dirty="0" lang="en-US"/>
                  <a:t>Before technology, people used to convert data values into z-scores and reference tables of probabilities found via calculus. Now, however, we can skip this step and rely on programming.  </a:t>
                </a:r>
              </a:p>
              <a:p>
                <a:pPr indent="0" marL="0">
                  <a:buNone/>
                </a:pPr>
                <a:r>
                  <a:rPr dirty="0" lang="en-US"/>
                  <a:t>Normal distributions come in many shapes; they are defined by their mean and standard deviation.  </a:t>
                </a:r>
              </a:p>
              <a:p>
                <a:pPr algn="ctr" indent="0" marL="0">
                  <a:buNone/>
                </a:pPr>
                <a:r>
                  <a:rPr dirty="0" lang="en-US"/>
                  <a:t>X ~ N(µ, σ) </a:t>
                </a:r>
              </a:p>
              <a:p>
                <a:pPr indent="0" marL="0">
                  <a:buNone/>
                </a:pPr>
                <a:r>
                  <a:rPr dirty="0" lang="en-US"/>
                  <a:t>We can use these parameters to solve problems like we did with the Standard Normal Curve, but with any Normal distribution. </a:t>
                </a:r>
              </a:p>
            </p:txBody>
          </p:sp>
        </mc:Choice>
        <mc:Fallback>
          <p:sp>
            <p:nvSpPr>
              <p:cNvPr id="3" name="Content Placeholder 2">
                <a:extLst>
                  <a:ext uri="{FF2B5EF4-FFF2-40B4-BE49-F238E27FC236}">
                    <a16:creationId xmlns:a16="http://schemas.microsoft.com/office/drawing/2014/main" id="{BE998AD3-5C18-F338-09DD-A7F2A3302758}"/>
                  </a:ext>
                </a:extLst>
              </p:cNvPr>
              <p:cNvSpPr>
                <a:spLocks noAdjustHandles="1" noChangeArrowheads="1" noChangeAspect="1" noChangeShapeType="1" noEditPoints="1" noGrp="1" noMove="1" noResize="1" noRot="1" noTextEdit="1"/>
              </p:cNvSpPr>
              <p:nvPr>
                <p:ph idx="1"/>
              </p:nvPr>
            </p:nvSpPr>
            <p:spPr>
              <a:blipFill>
                <a:blip r:embed="rId2"/>
                <a:stretch>
                  <a:fillRect l="-1043" r="-116" t="-28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17454BE-1A38-A56F-6DBB-F4F45F388DDC}"/>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A1D34DDA-734B-734C-489E-A54B53F56D52}"/>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15</a:t>
            </a:fld>
            <a:endParaRPr dirty="0" lang="en-US"/>
          </a:p>
        </p:txBody>
      </p:sp>
    </p:spTree>
    <p:extLst>
      <p:ext uri="{BB962C8B-B14F-4D97-AF65-F5344CB8AC3E}">
        <p14:creationId xmlns:p14="http://schemas.microsoft.com/office/powerpoint/2010/main" val="3399794893"/>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8142-F15F-FB21-02F9-438CC9207A87}"/>
              </a:ext>
            </a:extLst>
          </p:cNvPr>
          <p:cNvSpPr>
            <a:spLocks noGrp="1"/>
          </p:cNvSpPr>
          <p:nvPr>
            <p:ph type="title"/>
          </p:nvPr>
        </p:nvSpPr>
        <p:spPr>
          <a:xfrm>
            <a:off x="254000" y="247120"/>
            <a:ext cx="10515600" cy="1047221"/>
          </a:xfrm>
        </p:spPr>
        <p:txBody>
          <a:bodyPr/>
          <a:lstStyle/>
          <a:p>
            <a:r>
              <a:rPr dirty="0" lang="en-US"/>
              <a:t>Baby Weights Example </a:t>
            </a:r>
          </a:p>
        </p:txBody>
      </p:sp>
      <p:sp>
        <p:nvSpPr>
          <p:cNvPr id="3" name="Content Placeholder 2">
            <a:extLst>
              <a:ext uri="{FF2B5EF4-FFF2-40B4-BE49-F238E27FC236}">
                <a16:creationId xmlns:a16="http://schemas.microsoft.com/office/drawing/2014/main" id="{483905BB-9F59-5544-6B7C-D9D0037B2133}"/>
              </a:ext>
            </a:extLst>
          </p:cNvPr>
          <p:cNvSpPr>
            <a:spLocks noGrp="1"/>
          </p:cNvSpPr>
          <p:nvPr>
            <p:ph idx="1"/>
          </p:nvPr>
        </p:nvSpPr>
        <p:spPr>
          <a:xfrm>
            <a:off x="381000" y="1253331"/>
            <a:ext cx="11557000" cy="4351338"/>
          </a:xfrm>
        </p:spPr>
        <p:txBody>
          <a:bodyPr>
            <a:normAutofit/>
          </a:bodyPr>
          <a:lstStyle/>
          <a:p>
            <a:pPr indent="0" marL="0">
              <a:buNone/>
            </a:pPr>
            <a:r>
              <a:rPr dirty="0" lang="en-US" sz="2400"/>
              <a:t>According to an NHS report, the weight of male babies under two months old in the U.S. is normally distributed with a mean of 11.5 pounds and a standard deviation of 2.7 pounds. </a:t>
            </a:r>
          </a:p>
        </p:txBody>
      </p:sp>
      <p:sp>
        <p:nvSpPr>
          <p:cNvPr id="4" name="Footer Placeholder 3">
            <a:extLst>
              <a:ext uri="{FF2B5EF4-FFF2-40B4-BE49-F238E27FC236}">
                <a16:creationId xmlns:a16="http://schemas.microsoft.com/office/drawing/2014/main" id="{7A026E6A-CA33-8560-D3A6-BAADC3D09202}"/>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pic>
        <p:nvPicPr>
          <p:cNvPr descr="Normal distribution of baby weights " id="2050" name="Picture 2">
            <a:extLst>
              <a:ext uri="{FF2B5EF4-FFF2-40B4-BE49-F238E27FC236}">
                <a16:creationId xmlns:a16="http://schemas.microsoft.com/office/drawing/2014/main" id="{BDD39482-1702-4564-DF6B-51F50784827E}"/>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1539" y="2173022"/>
            <a:ext cx="6568922" cy="38989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1413284-81DE-1D0B-1D3E-C07B5D78BAC0}"/>
              </a:ext>
            </a:extLst>
          </p:cNvPr>
          <p:cNvSpPr txBox="1"/>
          <p:nvPr/>
        </p:nvSpPr>
        <p:spPr>
          <a:xfrm>
            <a:off x="3470727" y="6071923"/>
            <a:ext cx="6096000" cy="348813"/>
          </a:xfrm>
          <a:prstGeom prst="rect">
            <a:avLst/>
          </a:prstGeom>
          <a:noFill/>
        </p:spPr>
        <p:txBody>
          <a:bodyPr wrap="square">
            <a:spAutoFit/>
          </a:bodyPr>
          <a:lstStyle/>
          <a:p>
            <a:pPr algn="l" latinLnBrk="1">
              <a:lnSpc>
                <a:spcPts val="2040"/>
              </a:lnSpc>
              <a:buNone/>
            </a:pPr>
            <a:r>
              <a:rPr b="0" dirty="0" i="0" lang="en-US">
                <a:effectLst/>
                <a:latin charset="0" panose="020B0609040504020204" pitchFamily="49" typeface="Lucida Console"/>
              </a:rPr>
              <a:t>3.4  6.1   8.8  11.5  14.2 16.9 19.6</a:t>
            </a:r>
          </a:p>
        </p:txBody>
      </p:sp>
      <p:sp>
        <p:nvSpPr>
          <p:cNvPr id="8" name="TextBox 7">
            <a:extLst>
              <a:ext uri="{FF2B5EF4-FFF2-40B4-BE49-F238E27FC236}">
                <a16:creationId xmlns:a16="http://schemas.microsoft.com/office/drawing/2014/main" id="{E4D99FBE-00D4-2DB5-02C2-8251B5649041}"/>
              </a:ext>
            </a:extLst>
          </p:cNvPr>
          <p:cNvSpPr txBox="1"/>
          <p:nvPr/>
        </p:nvSpPr>
        <p:spPr>
          <a:xfrm>
            <a:off x="7298266" y="2895507"/>
            <a:ext cx="1710267" cy="369332"/>
          </a:xfrm>
          <a:prstGeom prst="rect">
            <a:avLst/>
          </a:prstGeom>
          <a:noFill/>
        </p:spPr>
        <p:txBody>
          <a:bodyPr rtlCol="0" wrap="square">
            <a:spAutoFit/>
          </a:bodyPr>
          <a:lstStyle/>
          <a:p>
            <a:r>
              <a:rPr b="1" dirty="0" lang="en-US"/>
              <a:t>X~N(11.5, 2.7)</a:t>
            </a:r>
          </a:p>
        </p:txBody>
      </p:sp>
      <p:sp>
        <p:nvSpPr>
          <p:cNvPr id="5" name="Slide Number Placeholder 4">
            <a:extLst>
              <a:ext uri="{FF2B5EF4-FFF2-40B4-BE49-F238E27FC236}">
                <a16:creationId xmlns:a16="http://schemas.microsoft.com/office/drawing/2014/main" id="{91F50C73-2D93-AF86-2E0D-9731AE06D65B}"/>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16</a:t>
            </a:fld>
            <a:endParaRPr dirty="0" lang="en-US"/>
          </a:p>
        </p:txBody>
      </p:sp>
    </p:spTree>
    <p:extLst>
      <p:ext uri="{BB962C8B-B14F-4D97-AF65-F5344CB8AC3E}">
        <p14:creationId xmlns:p14="http://schemas.microsoft.com/office/powerpoint/2010/main" val="195989925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DEA7-8C7F-DDF3-6F43-939CA09514CE}"/>
              </a:ext>
            </a:extLst>
          </p:cNvPr>
          <p:cNvSpPr>
            <a:spLocks noGrp="1"/>
          </p:cNvSpPr>
          <p:nvPr>
            <p:ph type="title"/>
          </p:nvPr>
        </p:nvSpPr>
        <p:spPr/>
        <p:txBody>
          <a:bodyPr/>
          <a:lstStyle/>
          <a:p>
            <a:r>
              <a:rPr dirty="0" lang="en-US"/>
              <a:t>Baby Weights Practice </a:t>
            </a:r>
          </a:p>
        </p:txBody>
      </p:sp>
      <p:sp>
        <p:nvSpPr>
          <p:cNvPr id="3" name="Content Placeholder 2">
            <a:extLst>
              <a:ext uri="{FF2B5EF4-FFF2-40B4-BE49-F238E27FC236}">
                <a16:creationId xmlns:a16="http://schemas.microsoft.com/office/drawing/2014/main" id="{2905F7FF-B4AE-6672-A5B3-64033DAE7090}"/>
              </a:ext>
            </a:extLst>
          </p:cNvPr>
          <p:cNvSpPr>
            <a:spLocks noGrp="1"/>
          </p:cNvSpPr>
          <p:nvPr>
            <p:ph idx="1"/>
          </p:nvPr>
        </p:nvSpPr>
        <p:spPr/>
        <p:txBody>
          <a:bodyPr>
            <a:normAutofit fontScale="92500" lnSpcReduction="10000"/>
          </a:bodyPr>
          <a:lstStyle/>
          <a:p>
            <a:pPr indent="-514350" marL="514350">
              <a:buAutoNum type="arabicPeriod"/>
            </a:pPr>
            <a:r>
              <a:rPr dirty="0" lang="en-US"/>
              <a:t>What proportion of babies weigh more than 13 pounds?  </a:t>
            </a:r>
          </a:p>
          <a:p>
            <a:pPr indent="-514350" marL="514350">
              <a:buAutoNum type="arabicPeriod"/>
            </a:pPr>
            <a:r>
              <a:rPr dirty="0" lang="en-US"/>
              <a:t>What proportion of babies weigh less than 15 pounds? </a:t>
            </a:r>
          </a:p>
          <a:p>
            <a:pPr indent="-514350" marL="514350">
              <a:buAutoNum type="arabicPeriod"/>
            </a:pPr>
            <a:r>
              <a:rPr dirty="0" lang="en-US"/>
              <a:t>What is the probability that a randomly selected baby boy will weigh between 10 and 14 pounds?  </a:t>
            </a:r>
          </a:p>
          <a:p>
            <a:pPr indent="-514350" marL="514350">
              <a:buAutoNum type="arabicPeriod"/>
            </a:pPr>
            <a:r>
              <a:rPr dirty="0" lang="en-US"/>
              <a:t>What is the probability of a baby boy weighing more than 17 pounds?  </a:t>
            </a:r>
          </a:p>
          <a:p>
            <a:pPr indent="-514350" marL="514350">
              <a:buAutoNum type="arabicPeriod"/>
            </a:pPr>
            <a:r>
              <a:rPr b="1" dirty="0" lang="en-US"/>
              <a:t>Would it be unusual </a:t>
            </a:r>
            <a:r>
              <a:rPr dirty="0" lang="en-US"/>
              <a:t>for a baby boy to weigh less than 7 pounds?  </a:t>
            </a:r>
          </a:p>
          <a:p>
            <a:pPr indent="-514350" marL="514350">
              <a:buAutoNum type="arabicPeriod"/>
            </a:pPr>
            <a:r>
              <a:rPr dirty="0" lang="en-US"/>
              <a:t>What weight is at the 75th percentile of male baby weights?  </a:t>
            </a:r>
          </a:p>
          <a:p>
            <a:pPr indent="-514350" marL="514350">
              <a:buAutoNum type="arabicPeriod"/>
            </a:pPr>
            <a:r>
              <a:rPr dirty="0" lang="en-US"/>
              <a:t>What weight is at the 15th percentile?  </a:t>
            </a:r>
          </a:p>
          <a:p>
            <a:pPr indent="-514350" marL="514350">
              <a:buAutoNum type="arabicPeriod"/>
            </a:pPr>
            <a:r>
              <a:rPr dirty="0" lang="en-US"/>
              <a:t>What weight marks the top 5% of weights?  </a:t>
            </a:r>
          </a:p>
          <a:p>
            <a:pPr indent="-514350" marL="514350">
              <a:buAutoNum type="arabicPeriod"/>
            </a:pPr>
            <a:r>
              <a:rPr dirty="0" lang="en-US"/>
              <a:t>What weights mark the middle 20% of weights?</a:t>
            </a:r>
          </a:p>
        </p:txBody>
      </p:sp>
      <p:sp>
        <p:nvSpPr>
          <p:cNvPr id="4" name="Footer Placeholder 3">
            <a:extLst>
              <a:ext uri="{FF2B5EF4-FFF2-40B4-BE49-F238E27FC236}">
                <a16:creationId xmlns:a16="http://schemas.microsoft.com/office/drawing/2014/main" id="{8D676683-6C8B-6A00-8587-92B17B3B2BFB}"/>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E340A631-8AA4-3384-CFCA-28F621609DC7}"/>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17</a:t>
            </a:fld>
            <a:endParaRPr dirty="0" lang="en-US"/>
          </a:p>
        </p:txBody>
      </p:sp>
    </p:spTree>
    <p:extLst>
      <p:ext uri="{BB962C8B-B14F-4D97-AF65-F5344CB8AC3E}">
        <p14:creationId xmlns:p14="http://schemas.microsoft.com/office/powerpoint/2010/main" val="1732609425"/>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89943-F405-A883-D3BC-4A0147137E17}"/>
              </a:ext>
            </a:extLst>
          </p:cNvPr>
          <p:cNvSpPr>
            <a:spLocks noGrp="1"/>
          </p:cNvSpPr>
          <p:nvPr>
            <p:ph type="title"/>
          </p:nvPr>
        </p:nvSpPr>
        <p:spPr>
          <a:xfrm>
            <a:off x="143934" y="136525"/>
            <a:ext cx="10515600" cy="904611"/>
          </a:xfrm>
        </p:spPr>
        <p:txBody>
          <a:bodyPr/>
          <a:lstStyle/>
          <a:p>
            <a:r>
              <a:rPr dirty="0" lang="en-US"/>
              <a:t>Electricity Bill Example </a:t>
            </a:r>
          </a:p>
        </p:txBody>
      </p:sp>
      <p:sp>
        <p:nvSpPr>
          <p:cNvPr id="3" name="Content Placeholder 2">
            <a:extLst>
              <a:ext uri="{FF2B5EF4-FFF2-40B4-BE49-F238E27FC236}">
                <a16:creationId xmlns:a16="http://schemas.microsoft.com/office/drawing/2014/main" id="{BD4CCC5A-2D5C-02CD-E4BD-2ACE154CBF90}"/>
              </a:ext>
            </a:extLst>
          </p:cNvPr>
          <p:cNvSpPr>
            <a:spLocks noGrp="1"/>
          </p:cNvSpPr>
          <p:nvPr>
            <p:ph idx="1"/>
          </p:nvPr>
        </p:nvSpPr>
        <p:spPr>
          <a:xfrm>
            <a:off x="838200" y="1041136"/>
            <a:ext cx="10515600" cy="4351338"/>
          </a:xfrm>
        </p:spPr>
        <p:txBody>
          <a:bodyPr/>
          <a:lstStyle/>
          <a:p>
            <a:pPr indent="0" marL="0">
              <a:buNone/>
            </a:pPr>
            <a:r>
              <a:rPr dirty="0" lang="en-US"/>
              <a:t>The mean monthly electric bill from recent data was $110.14 with a standard deviation of $22.50. The cost is normally distributed. </a:t>
            </a:r>
          </a:p>
        </p:txBody>
      </p:sp>
      <p:sp>
        <p:nvSpPr>
          <p:cNvPr id="4" name="Footer Placeholder 3">
            <a:extLst>
              <a:ext uri="{FF2B5EF4-FFF2-40B4-BE49-F238E27FC236}">
                <a16:creationId xmlns:a16="http://schemas.microsoft.com/office/drawing/2014/main" id="{7FC02AC4-27DA-3CDB-89D7-88251F2ACE6A}"/>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pic>
        <p:nvPicPr>
          <p:cNvPr descr="Normal distribution of bill amounts in dollars " id="6" name="Picture 2">
            <a:extLst>
              <a:ext uri="{FF2B5EF4-FFF2-40B4-BE49-F238E27FC236}">
                <a16:creationId xmlns:a16="http://schemas.microsoft.com/office/drawing/2014/main" id="{E11F6005-A96A-FF81-3A17-54A13BE6B486}"/>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71536" y="2005012"/>
            <a:ext cx="6848928" cy="406509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77CC360-5150-8843-13EA-5DFE58811DEA}"/>
              </a:ext>
            </a:extLst>
          </p:cNvPr>
          <p:cNvSpPr txBox="1"/>
          <p:nvPr/>
        </p:nvSpPr>
        <p:spPr>
          <a:xfrm>
            <a:off x="3039534" y="6007537"/>
            <a:ext cx="7687734" cy="348813"/>
          </a:xfrm>
          <a:prstGeom prst="rect">
            <a:avLst/>
          </a:prstGeom>
          <a:noFill/>
        </p:spPr>
        <p:txBody>
          <a:bodyPr wrap="square">
            <a:spAutoFit/>
          </a:bodyPr>
          <a:lstStyle/>
          <a:p>
            <a:pPr algn="l" latinLnBrk="1">
              <a:lnSpc>
                <a:spcPts val="2040"/>
              </a:lnSpc>
              <a:buNone/>
            </a:pPr>
            <a:r>
              <a:rPr b="0" dirty="0" i="0" lang="en-US" sz="1600">
                <a:effectLst/>
                <a:latin charset="0" panose="020B0609040504020204" pitchFamily="49" typeface="Lucida Console"/>
              </a:rPr>
              <a:t>42.64  65.14  87.64 110.14 132.64 155.14 177.64</a:t>
            </a:r>
          </a:p>
        </p:txBody>
      </p:sp>
      <p:sp>
        <p:nvSpPr>
          <p:cNvPr id="5" name="Slide Number Placeholder 4">
            <a:extLst>
              <a:ext uri="{FF2B5EF4-FFF2-40B4-BE49-F238E27FC236}">
                <a16:creationId xmlns:a16="http://schemas.microsoft.com/office/drawing/2014/main" id="{D8FE845B-F6C6-FB15-761B-75314CD94649}"/>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18</a:t>
            </a:fld>
            <a:endParaRPr dirty="0" lang="en-US"/>
          </a:p>
        </p:txBody>
      </p:sp>
    </p:spTree>
    <p:extLst>
      <p:ext uri="{BB962C8B-B14F-4D97-AF65-F5344CB8AC3E}">
        <p14:creationId xmlns:p14="http://schemas.microsoft.com/office/powerpoint/2010/main" val="40002062"/>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705B8-A745-061E-CAFE-BB56C927B071}"/>
              </a:ext>
            </a:extLst>
          </p:cNvPr>
          <p:cNvSpPr>
            <a:spLocks noGrp="1"/>
          </p:cNvSpPr>
          <p:nvPr>
            <p:ph type="title"/>
          </p:nvPr>
        </p:nvSpPr>
        <p:spPr/>
        <p:txBody>
          <a:bodyPr/>
          <a:lstStyle/>
          <a:p>
            <a:r>
              <a:rPr dirty="0" lang="en-US"/>
              <a:t>Electricity Bill Practice </a:t>
            </a:r>
          </a:p>
        </p:txBody>
      </p:sp>
      <p:sp>
        <p:nvSpPr>
          <p:cNvPr id="3" name="Content Placeholder 2">
            <a:extLst>
              <a:ext uri="{FF2B5EF4-FFF2-40B4-BE49-F238E27FC236}">
                <a16:creationId xmlns:a16="http://schemas.microsoft.com/office/drawing/2014/main" id="{C9DF504D-4843-05C0-905B-E4892E76E885}"/>
              </a:ext>
            </a:extLst>
          </p:cNvPr>
          <p:cNvSpPr>
            <a:spLocks noGrp="1"/>
          </p:cNvSpPr>
          <p:nvPr>
            <p:ph idx="1"/>
          </p:nvPr>
        </p:nvSpPr>
        <p:spPr/>
        <p:txBody>
          <a:bodyPr>
            <a:normAutofit/>
          </a:bodyPr>
          <a:lstStyle/>
          <a:p>
            <a:pPr indent="-514350" marL="514350">
              <a:buAutoNum type="arabicPeriod"/>
            </a:pPr>
            <a:r>
              <a:rPr dirty="0" lang="en-US"/>
              <a:t>What proportion of bills are greater than $130? </a:t>
            </a:r>
          </a:p>
          <a:p>
            <a:pPr indent="-514350" marL="514350">
              <a:buAutoNum type="arabicPeriod"/>
            </a:pPr>
            <a:r>
              <a:rPr dirty="0" lang="en-US"/>
              <a:t>What proportion of bills are between $85 and $140? </a:t>
            </a:r>
          </a:p>
          <a:p>
            <a:pPr indent="-514350" marL="514350">
              <a:buAutoNum type="arabicPeriod"/>
            </a:pPr>
            <a:r>
              <a:rPr dirty="0" lang="en-US"/>
              <a:t>What is the probability that a bill is less than $120?  </a:t>
            </a:r>
          </a:p>
          <a:p>
            <a:pPr indent="-514350" marL="514350">
              <a:buAutoNum type="arabicPeriod"/>
            </a:pPr>
            <a:r>
              <a:rPr dirty="0" lang="en-US"/>
              <a:t>What bill amount is at the 30th percentile?  </a:t>
            </a:r>
          </a:p>
          <a:p>
            <a:pPr indent="-514350" marL="514350">
              <a:buAutoNum type="arabicPeriod"/>
            </a:pPr>
            <a:r>
              <a:rPr dirty="0" lang="en-US"/>
              <a:t>What bill amount marks the upper 15% of bills?   </a:t>
            </a:r>
          </a:p>
          <a:p>
            <a:pPr indent="-514350" marL="514350">
              <a:buAutoNum type="arabicPeriod"/>
            </a:pPr>
            <a:r>
              <a:rPr dirty="0" lang="en-US"/>
              <a:t>Is a bill of more than $200 unusual? </a:t>
            </a:r>
          </a:p>
        </p:txBody>
      </p:sp>
      <p:sp>
        <p:nvSpPr>
          <p:cNvPr id="4" name="Footer Placeholder 3">
            <a:extLst>
              <a:ext uri="{FF2B5EF4-FFF2-40B4-BE49-F238E27FC236}">
                <a16:creationId xmlns:a16="http://schemas.microsoft.com/office/drawing/2014/main" id="{39243D56-93DF-ED1A-1095-D4F618BE33C4}"/>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0A8E81E8-02CA-6367-ED24-DF8244B6737D}"/>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19</a:t>
            </a:fld>
            <a:endParaRPr dirty="0" lang="en-US"/>
          </a:p>
        </p:txBody>
      </p:sp>
    </p:spTree>
    <p:extLst>
      <p:ext uri="{BB962C8B-B14F-4D97-AF65-F5344CB8AC3E}">
        <p14:creationId xmlns:p14="http://schemas.microsoft.com/office/powerpoint/2010/main" val="1685496543"/>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CE09D-E892-E205-1DAB-533666B65A6E}"/>
              </a:ext>
            </a:extLst>
          </p:cNvPr>
          <p:cNvSpPr>
            <a:spLocks noGrp="1"/>
          </p:cNvSpPr>
          <p:nvPr>
            <p:ph type="title"/>
          </p:nvPr>
        </p:nvSpPr>
        <p:spPr>
          <a:xfrm>
            <a:off x="287866" y="221191"/>
            <a:ext cx="11142133" cy="1325563"/>
          </a:xfrm>
        </p:spPr>
        <p:txBody>
          <a:bodyPr>
            <a:normAutofit/>
          </a:bodyPr>
          <a:lstStyle/>
          <a:p>
            <a:r>
              <a:rPr dirty="0" lang="en-US" sz="3600"/>
              <a:t>Sampling Distributions and the Central Limit Theorem </a:t>
            </a:r>
          </a:p>
        </p:txBody>
      </p:sp>
      <p:sp>
        <p:nvSpPr>
          <p:cNvPr id="4" name="Footer Placeholder 3">
            <a:extLst>
              <a:ext uri="{FF2B5EF4-FFF2-40B4-BE49-F238E27FC236}">
                <a16:creationId xmlns:a16="http://schemas.microsoft.com/office/drawing/2014/main" id="{DFAF96AB-84ED-2DFA-D80A-B98F3A8CB202}"/>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pic>
        <p:nvPicPr>
          <p:cNvPr descr="income left skew" id="3074" name="Picture 2">
            <a:extLst>
              <a:ext uri="{FF2B5EF4-FFF2-40B4-BE49-F238E27FC236}">
                <a16:creationId xmlns:a16="http://schemas.microsoft.com/office/drawing/2014/main" id="{D3667E63-B8C3-6842-86EE-80A5A9FFA43D}"/>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5971" y="1546754"/>
            <a:ext cx="5969001" cy="46259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AF914D9-9161-F4A6-D180-16FB2B4437D7}"/>
              </a:ext>
            </a:extLst>
          </p:cNvPr>
          <p:cNvSpPr txBox="1"/>
          <p:nvPr/>
        </p:nvSpPr>
        <p:spPr>
          <a:xfrm>
            <a:off x="6630627" y="1546754"/>
            <a:ext cx="5027972" cy="4801314"/>
          </a:xfrm>
          <a:prstGeom prst="rect">
            <a:avLst/>
          </a:prstGeom>
          <a:noFill/>
        </p:spPr>
        <p:txBody>
          <a:bodyPr wrap="square">
            <a:spAutoFit/>
          </a:bodyPr>
          <a:lstStyle/>
          <a:p>
            <a:r>
              <a:rPr dirty="0" lang="en-US"/>
              <a:t>Let’s look at the population distribution of U.S. Household Income. How would you describe its shape? </a:t>
            </a:r>
          </a:p>
          <a:p>
            <a:endParaRPr dirty="0" lang="en-US"/>
          </a:p>
          <a:p>
            <a:r>
              <a:rPr dirty="0" lang="en-US"/>
              <a:t>Let’s say we take a simple random sample of 50 U.S. households and calculate the mean income of that sample. Now we have a sample mean.  </a:t>
            </a:r>
          </a:p>
          <a:p>
            <a:endParaRPr dirty="0" lang="en-US"/>
          </a:p>
          <a:p>
            <a:r>
              <a:rPr dirty="0" lang="en-US"/>
              <a:t>Now let’s take another simple random sample of 50 U.S. households and calculate the mean income of that sample. We can repeat the process many times and have many sample means.  </a:t>
            </a:r>
          </a:p>
          <a:p>
            <a:endParaRPr dirty="0" lang="en-US"/>
          </a:p>
          <a:p>
            <a:r>
              <a:rPr dirty="0" lang="en-US"/>
              <a:t>We can create a distribution of those sample means. It would be called a </a:t>
            </a:r>
            <a:r>
              <a:rPr dirty="0" lang="en-US" u="sng"/>
              <a:t>sampling distribution </a:t>
            </a:r>
            <a:r>
              <a:rPr dirty="0" lang="en-US"/>
              <a:t>of sample means. </a:t>
            </a:r>
          </a:p>
        </p:txBody>
      </p:sp>
      <p:sp>
        <p:nvSpPr>
          <p:cNvPr id="5" name="Slide Number Placeholder 4">
            <a:extLst>
              <a:ext uri="{FF2B5EF4-FFF2-40B4-BE49-F238E27FC236}">
                <a16:creationId xmlns:a16="http://schemas.microsoft.com/office/drawing/2014/main" id="{19194231-AC46-BBD0-B857-46EEDDE1E048}"/>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20</a:t>
            </a:fld>
            <a:endParaRPr dirty="0" lang="en-US"/>
          </a:p>
        </p:txBody>
      </p:sp>
    </p:spTree>
    <p:extLst>
      <p:ext uri="{BB962C8B-B14F-4D97-AF65-F5344CB8AC3E}">
        <p14:creationId xmlns:p14="http://schemas.microsoft.com/office/powerpoint/2010/main" val="244257029"/>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D3C16-08F5-9C18-6FFF-9C906937552F}"/>
              </a:ext>
            </a:extLst>
          </p:cNvPr>
          <p:cNvSpPr>
            <a:spLocks noGrp="1"/>
          </p:cNvSpPr>
          <p:nvPr>
            <p:ph type="title"/>
          </p:nvPr>
        </p:nvSpPr>
        <p:spPr/>
        <p:txBody>
          <a:bodyPr/>
          <a:lstStyle/>
          <a:p>
            <a:r>
              <a:rPr dirty="0" lang="en-US"/>
              <a:t>Sampling Distributions of Sample Means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DD82DC06-9122-2D3F-59F8-8EEACAFBBFFB}"/>
                  </a:ext>
                </a:extLst>
              </p:cNvPr>
              <p:cNvSpPr>
                <a:spLocks noGrp="1"/>
              </p:cNvSpPr>
              <p:nvPr>
                <p:ph idx="1"/>
              </p:nvPr>
            </p:nvSpPr>
            <p:spPr>
              <a:xfrm>
                <a:off x="554566" y="1847850"/>
                <a:ext cx="11082867" cy="4351338"/>
              </a:xfrm>
            </p:spPr>
            <p:txBody>
              <a:bodyPr>
                <a:normAutofit/>
              </a:bodyPr>
              <a:lstStyle/>
              <a:p>
                <a:pPr indent="0" marL="0">
                  <a:buNone/>
                </a:pPr>
                <a:r>
                  <a:rPr dirty="0" lang="en-US"/>
                  <a:t>The Central Limit Theorem for sample means states: If </a:t>
                </a:r>
                <a14:m>
                  <m:oMath xmlns:m="http://schemas.openxmlformats.org/officeDocument/2006/math">
                    <m:acc>
                      <m:accPr>
                        <m:chr m:val="̅"/>
                        <m:ctrlPr>
                          <a:rPr i="1" lang="en-US" smtClean="0">
                            <a:latin charset="0" panose="02040503050406030204" pitchFamily="18" typeface="Cambria Math"/>
                          </a:rPr>
                        </m:ctrlPr>
                      </m:accPr>
                      <m:e>
                        <m:r>
                          <a:rPr b="0" i="1" lang="en-US" smtClean="0">
                            <a:latin charset="0" panose="02040503050406030204" pitchFamily="18" typeface="Cambria Math"/>
                          </a:rPr>
                          <m:t>𝑥</m:t>
                        </m:r>
                      </m:e>
                    </m:acc>
                  </m:oMath>
                </a14:m>
                <a:r>
                  <a:rPr dirty="0" lang="en-US"/>
                  <a:t> is the mean of a simple random sample of n &gt; 30, then </a:t>
                </a:r>
                <a14:m>
                  <m:oMath xmlns:m="http://schemas.openxmlformats.org/officeDocument/2006/math">
                    <m:acc>
                      <m:accPr>
                        <m:chr m:val="̅"/>
                        <m:ctrlPr>
                          <a:rPr i="1" lang="en-US">
                            <a:latin charset="0" panose="02040503050406030204" pitchFamily="18" typeface="Cambria Math"/>
                          </a:rPr>
                        </m:ctrlPr>
                      </m:accPr>
                      <m:e>
                        <m:r>
                          <a:rPr i="1" lang="en-US">
                            <a:latin charset="0" panose="02040503050406030204" pitchFamily="18" typeface="Cambria Math"/>
                          </a:rPr>
                          <m:t>𝑥</m:t>
                        </m:r>
                      </m:e>
                    </m:acc>
                  </m:oMath>
                </a14:m>
                <a:r>
                  <a:rPr dirty="0" lang="en-US"/>
                  <a:t> is normally distributed with a mean of µ and a standard deviation of </a:t>
                </a:r>
                <a14:m>
                  <m:oMath xmlns:m="http://schemas.openxmlformats.org/officeDocument/2006/math">
                    <m:f>
                      <m:fPr>
                        <m:type m:val="skw"/>
                        <m:ctrlPr>
                          <a:rPr i="1" lang="en-US" smtClean="0">
                            <a:latin charset="0" panose="02040503050406030204" pitchFamily="18" typeface="Cambria Math"/>
                          </a:rPr>
                        </m:ctrlPr>
                      </m:fPr>
                      <m:num>
                        <m:r>
                          <a:rPr i="1" lang="en-US" smtClean="0">
                            <a:latin charset="0" panose="02040503050406030204" pitchFamily="18" typeface="Cambria Math"/>
                            <a:ea charset="0" panose="02040503050406030204" pitchFamily="18" typeface="Cambria Math"/>
                          </a:rPr>
                          <m:t>𝜎</m:t>
                        </m:r>
                      </m:num>
                      <m:den>
                        <m:rad>
                          <m:radPr>
                            <m:degHide m:val="on"/>
                            <m:ctrlPr>
                              <a:rPr i="1" lang="en-US" smtClean="0">
                                <a:latin charset="0" panose="02040503050406030204" pitchFamily="18" typeface="Cambria Math"/>
                              </a:rPr>
                            </m:ctrlPr>
                          </m:radPr>
                          <m:deg/>
                          <m:e>
                            <m:r>
                              <a:rPr b="0" i="1" lang="en-US" smtClean="0">
                                <a:latin charset="0" panose="02040503050406030204" pitchFamily="18" typeface="Cambria Math"/>
                              </a:rPr>
                              <m:t>𝑛</m:t>
                            </m:r>
                          </m:e>
                        </m:rad>
                      </m:den>
                    </m:f>
                  </m:oMath>
                </a14:m>
                <a:r>
                  <a:rPr dirty="0" lang="en-US"/>
                  <a:t>.</a:t>
                </a:r>
              </a:p>
              <a:p>
                <a:pPr indent="0" marL="0">
                  <a:buNone/>
                </a:pPr>
                <a:r>
                  <a:rPr dirty="0" lang="en-US"/>
                  <a:t>No matter the shape of the population distribution, the central limit theorem applies. That means if we create a sampling distribution of sample means from our household income distribution – which is NOT normal – the sampling distribution will be normal. *draw picture</a:t>
                </a:r>
              </a:p>
            </p:txBody>
          </p:sp>
        </mc:Choice>
        <mc:Fallback>
          <p:sp>
            <p:nvSpPr>
              <p:cNvPr id="3" name="Content Placeholder 2">
                <a:extLst>
                  <a:ext uri="{FF2B5EF4-FFF2-40B4-BE49-F238E27FC236}">
                    <a16:creationId xmlns:a16="http://schemas.microsoft.com/office/drawing/2014/main" id="{DD82DC06-9122-2D3F-59F8-8EEACAFBBFFB}"/>
                  </a:ext>
                </a:extLst>
              </p:cNvPr>
              <p:cNvSpPr>
                <a:spLocks noAdjustHandles="1" noChangeArrowheads="1" noChangeAspect="1" noChangeShapeType="1" noEditPoints="1" noGrp="1" noMove="1" noResize="1" noRot="1" noTextEdit="1"/>
              </p:cNvSpPr>
              <p:nvPr>
                <p:ph idx="1"/>
              </p:nvPr>
            </p:nvSpPr>
            <p:spPr>
              <a:xfrm>
                <a:off x="554566" y="1847850"/>
                <a:ext cx="11082867" cy="4351338"/>
              </a:xfrm>
              <a:blipFill>
                <a:blip r:embed="rId2"/>
                <a:stretch>
                  <a:fillRect l="-1155" r="-550"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84897C3-0B2E-CE96-E25F-4F0542840360}"/>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DC55DCD9-457B-4C7C-42BC-4F78549BACF8}"/>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21</a:t>
            </a:fld>
            <a:endParaRPr dirty="0" lang="en-US"/>
          </a:p>
        </p:txBody>
      </p:sp>
    </p:spTree>
    <p:extLst>
      <p:ext uri="{BB962C8B-B14F-4D97-AF65-F5344CB8AC3E}">
        <p14:creationId xmlns:p14="http://schemas.microsoft.com/office/powerpoint/2010/main" val="72858719"/>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A3C9-22D6-B8D5-4576-D841475955B9}"/>
              </a:ext>
            </a:extLst>
          </p:cNvPr>
          <p:cNvSpPr>
            <a:spLocks noGrp="1"/>
          </p:cNvSpPr>
          <p:nvPr>
            <p:ph type="title"/>
          </p:nvPr>
        </p:nvSpPr>
        <p:spPr>
          <a:xfrm>
            <a:off x="618066" y="2766217"/>
            <a:ext cx="2554486" cy="1325563"/>
          </a:xfrm>
        </p:spPr>
        <p:txBody>
          <a:bodyPr>
            <a:normAutofit fontScale="90000"/>
          </a:bodyPr>
          <a:lstStyle/>
          <a:p>
            <a:r>
              <a:rPr dirty="0" lang="en-US"/>
              <a:t>Minimum </a:t>
            </a:r>
            <a:br>
              <a:rPr dirty="0" lang="en-US"/>
            </a:br>
            <a:r>
              <a:rPr dirty="0" lang="en-US"/>
              <a:t>Sample</a:t>
            </a:r>
            <a:br>
              <a:rPr dirty="0" lang="en-US"/>
            </a:br>
            <a:r>
              <a:rPr dirty="0" lang="en-US"/>
              <a:t>Size</a:t>
            </a:r>
            <a:br>
              <a:rPr dirty="0" lang="en-US"/>
            </a:br>
            <a:r>
              <a:rPr dirty="0" i="1" lang="en-US" sz="1800"/>
              <a:t>*unless we know that the </a:t>
            </a:r>
            <a:r>
              <a:rPr i="1" lang="en-US" sz="1800"/>
              <a:t>population is normal</a:t>
            </a:r>
            <a:endParaRPr dirty="0" i="1" lang="en-US" sz="1800"/>
          </a:p>
        </p:txBody>
      </p:sp>
      <p:sp>
        <p:nvSpPr>
          <p:cNvPr id="4" name="Footer Placeholder 3">
            <a:extLst>
              <a:ext uri="{FF2B5EF4-FFF2-40B4-BE49-F238E27FC236}">
                <a16:creationId xmlns:a16="http://schemas.microsoft.com/office/drawing/2014/main" id="{18CA791A-E203-253C-91AE-DBC63543D954}"/>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pic>
        <p:nvPicPr>
          <p:cNvPr descr="Gradual change of a distribution shape as we increase the sample size. " id="5122" name="Picture 2">
            <a:extLst>
              <a:ext uri="{FF2B5EF4-FFF2-40B4-BE49-F238E27FC236}">
                <a16:creationId xmlns:a16="http://schemas.microsoft.com/office/drawing/2014/main" id="{C71CFD1D-AD6D-7234-1DF5-1DE35E47392E}"/>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92686" y="453638"/>
            <a:ext cx="8181248" cy="5950723"/>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F14349F-CCB5-85EB-E13E-847365A5E87B}"/>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22</a:t>
            </a:fld>
            <a:endParaRPr dirty="0" lang="en-US"/>
          </a:p>
        </p:txBody>
      </p:sp>
    </p:spTree>
    <p:extLst>
      <p:ext uri="{BB962C8B-B14F-4D97-AF65-F5344CB8AC3E}">
        <p14:creationId xmlns:p14="http://schemas.microsoft.com/office/powerpoint/2010/main" val="2032809377"/>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F4173-110D-1DF6-013D-D5481A2DBE57}"/>
              </a:ext>
            </a:extLst>
          </p:cNvPr>
          <p:cNvSpPr>
            <a:spLocks noGrp="1"/>
          </p:cNvSpPr>
          <p:nvPr>
            <p:ph type="title"/>
          </p:nvPr>
        </p:nvSpPr>
        <p:spPr/>
        <p:txBody>
          <a:bodyPr/>
          <a:lstStyle/>
          <a:p>
            <a:r>
              <a:rPr dirty="0" lang="en-US"/>
              <a:t>Calculating the Parameters </a:t>
            </a:r>
          </a:p>
        </p:txBody>
      </p:sp>
      <p:sp>
        <p:nvSpPr>
          <p:cNvPr id="3" name="Content Placeholder 2">
            <a:extLst>
              <a:ext uri="{FF2B5EF4-FFF2-40B4-BE49-F238E27FC236}">
                <a16:creationId xmlns:a16="http://schemas.microsoft.com/office/drawing/2014/main" id="{74A45CB1-D635-8629-3D43-254ED15FFD29}"/>
              </a:ext>
            </a:extLst>
          </p:cNvPr>
          <p:cNvSpPr>
            <a:spLocks noGrp="1"/>
          </p:cNvSpPr>
          <p:nvPr>
            <p:ph idx="1"/>
          </p:nvPr>
        </p:nvSpPr>
        <p:spPr/>
        <p:txBody>
          <a:bodyPr/>
          <a:lstStyle/>
          <a:p>
            <a:pPr indent="0" marL="0">
              <a:buNone/>
            </a:pPr>
            <a:r>
              <a:rPr b="1" dirty="0" lang="en-US"/>
              <a:t>Example</a:t>
            </a:r>
            <a:r>
              <a:rPr dirty="0" lang="en-US"/>
              <a:t>: A population has a mean of 55 and a standard deviation of 3. We will take simple random samples of size 45. What are the mean and standard deviation of the sampling distribution of sample means?  </a:t>
            </a:r>
          </a:p>
        </p:txBody>
      </p:sp>
      <p:sp>
        <p:nvSpPr>
          <p:cNvPr id="4" name="Footer Placeholder 3">
            <a:extLst>
              <a:ext uri="{FF2B5EF4-FFF2-40B4-BE49-F238E27FC236}">
                <a16:creationId xmlns:a16="http://schemas.microsoft.com/office/drawing/2014/main" id="{1670B104-FB1D-BD86-3EBA-E03063580A43}"/>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0D9F5366-ACA7-31D4-94C9-6C131BC508DA}"/>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23</a:t>
            </a:fld>
            <a:endParaRPr dirty="0" lang="en-US"/>
          </a:p>
        </p:txBody>
      </p:sp>
    </p:spTree>
    <p:extLst>
      <p:ext uri="{BB962C8B-B14F-4D97-AF65-F5344CB8AC3E}">
        <p14:creationId xmlns:p14="http://schemas.microsoft.com/office/powerpoint/2010/main" val="2138030264"/>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B1644-3F1C-D42D-3CD5-F0B3D8A1A771}"/>
              </a:ext>
            </a:extLst>
          </p:cNvPr>
          <p:cNvSpPr>
            <a:spLocks noGrp="1"/>
          </p:cNvSpPr>
          <p:nvPr>
            <p:ph type="title"/>
          </p:nvPr>
        </p:nvSpPr>
        <p:spPr/>
        <p:txBody>
          <a:bodyPr/>
          <a:lstStyle/>
          <a:p>
            <a:r>
              <a:rPr dirty="0" lang="en-US"/>
              <a:t>Calculating Probabilities – Mileage Example  </a:t>
            </a:r>
          </a:p>
        </p:txBody>
      </p:sp>
      <p:sp>
        <p:nvSpPr>
          <p:cNvPr id="4" name="Footer Placeholder 3">
            <a:extLst>
              <a:ext uri="{FF2B5EF4-FFF2-40B4-BE49-F238E27FC236}">
                <a16:creationId xmlns:a16="http://schemas.microsoft.com/office/drawing/2014/main" id="{71F206E0-EB69-0188-9423-3EBDBE460E4D}"/>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pic>
        <p:nvPicPr>
          <p:cNvPr descr="Blank normal distribution to fill out for practice " id="6146" name="Picture 2">
            <a:extLst>
              <a:ext uri="{FF2B5EF4-FFF2-40B4-BE49-F238E27FC236}">
                <a16:creationId xmlns:a16="http://schemas.microsoft.com/office/drawing/2014/main" id="{7F951456-5C90-576C-C688-974D15F65A5C}"/>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28791" y="1589352"/>
            <a:ext cx="6181499" cy="36792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42B87C3-4402-8C0A-C6B8-EACF57224C70}"/>
              </a:ext>
            </a:extLst>
          </p:cNvPr>
          <p:cNvSpPr txBox="1"/>
          <p:nvPr/>
        </p:nvSpPr>
        <p:spPr>
          <a:xfrm>
            <a:off x="281710" y="1589352"/>
            <a:ext cx="5306290" cy="4247317"/>
          </a:xfrm>
          <a:prstGeom prst="rect">
            <a:avLst/>
          </a:prstGeom>
          <a:noFill/>
        </p:spPr>
        <p:txBody>
          <a:bodyPr wrap="square">
            <a:spAutoFit/>
          </a:bodyPr>
          <a:lstStyle/>
          <a:p>
            <a:r>
              <a:rPr dirty="0" lang="en-US"/>
              <a:t>Example: The EPA says that the mean highway gas mileage of the 2020 Hyundai Elantra is 28 mpg with a standard deviation of 3 mpg. A rental car company purchases 60 of these cars.  </a:t>
            </a:r>
          </a:p>
          <a:p>
            <a:endParaRPr dirty="0" lang="en-US"/>
          </a:p>
          <a:p>
            <a:pPr indent="-342900" marL="342900">
              <a:buAutoNum type="arabicPeriod"/>
            </a:pPr>
            <a:r>
              <a:rPr dirty="0" lang="en-US"/>
              <a:t>What are the mean and standard deviation of the sampling distribution of sample means? </a:t>
            </a:r>
          </a:p>
          <a:p>
            <a:pPr indent="-342900" marL="342900">
              <a:buAutoNum type="arabicPeriod"/>
            </a:pPr>
            <a:r>
              <a:rPr dirty="0" lang="en-US"/>
              <a:t>What is the probability that the mean mileage of this group of cars is less than 27 mpg? </a:t>
            </a:r>
          </a:p>
          <a:p>
            <a:pPr indent="-342900" marL="342900">
              <a:buAutoNum type="arabicPeriod"/>
            </a:pPr>
            <a:r>
              <a:rPr dirty="0" lang="en-US"/>
              <a:t>What proportion of sample means are greater than 28.5 mpg?  </a:t>
            </a:r>
          </a:p>
          <a:p>
            <a:pPr indent="-342900" marL="342900">
              <a:buAutoNum type="arabicPeriod"/>
            </a:pPr>
            <a:r>
              <a:rPr dirty="0" lang="en-US"/>
              <a:t>What is the probability that the sample mean is between 27 and 29.5 mpg?</a:t>
            </a:r>
          </a:p>
          <a:p>
            <a:pPr indent="-342900" marL="342900">
              <a:buAutoNum type="arabicPeriod"/>
            </a:pPr>
            <a:r>
              <a:rPr dirty="0" lang="en-US"/>
              <a:t>What sample mean marks the 75th percentile?  </a:t>
            </a:r>
          </a:p>
          <a:p>
            <a:pPr indent="-342900" marL="342900">
              <a:buAutoNum type="arabicPeriod"/>
            </a:pPr>
            <a:r>
              <a:rPr dirty="0" lang="en-US"/>
              <a:t>What sample mean marks the top 5%? </a:t>
            </a:r>
          </a:p>
        </p:txBody>
      </p:sp>
      <p:sp>
        <p:nvSpPr>
          <p:cNvPr id="5" name="Slide Number Placeholder 4">
            <a:extLst>
              <a:ext uri="{FF2B5EF4-FFF2-40B4-BE49-F238E27FC236}">
                <a16:creationId xmlns:a16="http://schemas.microsoft.com/office/drawing/2014/main" id="{001D2696-6B91-2423-474C-0CCF79680023}"/>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24</a:t>
            </a:fld>
            <a:endParaRPr dirty="0" lang="en-US"/>
          </a:p>
        </p:txBody>
      </p:sp>
    </p:spTree>
    <p:extLst>
      <p:ext uri="{BB962C8B-B14F-4D97-AF65-F5344CB8AC3E}">
        <p14:creationId xmlns:p14="http://schemas.microsoft.com/office/powerpoint/2010/main" val="1232029049"/>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F6275-1EE0-3E71-BC9F-FAF407638148}"/>
              </a:ext>
            </a:extLst>
          </p:cNvPr>
          <p:cNvSpPr>
            <a:spLocks noGrp="1"/>
          </p:cNvSpPr>
          <p:nvPr>
            <p:ph type="title"/>
          </p:nvPr>
        </p:nvSpPr>
        <p:spPr>
          <a:xfrm>
            <a:off x="558800" y="212725"/>
            <a:ext cx="11468099" cy="1325563"/>
          </a:xfrm>
        </p:spPr>
        <p:txBody>
          <a:bodyPr/>
          <a:lstStyle/>
          <a:p>
            <a:r>
              <a:rPr dirty="0" lang="en-US"/>
              <a:t>Proportions</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8B1C0969-0860-8287-6B5E-E54A50086519}"/>
                  </a:ext>
                </a:extLst>
              </p:cNvPr>
              <p:cNvSpPr>
                <a:spLocks noGrp="1"/>
              </p:cNvSpPr>
              <p:nvPr>
                <p:ph idx="1"/>
              </p:nvPr>
            </p:nvSpPr>
            <p:spPr/>
            <p:txBody>
              <a:bodyPr>
                <a:normAutofit lnSpcReduction="10000"/>
              </a:bodyPr>
              <a:lstStyle/>
              <a:p>
                <a:pPr indent="0" marL="0">
                  <a:buNone/>
                </a:pPr>
                <a:r>
                  <a:rPr dirty="0" lang="en-US"/>
                  <a:t>We can create sampling distributions of sample proportions as well. Review notation: </a:t>
                </a:r>
              </a:p>
              <a:p>
                <a:pPr indent="0" marL="0">
                  <a:buNone/>
                </a:pPr>
                <a:endParaRPr dirty="0" lang="en-US"/>
              </a:p>
              <a:p>
                <a:pPr indent="0" marL="0">
                  <a:buNone/>
                </a:pPr>
                <a:r>
                  <a:rPr dirty="0" lang="en-US"/>
                  <a:t>Population proportion: </a:t>
                </a:r>
                <a14:m>
                  <m:oMath xmlns:m="http://schemas.openxmlformats.org/officeDocument/2006/math">
                    <m:r>
                      <a:rPr b="0" i="1" lang="en-US" smtClean="0">
                        <a:latin charset="0" panose="02040503050406030204" pitchFamily="18" typeface="Cambria Math"/>
                      </a:rPr>
                      <m:t>𝑃</m:t>
                    </m:r>
                    <m:r>
                      <a:rPr b="0" i="1" lang="en-US" smtClean="0">
                        <a:latin charset="0" panose="02040503050406030204" pitchFamily="18" typeface="Cambria Math"/>
                      </a:rPr>
                      <m:t>= </m:t>
                    </m:r>
                    <m:f>
                      <m:fPr>
                        <m:type m:val="skw"/>
                        <m:ctrlPr>
                          <a:rPr b="0" i="1" lang="en-US" smtClean="0">
                            <a:latin charset="0" panose="02040503050406030204" pitchFamily="18" typeface="Cambria Math"/>
                          </a:rPr>
                        </m:ctrlPr>
                      </m:fPr>
                      <m:num>
                        <m:r>
                          <a:rPr b="0" i="1" lang="en-US" smtClean="0">
                            <a:latin charset="0" panose="02040503050406030204" pitchFamily="18" typeface="Cambria Math"/>
                          </a:rPr>
                          <m:t>𝑋</m:t>
                        </m:r>
                      </m:num>
                      <m:den>
                        <m:r>
                          <a:rPr b="0" i="1" lang="en-US" smtClean="0">
                            <a:latin charset="0" panose="02040503050406030204" pitchFamily="18" typeface="Cambria Math"/>
                          </a:rPr>
                          <m:t>𝑁</m:t>
                        </m:r>
                      </m:den>
                    </m:f>
                  </m:oMath>
                </a14:m>
                <a:endParaRPr dirty="0" lang="en-US"/>
              </a:p>
              <a:p>
                <a:pPr indent="0" marL="0">
                  <a:buNone/>
                </a:pPr>
                <a:r>
                  <a:rPr dirty="0" lang="en-US"/>
                  <a:t>For example – 21.6% of U.S. residents are bilingual. (Population ~343 million people) (X = 74,088,000)</a:t>
                </a:r>
              </a:p>
              <a:p>
                <a:pPr indent="0" marL="0">
                  <a:buNone/>
                </a:pPr>
                <a:endParaRPr dirty="0" lang="en-US"/>
              </a:p>
              <a:p>
                <a:pPr indent="0" marL="0">
                  <a:buNone/>
                </a:pPr>
                <a:r>
                  <a:rPr dirty="0" lang="en-US"/>
                  <a:t>Sample proportion: </a:t>
                </a:r>
                <a14:m>
                  <m:oMath xmlns:m="http://schemas.openxmlformats.org/officeDocument/2006/math">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m:t>
                    </m:r>
                    <m:f>
                      <m:fPr>
                        <m:type m:val="skw"/>
                        <m:ctrlPr>
                          <a:rPr b="0" i="1" lang="en-US" smtClean="0">
                            <a:latin charset="0" panose="02040503050406030204" pitchFamily="18" typeface="Cambria Math"/>
                          </a:rPr>
                        </m:ctrlPr>
                      </m:fPr>
                      <m:num>
                        <m:r>
                          <a:rPr b="0" i="1" lang="en-US" smtClean="0">
                            <a:latin charset="0" panose="02040503050406030204" pitchFamily="18" typeface="Cambria Math"/>
                          </a:rPr>
                          <m:t>𝑥</m:t>
                        </m:r>
                      </m:num>
                      <m:den>
                        <m:r>
                          <a:rPr b="0" i="1" lang="en-US" smtClean="0">
                            <a:latin charset="0" panose="02040503050406030204" pitchFamily="18" typeface="Cambria Math"/>
                          </a:rPr>
                          <m:t>𝑛</m:t>
                        </m:r>
                      </m:den>
                    </m:f>
                  </m:oMath>
                </a14:m>
                <a:r>
                  <a:rPr dirty="0" lang="en-US"/>
                  <a:t>  </a:t>
                </a:r>
              </a:p>
              <a:p>
                <a:pPr indent="0" marL="0">
                  <a:buNone/>
                </a:pPr>
                <a:r>
                  <a:rPr dirty="0" lang="en-US"/>
                  <a:t>For example – Let’s say we take a simple random sample of 400 Americans. We find that 89 of them are bilingual. phat = 0.2225.   </a:t>
                </a:r>
              </a:p>
            </p:txBody>
          </p:sp>
        </mc:Choice>
        <mc:Fallback>
          <p:sp>
            <p:nvSpPr>
              <p:cNvPr id="3" name="Content Placeholder 2">
                <a:extLst>
                  <a:ext uri="{FF2B5EF4-FFF2-40B4-BE49-F238E27FC236}">
                    <a16:creationId xmlns:a16="http://schemas.microsoft.com/office/drawing/2014/main" id="{8B1C0969-0860-8287-6B5E-E54A50086519}"/>
                  </a:ext>
                </a:extLst>
              </p:cNvPr>
              <p:cNvSpPr>
                <a:spLocks noAdjustHandles="1" noChangeArrowheads="1" noChangeAspect="1" noChangeShapeType="1" noEditPoints="1" noGrp="1" noMove="1" noResize="1" noRot="1" noTextEdit="1"/>
              </p:cNvSpPr>
              <p:nvPr>
                <p:ph idx="1"/>
              </p:nvPr>
            </p:nvSpPr>
            <p:spPr>
              <a:blipFill>
                <a:blip r:embed="rId2"/>
                <a:stretch>
                  <a:fillRect b="-2241" l="-1217" t="-30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F42235E-E1F9-CAC0-4792-0984CB59A2FB}"/>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79D7B9E0-268C-757B-CC2E-59793C0F8FC1}"/>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25</a:t>
            </a:fld>
            <a:endParaRPr dirty="0" lang="en-US"/>
          </a:p>
        </p:txBody>
      </p:sp>
    </p:spTree>
    <p:extLst>
      <p:ext uri="{BB962C8B-B14F-4D97-AF65-F5344CB8AC3E}">
        <p14:creationId xmlns:p14="http://schemas.microsoft.com/office/powerpoint/2010/main" val="2689437699"/>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5BFBB-55DB-944D-A436-DD004DB40A61}"/>
              </a:ext>
            </a:extLst>
          </p:cNvPr>
          <p:cNvSpPr>
            <a:spLocks noGrp="1"/>
          </p:cNvSpPr>
          <p:nvPr>
            <p:ph type="title"/>
          </p:nvPr>
        </p:nvSpPr>
        <p:spPr>
          <a:xfrm>
            <a:off x="838200" y="365125"/>
            <a:ext cx="10845800" cy="1325563"/>
          </a:xfrm>
        </p:spPr>
        <p:txBody>
          <a:bodyPr>
            <a:normAutofit/>
          </a:bodyPr>
          <a:lstStyle/>
          <a:p>
            <a:r>
              <a:rPr dirty="0" lang="en-US" sz="4000"/>
              <a:t>The Central Limit Theorem for Sample Proportions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3B99A395-A922-FC3C-5A80-85C42F1C8846}"/>
                  </a:ext>
                </a:extLst>
              </p:cNvPr>
              <p:cNvSpPr>
                <a:spLocks noGrp="1"/>
              </p:cNvSpPr>
              <p:nvPr>
                <p:ph idx="1"/>
              </p:nvPr>
            </p:nvSpPr>
            <p:spPr/>
            <p:txBody>
              <a:bodyPr>
                <a:normAutofit/>
              </a:bodyPr>
              <a:lstStyle/>
              <a:p>
                <a:pPr indent="0" marL="0">
                  <a:buNone/>
                </a:pPr>
                <a:r>
                  <a:rPr dirty="0" lang="en-US"/>
                  <a:t>The central limit theorem for proportions says that if both   </a:t>
                </a:r>
              </a:p>
              <a:p>
                <a:pPr indent="0" marL="0">
                  <a:buNone/>
                </a:pPr>
                <a:r>
                  <a:rPr dirty="0" lang="en-US"/>
                  <a:t>np ≥ 10 and n(1-p) ≥ 10 </a:t>
                </a:r>
              </a:p>
              <a:p>
                <a:pPr indent="0" marL="0">
                  <a:buNone/>
                </a:pPr>
                <a:r>
                  <a:rPr dirty="0" lang="en-US"/>
                  <a:t>then the sample proportion is normally distributed  with a mean of </a:t>
                </a:r>
                <a14:m>
                  <m:oMath xmlns:m="http://schemas.openxmlformats.org/officeDocument/2006/math">
                    <m:r>
                      <a:rPr b="0" i="1" lang="en-US" smtClean="0">
                        <a:latin charset="0" panose="02040503050406030204" pitchFamily="18" typeface="Cambria Math"/>
                      </a:rPr>
                      <m:t>𝑝</m:t>
                    </m:r>
                  </m:oMath>
                </a14:m>
                <a:r>
                  <a:rPr dirty="0" lang="en-US"/>
                  <a:t> and a standard deviation of </a:t>
                </a:r>
                <a14:m>
                  <m:oMath xmlns:m="http://schemas.openxmlformats.org/officeDocument/2006/math">
                    <m:rad>
                      <m:radPr>
                        <m:degHide m:val="on"/>
                        <m:ctrlPr>
                          <a:rPr i="1" lang="en-US" smtClean="0">
                            <a:latin charset="0" panose="02040503050406030204" pitchFamily="18" typeface="Cambria Math"/>
                          </a:rPr>
                        </m:ctrlPr>
                      </m:radPr>
                      <m:deg/>
                      <m:e>
                        <m:r>
                          <a:rPr b="0" i="1" lang="en-US" smtClean="0">
                            <a:latin charset="0" panose="02040503050406030204" pitchFamily="18" typeface="Cambria Math"/>
                          </a:rPr>
                          <m:t>𝑝</m:t>
                        </m:r>
                        <m:r>
                          <a:rPr b="0" i="1" lang="en-US" smtClean="0">
                            <a:latin charset="0" panose="02040503050406030204" pitchFamily="18" typeface="Cambria Math"/>
                          </a:rPr>
                          <m:t>(1−</m:t>
                        </m:r>
                        <m:r>
                          <a:rPr b="0" i="1" lang="en-US" smtClean="0">
                            <a:latin charset="0" panose="02040503050406030204" pitchFamily="18" typeface="Cambria Math"/>
                          </a:rPr>
                          <m:t>𝑝</m:t>
                        </m:r>
                        <m:r>
                          <a:rPr b="0" i="1" lang="en-US" smtClean="0">
                            <a:latin charset="0" panose="02040503050406030204" pitchFamily="18" typeface="Cambria Math"/>
                          </a:rPr>
                          <m:t>)/</m:t>
                        </m:r>
                        <m:r>
                          <a:rPr b="0" i="1" lang="en-US" smtClean="0">
                            <a:latin charset="0" panose="02040503050406030204" pitchFamily="18" typeface="Cambria Math"/>
                          </a:rPr>
                          <m:t>𝑛</m:t>
                        </m:r>
                      </m:e>
                    </m:rad>
                  </m:oMath>
                </a14:m>
                <a:r>
                  <a:rPr dirty="0" lang="en-US"/>
                  <a:t>.</a:t>
                </a:r>
              </a:p>
              <a:p>
                <a:pPr indent="0" marL="0">
                  <a:buNone/>
                </a:pPr>
                <a:r>
                  <a:rPr dirty="0" lang="en-US"/>
                  <a:t>The conditions mean that we must have at least 10 individuals in each category (x and not-x).   </a:t>
                </a:r>
              </a:p>
              <a:p>
                <a:pPr indent="0" marL="0">
                  <a:buNone/>
                </a:pPr>
                <a:r>
                  <a:rPr dirty="0" lang="en-US"/>
                  <a:t>*Computation tip: as soon as you know p, calculate 1-p.   </a:t>
                </a:r>
              </a:p>
            </p:txBody>
          </p:sp>
        </mc:Choice>
        <mc:Fallback>
          <p:sp>
            <p:nvSpPr>
              <p:cNvPr id="3" name="Content Placeholder 2">
                <a:extLst>
                  <a:ext uri="{FF2B5EF4-FFF2-40B4-BE49-F238E27FC236}">
                    <a16:creationId xmlns:a16="http://schemas.microsoft.com/office/drawing/2014/main" id="{3B99A395-A922-FC3C-5A80-85C42F1C8846}"/>
                  </a:ext>
                </a:extLst>
              </p:cNvPr>
              <p:cNvSpPr>
                <a:spLocks noAdjustHandles="1" noChangeArrowheads="1" noChangeAspect="1" noChangeShapeType="1" noEditPoints="1" noGrp="1" noMove="1" noResize="1" noRot="1" noTextEdit="1"/>
              </p:cNvSpPr>
              <p:nvPr>
                <p:ph idx="1"/>
              </p:nvPr>
            </p:nvSpPr>
            <p:spPr>
              <a:blipFill>
                <a:blip r:embed="rId2"/>
                <a:stretch>
                  <a:fillRect l="-1217" t="-28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D1DD25F2-9F0C-9C70-0D24-9F46F74E2A24}"/>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sp>
        <p:nvSpPr>
          <p:cNvPr id="5" name="Slide Number Placeholder 4">
            <a:extLst>
              <a:ext uri="{FF2B5EF4-FFF2-40B4-BE49-F238E27FC236}">
                <a16:creationId xmlns:a16="http://schemas.microsoft.com/office/drawing/2014/main" id="{6BB1B879-F7D4-23ED-4701-C345474A1A9F}"/>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26</a:t>
            </a:fld>
            <a:endParaRPr dirty="0" lang="en-US"/>
          </a:p>
        </p:txBody>
      </p:sp>
    </p:spTree>
    <p:extLst>
      <p:ext uri="{BB962C8B-B14F-4D97-AF65-F5344CB8AC3E}">
        <p14:creationId xmlns:p14="http://schemas.microsoft.com/office/powerpoint/2010/main" val="4208913973"/>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76E9A-B4E1-0867-CDB2-CACC6D2BC3C1}"/>
              </a:ext>
            </a:extLst>
          </p:cNvPr>
          <p:cNvSpPr>
            <a:spLocks noGrp="1"/>
          </p:cNvSpPr>
          <p:nvPr>
            <p:ph type="title"/>
          </p:nvPr>
        </p:nvSpPr>
        <p:spPr>
          <a:xfrm>
            <a:off x="381000" y="304800"/>
            <a:ext cx="10515600" cy="759355"/>
          </a:xfrm>
        </p:spPr>
        <p:txBody>
          <a:bodyPr/>
          <a:lstStyle/>
          <a:p>
            <a:r>
              <a:rPr dirty="0" lang="en-US"/>
              <a:t>Coffee Example </a:t>
            </a:r>
          </a:p>
        </p:txBody>
      </p:sp>
      <p:sp>
        <p:nvSpPr>
          <p:cNvPr id="4" name="Footer Placeholder 3">
            <a:extLst>
              <a:ext uri="{FF2B5EF4-FFF2-40B4-BE49-F238E27FC236}">
                <a16:creationId xmlns:a16="http://schemas.microsoft.com/office/drawing/2014/main" id="{2F512FAD-F388-2822-5CC5-8604D29401CE}"/>
              </a:ext>
              <a:ext uri="{C183D7F6-B498-43B3-948B-1728B52AA6E4}">
                <adec:decorative xmlns:adec="http://schemas.microsoft.com/office/drawing/2017/decorative" val="1"/>
              </a:ext>
            </a:extLst>
          </p:cNvPr>
          <p:cNvSpPr>
            <a:spLocks noGrp="1"/>
          </p:cNvSpPr>
          <p:nvPr>
            <p:ph idx="11" sz="quarter" type="ftr"/>
          </p:nvPr>
        </p:nvSpPr>
        <p:spPr/>
        <p:txBody>
          <a:bodyPr/>
          <a:lstStyle/>
          <a:p>
            <a:r>
              <a:rPr lang="en-US">
                <a:solidFill>
                  <a:srgbClr val="000000"/>
                </a:solidFill>
              </a:rPr>
              <a:t>Bowen C.</a:t>
            </a:r>
            <a:endParaRPr dirty="0" lang="en-US"/>
          </a:p>
        </p:txBody>
      </p:sp>
      <p:pic>
        <p:nvPicPr>
          <p:cNvPr descr="Blank normal distribution to fill out for practice " id="7170" name="Picture 2">
            <a:extLst>
              <a:ext uri="{FF2B5EF4-FFF2-40B4-BE49-F238E27FC236}">
                <a16:creationId xmlns:a16="http://schemas.microsoft.com/office/drawing/2014/main" id="{4A199863-D706-4E1A-B487-BA3F3DB36729}"/>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12123" y="1802676"/>
            <a:ext cx="6470220" cy="38401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FB8B576-D00C-F05E-086C-642A6C073128}"/>
              </a:ext>
            </a:extLst>
          </p:cNvPr>
          <p:cNvSpPr txBox="1"/>
          <p:nvPr/>
        </p:nvSpPr>
        <p:spPr>
          <a:xfrm>
            <a:off x="269247" y="1089164"/>
            <a:ext cx="5242876" cy="5632311"/>
          </a:xfrm>
          <a:prstGeom prst="rect">
            <a:avLst/>
          </a:prstGeom>
          <a:noFill/>
        </p:spPr>
        <p:txBody>
          <a:bodyPr wrap="square">
            <a:spAutoFit/>
          </a:bodyPr>
          <a:lstStyle/>
          <a:p>
            <a:r>
              <a:rPr dirty="0" lang="en-US"/>
              <a:t>It’s reported that 63% of American adults drink coffee every day. Let’s take a random sample of 300 U.S. adults.</a:t>
            </a:r>
          </a:p>
          <a:p>
            <a:endParaRPr dirty="0" lang="en-US"/>
          </a:p>
          <a:p>
            <a:pPr indent="-342900" marL="342900">
              <a:buAutoNum type="arabicPeriod"/>
            </a:pPr>
            <a:r>
              <a:rPr dirty="0" lang="en-US"/>
              <a:t>Is this a large enough sample size to use the central limit theorem? Why?   </a:t>
            </a:r>
          </a:p>
          <a:p>
            <a:pPr indent="-342900" marL="342900">
              <a:buAutoNum type="arabicPeriod"/>
            </a:pPr>
            <a:r>
              <a:rPr dirty="0" lang="en-US"/>
              <a:t>What are the mean and standard deviation of the sampling distribution of sample proportions?   </a:t>
            </a:r>
          </a:p>
          <a:p>
            <a:pPr indent="-342900" marL="342900">
              <a:buAutoNum type="arabicPeriod"/>
            </a:pPr>
            <a:r>
              <a:rPr dirty="0" lang="en-US"/>
              <a:t>Find the probability that more than 67% of the sampled adults drink coffee daily.</a:t>
            </a:r>
          </a:p>
          <a:p>
            <a:pPr indent="-342900" marL="342900">
              <a:buAutoNum type="arabicPeriod"/>
            </a:pPr>
            <a:r>
              <a:rPr dirty="0" lang="en-US"/>
              <a:t>What is the probability that fewer than 55% of the sampled adults drink coffee daily?  </a:t>
            </a:r>
          </a:p>
          <a:p>
            <a:pPr indent="-342900" marL="342900">
              <a:buAutoNum type="arabicPeriod"/>
            </a:pPr>
            <a:r>
              <a:rPr dirty="0" lang="en-US"/>
              <a:t>What proportion of sample proportions are between 60% and 70%?   </a:t>
            </a:r>
          </a:p>
          <a:p>
            <a:pPr indent="-342900" marL="342900">
              <a:buAutoNum type="arabicPeriod"/>
            </a:pPr>
            <a:r>
              <a:rPr dirty="0" lang="en-US"/>
              <a:t>What sample proportion is at the 10</a:t>
            </a:r>
            <a:r>
              <a:rPr baseline="30000" dirty="0" lang="en-US"/>
              <a:t>th</a:t>
            </a:r>
            <a:r>
              <a:rPr dirty="0" lang="en-US"/>
              <a:t> percentile?  </a:t>
            </a:r>
          </a:p>
          <a:p>
            <a:pPr indent="-342900" marL="342900">
              <a:buAutoNum type="arabicPeriod"/>
            </a:pPr>
            <a:r>
              <a:rPr dirty="0" lang="en-US"/>
              <a:t>What sample proportion marks the highest 20%? </a:t>
            </a:r>
          </a:p>
          <a:p>
            <a:endParaRPr dirty="0" lang="en-US"/>
          </a:p>
        </p:txBody>
      </p:sp>
      <p:sp>
        <p:nvSpPr>
          <p:cNvPr id="5" name="Slide Number Placeholder 4">
            <a:extLst>
              <a:ext uri="{FF2B5EF4-FFF2-40B4-BE49-F238E27FC236}">
                <a16:creationId xmlns:a16="http://schemas.microsoft.com/office/drawing/2014/main" id="{72260255-BD4A-25CB-B1DC-AC74E5614E82}"/>
              </a:ext>
              <a:ext uri="{C183D7F6-B498-43B3-948B-1728B52AA6E4}">
                <adec:decorative xmlns:adec="http://schemas.microsoft.com/office/drawing/2017/decorative" val="1"/>
              </a:ext>
            </a:extLst>
          </p:cNvPr>
          <p:cNvSpPr>
            <a:spLocks noGrp="1"/>
          </p:cNvSpPr>
          <p:nvPr>
            <p:ph idx="12" sz="quarter" type="sldNum"/>
          </p:nvPr>
        </p:nvSpPr>
        <p:spPr/>
        <p:txBody>
          <a:bodyPr/>
          <a:lstStyle/>
          <a:p>
            <a:fld id="{330EA680-D336-4FF7-8B7A-9848BB0A1C32}" type="slidenum">
              <a:rPr lang="en-US" smtClean="0">
                <a:solidFill>
                  <a:srgbClr val="000000"/>
                </a:solidFill>
              </a:rPr>
              <a:t>27</a:t>
            </a:fld>
            <a:endParaRPr dirty="0" lang="en-US"/>
          </a:p>
        </p:txBody>
      </p:sp>
    </p:spTree>
    <p:extLst>
      <p:ext uri="{BB962C8B-B14F-4D97-AF65-F5344CB8AC3E}">
        <p14:creationId xmlns:p14="http://schemas.microsoft.com/office/powerpoint/2010/main" val="1581241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1775</TotalTime>
  <Words>2877</Words>
  <Application>Microsoft Office PowerPoint</Application>
  <PresentationFormat>Widescreen</PresentationFormat>
  <Paragraphs>278</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Continuous Probability Distributions </vt:lpstr>
      <vt:lpstr>Objectives </vt:lpstr>
      <vt:lpstr>From a Histogram to a Probability Density Curve </vt:lpstr>
      <vt:lpstr>The Area Underneath the Curve  (Integration Review)  </vt:lpstr>
      <vt:lpstr>Continuous Random Variables </vt:lpstr>
      <vt:lpstr>Area = Probability = Proportion </vt:lpstr>
      <vt:lpstr>The Uniform Distribution </vt:lpstr>
      <vt:lpstr>Uniform Distribution Examples</vt:lpstr>
      <vt:lpstr>Waiting for an Appointment </vt:lpstr>
      <vt:lpstr>Uniform Probabilities with R </vt:lpstr>
      <vt:lpstr>The Normal Distribution </vt:lpstr>
      <vt:lpstr>Normal Distributions Follow the Empirical Rule</vt:lpstr>
      <vt:lpstr>The Standard Normal Distribution </vt:lpstr>
      <vt:lpstr>Calculating Probabilities of Z-Scores</vt:lpstr>
      <vt:lpstr>Applications of the Normal Distribution </vt:lpstr>
      <vt:lpstr>Baby Weights Example </vt:lpstr>
      <vt:lpstr>Baby Weights Practice </vt:lpstr>
      <vt:lpstr>Electricity Bill Example </vt:lpstr>
      <vt:lpstr>Electricity Bill Practice </vt:lpstr>
      <vt:lpstr>Sampling Distributions and the Central Limit Theorem </vt:lpstr>
      <vt:lpstr>Sampling Distributions of Sample Means </vt:lpstr>
      <vt:lpstr>Minimum  Sample Size *unless we know that the population is normal</vt:lpstr>
      <vt:lpstr>Calculating the Parameters </vt:lpstr>
      <vt:lpstr>Calculating Probabilities – Mileage Example  </vt:lpstr>
      <vt:lpstr>Proportions</vt:lpstr>
      <vt:lpstr>The Central Limit Theorem for Sample Proportions </vt:lpstr>
      <vt:lpstr>Coffee Example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2026-03-17T16:05:30Z</dcterms:created>
  <cp:lastModifiedBy>Bowen Cheek</cp:lastModifiedBy>
  <dcterms:modified xsi:type="dcterms:W3CDTF">2026-04-06T15:53:09Z</dcterms:modified>
  <cp:revision>353</cp:revision>
  <dc:title>Chapter 7 Teaching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206},"issueTypeIdentifier":"READING_ORDER_ISSUE"},{"targetId":{"value":524},"issueTypeIdentifier":"READING_ORDER_ISSUE"},{"targetId":{"value":556},"issueTypeIdentifier":"READING_ORDER_ISSUE"},{"targetId":{"value":630},"issueTypeIdentifier":"READING_ORDER_ISSUE"}],"remediatedIssues":[]}</vt:lpwstr>
  </property>
</Properties>
</file>